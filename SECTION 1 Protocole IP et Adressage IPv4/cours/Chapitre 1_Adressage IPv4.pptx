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Default Extension="wdp" ContentType="image/vnd.ms-photo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Default Extension="gif" ContentType="image/gif"/>
  <Override PartName="/ppt/notesSlides/notesSlide2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Default Extension="svg" ContentType="image/svg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3"/>
  </p:notesMasterIdLst>
  <p:sldIdLst>
    <p:sldId id="256" r:id="rId2"/>
    <p:sldId id="626" r:id="rId3"/>
    <p:sldId id="635" r:id="rId4"/>
    <p:sldId id="652" r:id="rId5"/>
    <p:sldId id="662" r:id="rId6"/>
    <p:sldId id="653" r:id="rId7"/>
    <p:sldId id="661" r:id="rId8"/>
    <p:sldId id="655" r:id="rId9"/>
    <p:sldId id="656" r:id="rId10"/>
    <p:sldId id="657" r:id="rId11"/>
    <p:sldId id="658" r:id="rId12"/>
    <p:sldId id="654" r:id="rId13"/>
    <p:sldId id="659" r:id="rId14"/>
    <p:sldId id="660" r:id="rId15"/>
    <p:sldId id="410" r:id="rId16"/>
    <p:sldId id="633" r:id="rId17"/>
    <p:sldId id="625" r:id="rId18"/>
    <p:sldId id="624" r:id="rId19"/>
    <p:sldId id="623" r:id="rId20"/>
    <p:sldId id="627" r:id="rId21"/>
    <p:sldId id="605" r:id="rId22"/>
    <p:sldId id="628" r:id="rId23"/>
    <p:sldId id="631" r:id="rId24"/>
    <p:sldId id="632" r:id="rId25"/>
    <p:sldId id="596" r:id="rId26"/>
    <p:sldId id="629" r:id="rId27"/>
    <p:sldId id="640" r:id="rId28"/>
    <p:sldId id="639" r:id="rId29"/>
    <p:sldId id="630" r:id="rId30"/>
    <p:sldId id="643" r:id="rId31"/>
    <p:sldId id="644" r:id="rId32"/>
    <p:sldId id="645" r:id="rId33"/>
    <p:sldId id="646" r:id="rId34"/>
    <p:sldId id="647" r:id="rId35"/>
    <p:sldId id="648" r:id="rId36"/>
    <p:sldId id="649" r:id="rId37"/>
    <p:sldId id="650" r:id="rId38"/>
    <p:sldId id="665" r:id="rId39"/>
    <p:sldId id="663" r:id="rId40"/>
    <p:sldId id="664" r:id="rId41"/>
    <p:sldId id="257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 xmlns="">
        <p14:section name="Default Section" id="{393EDAB1-5E22-44C0-BD64-D1EBC96A1A14}">
          <p14:sldIdLst>
            <p14:sldId id="256"/>
          </p14:sldIdLst>
        </p14:section>
        <p14:section name="Default Section" id="{21EE07D4-F84E-4BBE-9AD3-719F4B2C30E8}">
          <p14:sldIdLst>
            <p14:sldId id="626"/>
            <p14:sldId id="635"/>
            <p14:sldId id="652"/>
            <p14:sldId id="653"/>
            <p14:sldId id="654"/>
            <p14:sldId id="655"/>
            <p14:sldId id="656"/>
            <p14:sldId id="657"/>
            <p14:sldId id="658"/>
            <p14:sldId id="659"/>
            <p14:sldId id="660"/>
            <p14:sldId id="410"/>
            <p14:sldId id="633"/>
            <p14:sldId id="625"/>
            <p14:sldId id="624"/>
            <p14:sldId id="623"/>
            <p14:sldId id="627"/>
            <p14:sldId id="605"/>
            <p14:sldId id="628"/>
            <p14:sldId id="631"/>
            <p14:sldId id="632"/>
            <p14:sldId id="596"/>
            <p14:sldId id="629"/>
            <p14:sldId id="640"/>
            <p14:sldId id="641"/>
            <p14:sldId id="639"/>
            <p14:sldId id="630"/>
            <p14:sldId id="642"/>
            <p14:sldId id="595"/>
            <p14:sldId id="609"/>
            <p14:sldId id="634"/>
            <p14:sldId id="610"/>
            <p14:sldId id="643"/>
            <p14:sldId id="644"/>
            <p14:sldId id="645"/>
            <p14:sldId id="651"/>
            <p14:sldId id="646"/>
            <p14:sldId id="647"/>
            <p14:sldId id="648"/>
            <p14:sldId id="649"/>
            <p14:sldId id="650"/>
            <p14:sldId id="257"/>
          </p14:sldIdLst>
        </p14:section>
      </p14:sectionLst>
    </p:ex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F43C4E"/>
    <a:srgbClr val="FF3300"/>
    <a:srgbClr val="CA1814"/>
    <a:srgbClr val="2E2B2B"/>
    <a:srgbClr val="363233"/>
    <a:srgbClr val="CC00CC"/>
    <a:srgbClr val="990099"/>
    <a:srgbClr val="E9E7E8"/>
    <a:srgbClr val="D0CDCF"/>
    <a:srgbClr val="E0E0E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2833802-FEF1-4C79-8D5D-14CF1EAF98D9}" styleName="Style léger 2 - Accentuation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Style léger 2 - Accentuation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FECB4D8-DB02-4DC6-A0A2-4F2EBAE1DC90}" styleName="Style moyen 1 - Accentuation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Style léger 3 - Accentuation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3136" autoAdjust="0"/>
    <p:restoredTop sz="88398" autoAdjust="0"/>
  </p:normalViewPr>
  <p:slideViewPr>
    <p:cSldViewPr snapToGrid="0">
      <p:cViewPr varScale="1">
        <p:scale>
          <a:sx n="60" d="100"/>
          <a:sy n="60" d="100"/>
        </p:scale>
        <p:origin x="-1086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3DF0B8-1B48-4225-9701-63468AF0DF5E}" type="datetimeFigureOut">
              <a:rPr lang="en-US" smtClean="0"/>
              <a:pPr/>
              <a:t>9/16/2022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CA5863-5F8F-4656-8519-B0608FA8CD3E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147421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CA5863-5F8F-4656-8519-B0608FA8CD3E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855824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CA5863-5F8F-4656-8519-B0608FA8CD3E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5720793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CA5863-5F8F-4656-8519-B0608FA8CD3E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5720793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CA5863-5F8F-4656-8519-B0608FA8CD3E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957547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CA5863-5F8F-4656-8519-B0608FA8CD3E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957547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CA5863-5F8F-4656-8519-B0608FA8CD3E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060061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CA5863-5F8F-4656-8519-B0608FA8CD3E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0992923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CA5863-5F8F-4656-8519-B0608FA8CD3E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1473976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276991-BA79-4C5E-87AE-97975451B90F}" type="slidenum">
              <a:rPr lang="fr-FR" smtClean="0"/>
              <a:pPr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40382810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276991-BA79-4C5E-87AE-97975451B90F}" type="slidenum">
              <a:rPr lang="fr-FR" smtClean="0"/>
              <a:pPr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7677643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276991-BA79-4C5E-87AE-97975451B90F}" type="slidenum">
              <a:rPr lang="fr-FR" smtClean="0"/>
              <a:pPr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33131162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276991-BA79-4C5E-87AE-97975451B90F}" type="slidenum">
              <a:rPr lang="fr-FR" smtClean="0"/>
              <a:pPr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41874548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CA5863-5F8F-4656-8519-B0608FA8CD3E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1060238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276991-BA79-4C5E-87AE-97975451B90F}" type="slidenum">
              <a:rPr lang="fr-FR" smtClean="0"/>
              <a:pPr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11570598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CA5863-5F8F-4656-8519-B0608FA8CD3E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545313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CA5863-5F8F-4656-8519-B0608FA8CD3E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9495248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CA5863-5F8F-4656-8519-B0608FA8CD3E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972991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CA5863-5F8F-4656-8519-B0608FA8CD3E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759938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CA5863-5F8F-4656-8519-B0608FA8CD3E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251783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CA5863-5F8F-4656-8519-B0608FA8CD3E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0280043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CA5863-5F8F-4656-8519-B0608FA8CD3E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08156607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CA5863-5F8F-4656-8519-B0608FA8CD3E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4389097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CA5863-5F8F-4656-8519-B0608FA8CD3E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08090977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CA5863-5F8F-4656-8519-B0608FA8CD3E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7981406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276991-BA79-4C5E-87AE-97975451B90F}" type="slidenum">
              <a:rPr lang="fr-FR" smtClean="0"/>
              <a:pPr/>
              <a:t>40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24514213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oogle Shape;149;p1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5" name="Google Shape;150;p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 cstate="print">
                <a:alphaModFix/>
              </a:blip>
              <a:tile tx="0" ty="0" sx="100000" sy="100000" flip="none" algn="tl"/>
            </a:blip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" name="Google Shape;151;p1" descr="image2.png"/>
            <p:cNvPicPr preferRelativeResize="0"/>
            <p:nvPr/>
          </p:nvPicPr>
          <p:blipFill rotWithShape="1">
            <a:blip r:embed="rId3" cstate="print">
              <a:alphaModFix/>
            </a:blip>
            <a:srcRect/>
            <a:stretch/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" name="Google Shape;10;p10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body" idx="1"/>
          </p:nvPr>
        </p:nvSpPr>
        <p:spPr>
          <a:xfrm>
            <a:off x="1524000" y="3602037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/>
            </a:lvl1pPr>
            <a:lvl2pPr marL="914400" lvl="1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/>
            </a:lvl2pPr>
            <a:lvl3pPr marL="1371600" lvl="2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/>
            </a:lvl3pPr>
            <a:lvl4pPr marL="1828800" lvl="3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/>
            </a:lvl4pPr>
            <a:lvl5pPr marL="2286000" lvl="4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sldNum" idx="12"/>
          </p:nvPr>
        </p:nvSpPr>
        <p:spPr>
          <a:xfrm>
            <a:off x="11089821" y="6404293"/>
            <a:ext cx="264000" cy="2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  <p:pic>
        <p:nvPicPr>
          <p:cNvPr id="5" name="Google Shape;152;p1" descr="Picture 3"/>
          <p:cNvPicPr preferRelativeResize="0"/>
          <p:nvPr userDrawn="1"/>
        </p:nvPicPr>
        <p:blipFill rotWithShape="1">
          <a:blip r:embed="rId4" cstate="print">
            <a:alphaModFix/>
          </a:blip>
          <a:srcRect/>
          <a:stretch/>
        </p:blipFill>
        <p:spPr>
          <a:xfrm>
            <a:off x="9017623" y="5816950"/>
            <a:ext cx="1162077" cy="82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53;p1" descr="Picture 3"/>
          <p:cNvPicPr preferRelativeResize="0"/>
          <p:nvPr userDrawn="1"/>
        </p:nvPicPr>
        <p:blipFill rotWithShape="1">
          <a:blip r:embed="rId5" cstate="print">
            <a:alphaModFix/>
          </a:blip>
          <a:srcRect/>
          <a:stretch/>
        </p:blipFill>
        <p:spPr>
          <a:xfrm flipH="1">
            <a:off x="8190279" y="0"/>
            <a:ext cx="3978841" cy="2344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54;p1" descr="Image 11"/>
          <p:cNvPicPr preferRelativeResize="0"/>
          <p:nvPr userDrawn="1"/>
        </p:nvPicPr>
        <p:blipFill rotWithShape="1">
          <a:blip r:embed="rId6" cstate="print">
            <a:alphaModFix/>
          </a:blip>
          <a:srcRect/>
          <a:stretch/>
        </p:blipFill>
        <p:spPr>
          <a:xfrm>
            <a:off x="2368975" y="5820381"/>
            <a:ext cx="1706906" cy="769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56;p1" descr="C:\Users\faten\Desktop\CA-19\EURACE.png"/>
          <p:cNvPicPr preferRelativeResize="0"/>
          <p:nvPr userDrawn="1"/>
        </p:nvPicPr>
        <p:blipFill rotWithShape="1">
          <a:blip r:embed="rId7" cstate="print">
            <a:alphaModFix/>
          </a:blip>
          <a:srcRect/>
          <a:stretch/>
        </p:blipFill>
        <p:spPr>
          <a:xfrm>
            <a:off x="4481743" y="6055277"/>
            <a:ext cx="2399199" cy="478396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57;p1" descr="C:\Users\faten\Desktop\CA-19\CGE.png"/>
          <p:cNvPicPr preferRelativeResize="0"/>
          <p:nvPr userDrawn="1"/>
        </p:nvPicPr>
        <p:blipFill rotWithShape="1">
          <a:blip r:embed="rId8" cstate="print">
            <a:alphaModFix/>
          </a:blip>
          <a:srcRect/>
          <a:stretch/>
        </p:blipFill>
        <p:spPr>
          <a:xfrm>
            <a:off x="7138452" y="5952471"/>
            <a:ext cx="1518118" cy="512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59;p1"/>
          <p:cNvPicPr preferRelativeResize="0"/>
          <p:nvPr userDrawn="1"/>
        </p:nvPicPr>
        <p:blipFill>
          <a:blip r:embed="rId9" cstate="print">
            <a:alphaModFix/>
          </a:blip>
          <a:stretch>
            <a:fillRect/>
          </a:stretch>
        </p:blipFill>
        <p:spPr>
          <a:xfrm>
            <a:off x="171625" y="220762"/>
            <a:ext cx="4204723" cy="1902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3178704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 preserve="1">
  <p:cSld name="Titre et contenu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2"/>
          <p:cNvSpPr txBox="1">
            <a:spLocks noGrp="1"/>
          </p:cNvSpPr>
          <p:nvPr>
            <p:ph type="title"/>
          </p:nvPr>
        </p:nvSpPr>
        <p:spPr>
          <a:xfrm>
            <a:off x="1288965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40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 dirty="0"/>
          </a:p>
        </p:txBody>
      </p:sp>
      <p:sp>
        <p:nvSpPr>
          <p:cNvPr id="15" name="Google Shape;15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Wingdings" panose="05000000000000000000" pitchFamily="2" charset="2"/>
              <a:buChar char="§"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6" name="Google Shape;16;p1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sldNum" idx="12"/>
          </p:nvPr>
        </p:nvSpPr>
        <p:spPr>
          <a:xfrm>
            <a:off x="11003388" y="6246498"/>
            <a:ext cx="3504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6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xmlns="" val="1380764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ents slide layout" preserve="1">
  <p:cSld name="1_Contents slide layou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b815910f77_0_3307"/>
          <p:cNvSpPr txBox="1">
            <a:spLocks noGrp="1"/>
          </p:cNvSpPr>
          <p:nvPr>
            <p:ph type="body" idx="1"/>
          </p:nvPr>
        </p:nvSpPr>
        <p:spPr>
          <a:xfrm>
            <a:off x="323530" y="339511"/>
            <a:ext cx="11573100" cy="7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rgbClr val="262626"/>
              </a:buClr>
              <a:buSzPts val="5400"/>
              <a:buNone/>
              <a:defRPr sz="5400" b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xmlns="" val="937288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ogan" preserve="1">
  <p:cSld name="Slogan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e35c07f9d5_0_5190"/>
          <p:cNvSpPr/>
          <p:nvPr/>
        </p:nvSpPr>
        <p:spPr>
          <a:xfrm>
            <a:off x="0" y="2878390"/>
            <a:ext cx="12192000" cy="1686600"/>
          </a:xfrm>
          <a:prstGeom prst="rect">
            <a:avLst/>
          </a:prstGeom>
          <a:gradFill>
            <a:gsLst>
              <a:gs pos="0">
                <a:schemeClr val="dk2"/>
              </a:gs>
              <a:gs pos="31000">
                <a:srgbClr val="FFFFFF">
                  <a:alpha val="52156"/>
                </a:srgbClr>
              </a:gs>
              <a:gs pos="67000">
                <a:srgbClr val="FFFFFF">
                  <a:alpha val="392"/>
                </a:srgbClr>
              </a:gs>
              <a:gs pos="88000">
                <a:srgbClr val="FFFFFF">
                  <a:alpha val="46274"/>
                </a:srgbClr>
              </a:gs>
              <a:gs pos="100000">
                <a:schemeClr val="dk2"/>
              </a:gs>
            </a:gsLst>
            <a:lin ang="2700006" scaled="0"/>
          </a:gra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ge35c07f9d5_0_5190"/>
          <p:cNvSpPr txBox="1">
            <a:spLocks noGrp="1"/>
          </p:cNvSpPr>
          <p:nvPr>
            <p:ph type="title"/>
          </p:nvPr>
        </p:nvSpPr>
        <p:spPr>
          <a:xfrm>
            <a:off x="807504" y="278650"/>
            <a:ext cx="10576800" cy="10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5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9pPr>
          </a:lstStyle>
          <a:p>
            <a:endParaRPr/>
          </a:p>
        </p:txBody>
      </p:sp>
      <p:sp>
        <p:nvSpPr>
          <p:cNvPr id="24" name="Google Shape;24;ge35c07f9d5_0_5190"/>
          <p:cNvSpPr txBox="1">
            <a:spLocks noGrp="1"/>
          </p:cNvSpPr>
          <p:nvPr>
            <p:ph type="ftr" idx="11"/>
          </p:nvPr>
        </p:nvSpPr>
        <p:spPr>
          <a:xfrm>
            <a:off x="3335456" y="6495947"/>
            <a:ext cx="5521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ge35c07f9d5_0_5190"/>
          <p:cNvSpPr txBox="1">
            <a:spLocks noGrp="1"/>
          </p:cNvSpPr>
          <p:nvPr>
            <p:ph type="sldNum" idx="12"/>
          </p:nvPr>
        </p:nvSpPr>
        <p:spPr>
          <a:xfrm>
            <a:off x="9271574" y="6446521"/>
            <a:ext cx="2844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  <p:sp>
        <p:nvSpPr>
          <p:cNvPr id="26" name="Google Shape;26;ge35c07f9d5_0_5190"/>
          <p:cNvSpPr txBox="1">
            <a:spLocks noGrp="1"/>
          </p:cNvSpPr>
          <p:nvPr>
            <p:ph type="body" idx="1"/>
          </p:nvPr>
        </p:nvSpPr>
        <p:spPr>
          <a:xfrm>
            <a:off x="825042" y="1202267"/>
            <a:ext cx="10542000" cy="4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457200" marR="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100" b="0" i="1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ge35c07f9d5_0_5190"/>
          <p:cNvSpPr txBox="1">
            <a:spLocks noGrp="1"/>
          </p:cNvSpPr>
          <p:nvPr>
            <p:ph type="body" idx="2"/>
          </p:nvPr>
        </p:nvSpPr>
        <p:spPr>
          <a:xfrm>
            <a:off x="1130277" y="3034611"/>
            <a:ext cx="9931500" cy="13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457200" marR="0" lvl="0" indent="-228600" algn="ctr">
              <a:lnSpc>
                <a:spcPct val="10606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44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xmlns="" val="4128706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5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5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00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450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0"/>
                            </p:stCondLst>
                            <p:childTnLst>
                              <p:par>
                                <p:cTn id="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Break 7" preserve="1">
  <p:cSld name="Section Break 7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e35c07f9d5_0_100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" name="Google Shape;30;ge35c07f9d5_0_100"/>
          <p:cNvSpPr>
            <a:spLocks noGrp="1"/>
          </p:cNvSpPr>
          <p:nvPr>
            <p:ph type="body" idx="1"/>
          </p:nvPr>
        </p:nvSpPr>
        <p:spPr>
          <a:xfrm>
            <a:off x="600418" y="1184939"/>
            <a:ext cx="5034300" cy="5033400"/>
          </a:xfrm>
          <a:prstGeom prst="ellipse">
            <a:avLst/>
          </a:prstGeom>
          <a:gradFill>
            <a:gsLst>
              <a:gs pos="0">
                <a:schemeClr val="dk2"/>
              </a:gs>
              <a:gs pos="31000">
                <a:srgbClr val="FFFFFF">
                  <a:alpha val="68235"/>
                </a:srgbClr>
              </a:gs>
              <a:gs pos="67000">
                <a:srgbClr val="FFFFFF">
                  <a:alpha val="392"/>
                </a:srgbClr>
              </a:gs>
              <a:gs pos="88000">
                <a:srgbClr val="FFFFFF">
                  <a:alpha val="46274"/>
                </a:srgbClr>
              </a:gs>
              <a:gs pos="100000">
                <a:schemeClr val="dk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" name="Google Shape;31;ge35c07f9d5_0_100"/>
          <p:cNvSpPr>
            <a:spLocks noGrp="1"/>
          </p:cNvSpPr>
          <p:nvPr>
            <p:ph type="body" idx="3"/>
          </p:nvPr>
        </p:nvSpPr>
        <p:spPr>
          <a:xfrm>
            <a:off x="1209632" y="1794050"/>
            <a:ext cx="3815700" cy="3815100"/>
          </a:xfrm>
          <a:prstGeom prst="ellipse">
            <a:avLst/>
          </a:prstGeom>
          <a:gradFill>
            <a:gsLst>
              <a:gs pos="0">
                <a:schemeClr val="dk2"/>
              </a:gs>
              <a:gs pos="31000">
                <a:srgbClr val="FFFFFF">
                  <a:alpha val="76078"/>
                </a:srgbClr>
              </a:gs>
              <a:gs pos="67000">
                <a:srgbClr val="FFFFFF">
                  <a:alpha val="15294"/>
                </a:srgbClr>
              </a:gs>
              <a:gs pos="88000">
                <a:srgbClr val="FFFFFF">
                  <a:alpha val="46274"/>
                </a:srgbClr>
              </a:gs>
              <a:gs pos="100000">
                <a:schemeClr val="dk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" name="Google Shape;32;ge35c07f9d5_0_100"/>
          <p:cNvSpPr txBox="1">
            <a:spLocks noGrp="1"/>
          </p:cNvSpPr>
          <p:nvPr>
            <p:ph type="title"/>
          </p:nvPr>
        </p:nvSpPr>
        <p:spPr>
          <a:xfrm>
            <a:off x="1233163" y="2768926"/>
            <a:ext cx="3768600" cy="11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9pPr>
          </a:lstStyle>
          <a:p>
            <a:endParaRPr/>
          </a:p>
        </p:txBody>
      </p:sp>
      <p:sp>
        <p:nvSpPr>
          <p:cNvPr id="33" name="Google Shape;33;ge35c07f9d5_0_100"/>
          <p:cNvSpPr txBox="1">
            <a:spLocks noGrp="1"/>
          </p:cNvSpPr>
          <p:nvPr>
            <p:ph type="body" idx="4"/>
          </p:nvPr>
        </p:nvSpPr>
        <p:spPr>
          <a:xfrm>
            <a:off x="1237782" y="3759990"/>
            <a:ext cx="3759600" cy="5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marR="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100" b="0" i="1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xmlns="" val="1679914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50"/>
                                        <p:tgtEl>
                                          <p:spTgt spid="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50"/>
                                        <p:tgtEl>
                                          <p:spTgt spid="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50"/>
                                        <p:tgtEl>
                                          <p:spTgt spid="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50"/>
                                        <p:tgtEl>
                                          <p:spTgt spid="3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75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75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Column" preserve="1">
  <p:cSld name="1 Column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e35c07f9d5_0_3468"/>
          <p:cNvSpPr txBox="1">
            <a:spLocks noGrp="1"/>
          </p:cNvSpPr>
          <p:nvPr>
            <p:ph type="title"/>
          </p:nvPr>
        </p:nvSpPr>
        <p:spPr>
          <a:xfrm>
            <a:off x="807504" y="278650"/>
            <a:ext cx="10576800" cy="10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5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9pPr>
          </a:lstStyle>
          <a:p>
            <a:endParaRPr/>
          </a:p>
        </p:txBody>
      </p:sp>
      <p:sp>
        <p:nvSpPr>
          <p:cNvPr id="36" name="Google Shape;36;ge35c07f9d5_0_3468"/>
          <p:cNvSpPr txBox="1">
            <a:spLocks noGrp="1"/>
          </p:cNvSpPr>
          <p:nvPr>
            <p:ph type="ftr" idx="11"/>
          </p:nvPr>
        </p:nvSpPr>
        <p:spPr>
          <a:xfrm>
            <a:off x="3335456" y="6495947"/>
            <a:ext cx="5521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" name="Google Shape;37;ge35c07f9d5_0_3468"/>
          <p:cNvSpPr txBox="1">
            <a:spLocks noGrp="1"/>
          </p:cNvSpPr>
          <p:nvPr>
            <p:ph type="sldNum" idx="12"/>
          </p:nvPr>
        </p:nvSpPr>
        <p:spPr>
          <a:xfrm>
            <a:off x="9271574" y="6446521"/>
            <a:ext cx="2844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  <p:sp>
        <p:nvSpPr>
          <p:cNvPr id="38" name="Google Shape;38;ge35c07f9d5_0_3468"/>
          <p:cNvSpPr txBox="1">
            <a:spLocks noGrp="1"/>
          </p:cNvSpPr>
          <p:nvPr>
            <p:ph type="body" idx="1"/>
          </p:nvPr>
        </p:nvSpPr>
        <p:spPr>
          <a:xfrm>
            <a:off x="825042" y="1202267"/>
            <a:ext cx="10542000" cy="4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457200" marR="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100" b="0" i="1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" name="Google Shape;39;ge35c07f9d5_0_3468"/>
          <p:cNvSpPr txBox="1">
            <a:spLocks noGrp="1"/>
          </p:cNvSpPr>
          <p:nvPr>
            <p:ph type="body" idx="2"/>
          </p:nvPr>
        </p:nvSpPr>
        <p:spPr>
          <a:xfrm>
            <a:off x="825042" y="2802467"/>
            <a:ext cx="10542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marR="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32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" name="Google Shape;40;ge35c07f9d5_0_3468"/>
          <p:cNvSpPr txBox="1">
            <a:spLocks noGrp="1"/>
          </p:cNvSpPr>
          <p:nvPr>
            <p:ph type="body" idx="3"/>
          </p:nvPr>
        </p:nvSpPr>
        <p:spPr>
          <a:xfrm>
            <a:off x="821339" y="3344333"/>
            <a:ext cx="10542000" cy="184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marR="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41" name="Google Shape;41;ge35c07f9d5_0_3468"/>
          <p:cNvPicPr preferRelativeResize="0"/>
          <p:nvPr/>
        </p:nvPicPr>
        <p:blipFill rotWithShape="1">
          <a:blip r:embed="rId2" cstate="print">
            <a:alphaModFix/>
          </a:blip>
          <a:srcRect/>
          <a:stretch/>
        </p:blipFill>
        <p:spPr>
          <a:xfrm>
            <a:off x="1354406" y="2539696"/>
            <a:ext cx="5417400" cy="39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ge35c07f9d5_0_3468"/>
          <p:cNvPicPr preferRelativeResize="0"/>
          <p:nvPr/>
        </p:nvPicPr>
        <p:blipFill rotWithShape="1">
          <a:blip r:embed="rId2" cstate="print">
            <a:alphaModFix/>
          </a:blip>
          <a:srcRect/>
          <a:stretch/>
        </p:blipFill>
        <p:spPr>
          <a:xfrm>
            <a:off x="5684882" y="3171751"/>
            <a:ext cx="5417400" cy="396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153173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5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5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00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450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0"/>
                            </p:stCondLst>
                            <p:childTnLst>
                              <p:par>
                                <p:cTn id="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6000"/>
                            </p:stCondLst>
                            <p:childTnLst>
                              <p:par>
                                <p:cTn id="7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7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s" preserve="1">
  <p:cSld name="Contents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e35c07f9d5_0_4432"/>
          <p:cNvSpPr/>
          <p:nvPr/>
        </p:nvSpPr>
        <p:spPr>
          <a:xfrm>
            <a:off x="0" y="1236133"/>
            <a:ext cx="6546300" cy="321900"/>
          </a:xfrm>
          <a:prstGeom prst="rect">
            <a:avLst/>
          </a:prstGeom>
          <a:gradFill>
            <a:gsLst>
              <a:gs pos="0">
                <a:srgbClr val="FFFFFF">
                  <a:alpha val="68235"/>
                </a:srgbClr>
              </a:gs>
              <a:gs pos="29000">
                <a:srgbClr val="FFFFFF">
                  <a:alpha val="40392"/>
                </a:srgbClr>
              </a:gs>
              <a:gs pos="62000">
                <a:srgbClr val="FFFFFF">
                  <a:alpha val="392"/>
                </a:srgbClr>
              </a:gs>
              <a:gs pos="100000">
                <a:srgbClr val="FFFFFF">
                  <a:alpha val="24313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ge35c07f9d5_0_4432"/>
          <p:cNvSpPr/>
          <p:nvPr/>
        </p:nvSpPr>
        <p:spPr>
          <a:xfrm>
            <a:off x="7491019" y="0"/>
            <a:ext cx="4701000" cy="6858000"/>
          </a:xfrm>
          <a:prstGeom prst="rect">
            <a:avLst/>
          </a:prstGeom>
          <a:solidFill>
            <a:schemeClr val="dk1">
              <a:alpha val="20000"/>
            </a:schemeClr>
          </a:soli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ge35c07f9d5_0_4432"/>
          <p:cNvSpPr txBox="1">
            <a:spLocks noGrp="1"/>
          </p:cNvSpPr>
          <p:nvPr>
            <p:ph type="ftr" idx="11"/>
          </p:nvPr>
        </p:nvSpPr>
        <p:spPr>
          <a:xfrm>
            <a:off x="3335456" y="6495947"/>
            <a:ext cx="5521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Google Shape;47;ge35c07f9d5_0_4432"/>
          <p:cNvSpPr txBox="1">
            <a:spLocks noGrp="1"/>
          </p:cNvSpPr>
          <p:nvPr>
            <p:ph type="sldNum" idx="12"/>
          </p:nvPr>
        </p:nvSpPr>
        <p:spPr>
          <a:xfrm>
            <a:off x="9271574" y="6446521"/>
            <a:ext cx="2844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  <p:sp>
        <p:nvSpPr>
          <p:cNvPr id="48" name="Google Shape;48;ge35c07f9d5_0_4432"/>
          <p:cNvSpPr/>
          <p:nvPr/>
        </p:nvSpPr>
        <p:spPr>
          <a:xfrm>
            <a:off x="521004" y="1681150"/>
            <a:ext cx="6025200" cy="4472700"/>
          </a:xfrm>
          <a:prstGeom prst="round2DiagRect">
            <a:avLst>
              <a:gd name="adj1" fmla="val 2886"/>
              <a:gd name="adj2" fmla="val 0"/>
            </a:avLst>
          </a:prstGeom>
          <a:solidFill>
            <a:schemeClr val="dk1">
              <a:alpha val="20000"/>
            </a:schemeClr>
          </a:soli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ge35c07f9d5_0_4432"/>
          <p:cNvSpPr>
            <a:spLocks noGrp="1"/>
          </p:cNvSpPr>
          <p:nvPr>
            <p:ph type="pic" idx="2"/>
          </p:nvPr>
        </p:nvSpPr>
        <p:spPr>
          <a:xfrm>
            <a:off x="641450" y="1805473"/>
            <a:ext cx="5784000" cy="4224000"/>
          </a:xfrm>
          <a:prstGeom prst="round2DiagRect">
            <a:avLst>
              <a:gd name="adj1" fmla="val 1663"/>
              <a:gd name="adj2" fmla="val 0"/>
            </a:avLst>
          </a:prstGeom>
          <a:solidFill>
            <a:schemeClr val="dk1">
              <a:alpha val="28627"/>
            </a:schemeClr>
          </a:solidFill>
          <a:ln>
            <a:noFill/>
          </a:ln>
        </p:spPr>
        <p:txBody>
          <a:bodyPr spcFirstLastPara="1" wrap="square" lIns="60950" tIns="60950" rIns="60950" bIns="609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" name="Google Shape;50;ge35c07f9d5_0_4432"/>
          <p:cNvSpPr/>
          <p:nvPr/>
        </p:nvSpPr>
        <p:spPr>
          <a:xfrm>
            <a:off x="7070728" y="625691"/>
            <a:ext cx="840000" cy="840600"/>
          </a:xfrm>
          <a:prstGeom prst="ellipse">
            <a:avLst/>
          </a:prstGeom>
          <a:gradFill>
            <a:gsLst>
              <a:gs pos="0">
                <a:schemeClr val="dk2"/>
              </a:gs>
              <a:gs pos="21000">
                <a:srgbClr val="FFFFFF"/>
              </a:gs>
              <a:gs pos="67000">
                <a:srgbClr val="FFFFFF">
                  <a:alpha val="16078"/>
                </a:srgbClr>
              </a:gs>
              <a:gs pos="88000">
                <a:srgbClr val="FFFFFF">
                  <a:alpha val="40000"/>
                </a:srgbClr>
              </a:gs>
              <a:gs pos="100000">
                <a:schemeClr val="dk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ge35c07f9d5_0_4432"/>
          <p:cNvSpPr>
            <a:spLocks noGrp="1"/>
          </p:cNvSpPr>
          <p:nvPr>
            <p:ph type="pic" idx="3"/>
          </p:nvPr>
        </p:nvSpPr>
        <p:spPr>
          <a:xfrm>
            <a:off x="7306181" y="860707"/>
            <a:ext cx="369600" cy="3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ge35c07f9d5_0_4432"/>
          <p:cNvSpPr txBox="1">
            <a:spLocks noGrp="1"/>
          </p:cNvSpPr>
          <p:nvPr>
            <p:ph type="body" idx="1"/>
          </p:nvPr>
        </p:nvSpPr>
        <p:spPr>
          <a:xfrm>
            <a:off x="7987832" y="608686"/>
            <a:ext cx="37395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27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ge35c07f9d5_0_4432"/>
          <p:cNvSpPr txBox="1">
            <a:spLocks noGrp="1"/>
          </p:cNvSpPr>
          <p:nvPr>
            <p:ph type="body" idx="4"/>
          </p:nvPr>
        </p:nvSpPr>
        <p:spPr>
          <a:xfrm>
            <a:off x="7980696" y="1071735"/>
            <a:ext cx="3775800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1600" b="0" i="1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ge35c07f9d5_0_4432"/>
          <p:cNvSpPr/>
          <p:nvPr/>
        </p:nvSpPr>
        <p:spPr>
          <a:xfrm>
            <a:off x="7070728" y="1797590"/>
            <a:ext cx="840000" cy="840600"/>
          </a:xfrm>
          <a:prstGeom prst="ellipse">
            <a:avLst/>
          </a:prstGeom>
          <a:gradFill>
            <a:gsLst>
              <a:gs pos="0">
                <a:schemeClr val="dk2"/>
              </a:gs>
              <a:gs pos="21000">
                <a:srgbClr val="FFFFFF"/>
              </a:gs>
              <a:gs pos="67000">
                <a:srgbClr val="FFFFFF">
                  <a:alpha val="16078"/>
                </a:srgbClr>
              </a:gs>
              <a:gs pos="88000">
                <a:srgbClr val="FFFFFF">
                  <a:alpha val="40000"/>
                </a:srgbClr>
              </a:gs>
              <a:gs pos="100000">
                <a:schemeClr val="dk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ge35c07f9d5_0_4432"/>
          <p:cNvSpPr>
            <a:spLocks noGrp="1"/>
          </p:cNvSpPr>
          <p:nvPr>
            <p:ph type="pic" idx="5"/>
          </p:nvPr>
        </p:nvSpPr>
        <p:spPr>
          <a:xfrm>
            <a:off x="7306181" y="2032606"/>
            <a:ext cx="369600" cy="3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" name="Google Shape;56;ge35c07f9d5_0_4432"/>
          <p:cNvSpPr txBox="1">
            <a:spLocks noGrp="1"/>
          </p:cNvSpPr>
          <p:nvPr>
            <p:ph type="body" idx="6"/>
          </p:nvPr>
        </p:nvSpPr>
        <p:spPr>
          <a:xfrm>
            <a:off x="7987832" y="1780587"/>
            <a:ext cx="37395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27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" name="Google Shape;57;ge35c07f9d5_0_4432"/>
          <p:cNvSpPr txBox="1">
            <a:spLocks noGrp="1"/>
          </p:cNvSpPr>
          <p:nvPr>
            <p:ph type="body" idx="7"/>
          </p:nvPr>
        </p:nvSpPr>
        <p:spPr>
          <a:xfrm>
            <a:off x="7980696" y="2243635"/>
            <a:ext cx="3775800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1600" b="0" i="1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" name="Google Shape;58;ge35c07f9d5_0_4432"/>
          <p:cNvSpPr/>
          <p:nvPr/>
        </p:nvSpPr>
        <p:spPr>
          <a:xfrm>
            <a:off x="7070728" y="2969491"/>
            <a:ext cx="840000" cy="840600"/>
          </a:xfrm>
          <a:prstGeom prst="ellipse">
            <a:avLst/>
          </a:prstGeom>
          <a:gradFill>
            <a:gsLst>
              <a:gs pos="0">
                <a:schemeClr val="dk2"/>
              </a:gs>
              <a:gs pos="21000">
                <a:srgbClr val="FFFFFF"/>
              </a:gs>
              <a:gs pos="67000">
                <a:srgbClr val="FFFFFF">
                  <a:alpha val="16078"/>
                </a:srgbClr>
              </a:gs>
              <a:gs pos="88000">
                <a:srgbClr val="FFFFFF">
                  <a:alpha val="40000"/>
                </a:srgbClr>
              </a:gs>
              <a:gs pos="100000">
                <a:schemeClr val="dk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ge35c07f9d5_0_4432"/>
          <p:cNvSpPr>
            <a:spLocks noGrp="1"/>
          </p:cNvSpPr>
          <p:nvPr>
            <p:ph type="pic" idx="8"/>
          </p:nvPr>
        </p:nvSpPr>
        <p:spPr>
          <a:xfrm>
            <a:off x="7306181" y="3204507"/>
            <a:ext cx="369600" cy="3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Google Shape;60;ge35c07f9d5_0_4432"/>
          <p:cNvSpPr txBox="1">
            <a:spLocks noGrp="1"/>
          </p:cNvSpPr>
          <p:nvPr>
            <p:ph type="body" idx="9"/>
          </p:nvPr>
        </p:nvSpPr>
        <p:spPr>
          <a:xfrm>
            <a:off x="7987832" y="2952487"/>
            <a:ext cx="37395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27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" name="Google Shape;61;ge35c07f9d5_0_4432"/>
          <p:cNvSpPr txBox="1">
            <a:spLocks noGrp="1"/>
          </p:cNvSpPr>
          <p:nvPr>
            <p:ph type="body" idx="13"/>
          </p:nvPr>
        </p:nvSpPr>
        <p:spPr>
          <a:xfrm>
            <a:off x="7980696" y="3415535"/>
            <a:ext cx="3775800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1600" b="0" i="1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2" name="Google Shape;62;ge35c07f9d5_0_4432"/>
          <p:cNvSpPr/>
          <p:nvPr/>
        </p:nvSpPr>
        <p:spPr>
          <a:xfrm>
            <a:off x="7070728" y="4141391"/>
            <a:ext cx="840000" cy="840600"/>
          </a:xfrm>
          <a:prstGeom prst="ellipse">
            <a:avLst/>
          </a:prstGeom>
          <a:gradFill>
            <a:gsLst>
              <a:gs pos="0">
                <a:schemeClr val="dk2"/>
              </a:gs>
              <a:gs pos="21000">
                <a:srgbClr val="FFFFFF"/>
              </a:gs>
              <a:gs pos="67000">
                <a:srgbClr val="FFFFFF">
                  <a:alpha val="16078"/>
                </a:srgbClr>
              </a:gs>
              <a:gs pos="88000">
                <a:srgbClr val="FFFFFF">
                  <a:alpha val="40000"/>
                </a:srgbClr>
              </a:gs>
              <a:gs pos="100000">
                <a:schemeClr val="dk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ge35c07f9d5_0_4432"/>
          <p:cNvSpPr>
            <a:spLocks noGrp="1"/>
          </p:cNvSpPr>
          <p:nvPr>
            <p:ph type="pic" idx="14"/>
          </p:nvPr>
        </p:nvSpPr>
        <p:spPr>
          <a:xfrm>
            <a:off x="7306181" y="4376407"/>
            <a:ext cx="369600" cy="3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" name="Google Shape;64;ge35c07f9d5_0_4432"/>
          <p:cNvSpPr txBox="1">
            <a:spLocks noGrp="1"/>
          </p:cNvSpPr>
          <p:nvPr>
            <p:ph type="body" idx="15"/>
          </p:nvPr>
        </p:nvSpPr>
        <p:spPr>
          <a:xfrm>
            <a:off x="7987832" y="4124387"/>
            <a:ext cx="37395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27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5" name="Google Shape;65;ge35c07f9d5_0_4432"/>
          <p:cNvSpPr txBox="1">
            <a:spLocks noGrp="1"/>
          </p:cNvSpPr>
          <p:nvPr>
            <p:ph type="body" idx="16"/>
          </p:nvPr>
        </p:nvSpPr>
        <p:spPr>
          <a:xfrm>
            <a:off x="7980696" y="4587435"/>
            <a:ext cx="3775800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1600" b="0" i="1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6" name="Google Shape;66;ge35c07f9d5_0_4432"/>
          <p:cNvSpPr/>
          <p:nvPr/>
        </p:nvSpPr>
        <p:spPr>
          <a:xfrm>
            <a:off x="7070728" y="5313290"/>
            <a:ext cx="840000" cy="840600"/>
          </a:xfrm>
          <a:prstGeom prst="ellipse">
            <a:avLst/>
          </a:prstGeom>
          <a:gradFill>
            <a:gsLst>
              <a:gs pos="0">
                <a:schemeClr val="dk2"/>
              </a:gs>
              <a:gs pos="21000">
                <a:srgbClr val="FFFFFF"/>
              </a:gs>
              <a:gs pos="67000">
                <a:srgbClr val="FFFFFF">
                  <a:alpha val="16078"/>
                </a:srgbClr>
              </a:gs>
              <a:gs pos="88000">
                <a:srgbClr val="FFFFFF">
                  <a:alpha val="40000"/>
                </a:srgbClr>
              </a:gs>
              <a:gs pos="100000">
                <a:schemeClr val="dk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ge35c07f9d5_0_4432"/>
          <p:cNvSpPr>
            <a:spLocks noGrp="1"/>
          </p:cNvSpPr>
          <p:nvPr>
            <p:ph type="pic" idx="17"/>
          </p:nvPr>
        </p:nvSpPr>
        <p:spPr>
          <a:xfrm>
            <a:off x="7306181" y="5548306"/>
            <a:ext cx="369600" cy="3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8" name="Google Shape;68;ge35c07f9d5_0_4432"/>
          <p:cNvSpPr txBox="1">
            <a:spLocks noGrp="1"/>
          </p:cNvSpPr>
          <p:nvPr>
            <p:ph type="body" idx="18"/>
          </p:nvPr>
        </p:nvSpPr>
        <p:spPr>
          <a:xfrm>
            <a:off x="7987832" y="5296285"/>
            <a:ext cx="37395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27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" name="Google Shape;69;ge35c07f9d5_0_4432"/>
          <p:cNvSpPr txBox="1">
            <a:spLocks noGrp="1"/>
          </p:cNvSpPr>
          <p:nvPr>
            <p:ph type="body" idx="19"/>
          </p:nvPr>
        </p:nvSpPr>
        <p:spPr>
          <a:xfrm>
            <a:off x="7980696" y="5759333"/>
            <a:ext cx="3775800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1600" b="0" i="1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0" name="Google Shape;70;ge35c07f9d5_0_4432"/>
          <p:cNvSpPr txBox="1">
            <a:spLocks noGrp="1"/>
          </p:cNvSpPr>
          <p:nvPr>
            <p:ph type="title"/>
          </p:nvPr>
        </p:nvSpPr>
        <p:spPr>
          <a:xfrm>
            <a:off x="521004" y="278400"/>
            <a:ext cx="6025200" cy="10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5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9pPr>
          </a:lstStyle>
          <a:p>
            <a:endParaRPr/>
          </a:p>
        </p:txBody>
      </p:sp>
      <p:sp>
        <p:nvSpPr>
          <p:cNvPr id="71" name="Google Shape;71;ge35c07f9d5_0_4432"/>
          <p:cNvSpPr txBox="1">
            <a:spLocks noGrp="1"/>
          </p:cNvSpPr>
          <p:nvPr>
            <p:ph type="body" idx="20"/>
          </p:nvPr>
        </p:nvSpPr>
        <p:spPr>
          <a:xfrm>
            <a:off x="454884" y="1202267"/>
            <a:ext cx="6025200" cy="4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100" b="0" i="1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xmlns="" val="2282255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50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0"/>
                            </p:stCondLst>
                            <p:childTnLst>
                              <p:par>
                                <p:cTn id="4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500"/>
                            </p:stCondLst>
                            <p:childTnLst>
                              <p:par>
                                <p:cTn id="5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6000"/>
                            </p:stCondLst>
                            <p:childTnLst>
                              <p:par>
                                <p:cTn id="5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6500"/>
                            </p:stCondLst>
                            <p:childTnLst>
                              <p:par>
                                <p:cTn id="6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7000"/>
                            </p:stCondLst>
                            <p:childTnLst>
                              <p:par>
                                <p:cTn id="6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7500"/>
                            </p:stCondLst>
                            <p:childTnLst>
                              <p:par>
                                <p:cTn id="7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8000"/>
                            </p:stCondLst>
                            <p:childTnLst>
                              <p:par>
                                <p:cTn id="7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8500"/>
                            </p:stCondLst>
                            <p:childTnLst>
                              <p:par>
                                <p:cTn id="7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9000"/>
                            </p:stCondLst>
                            <p:childTnLst>
                              <p:par>
                                <p:cTn id="8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9500"/>
                            </p:stCondLst>
                            <p:childTnLst>
                              <p:par>
                                <p:cTn id="8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5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0000"/>
                            </p:stCondLst>
                            <p:childTnLst>
                              <p:par>
                                <p:cTn id="9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5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0500"/>
                            </p:stCondLst>
                            <p:childTnLst>
                              <p:par>
                                <p:cTn id="9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1000"/>
                            </p:stCondLst>
                            <p:childTnLst>
                              <p:par>
                                <p:cTn id="9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5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1500"/>
                            </p:stCondLst>
                            <p:childTnLst>
                              <p:par>
                                <p:cTn id="10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2000"/>
                            </p:stCondLst>
                            <p:childTnLst>
                              <p:par>
                                <p:cTn id="10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5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2500"/>
                            </p:stCondLst>
                            <p:childTnLst>
                              <p:par>
                                <p:cTn id="1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5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13000"/>
                            </p:stCondLst>
                            <p:childTnLst>
                              <p:par>
                                <p:cTn id="1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5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3500"/>
                            </p:stCondLst>
                            <p:childTnLst>
                              <p:par>
                                <p:cTn id="1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5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14000"/>
                            </p:stCondLst>
                            <p:childTnLst>
                              <p:par>
                                <p:cTn id="1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5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14500"/>
                            </p:stCondLst>
                            <p:childTnLst>
                              <p:par>
                                <p:cTn id="1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5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5000"/>
                            </p:stCondLst>
                            <p:childTnLst>
                              <p:par>
                                <p:cTn id="1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5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15500"/>
                            </p:stCondLst>
                            <p:childTnLst>
                              <p:par>
                                <p:cTn id="1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5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16000"/>
                            </p:stCondLst>
                            <p:childTnLst>
                              <p:par>
                                <p:cTn id="1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2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16500"/>
                            </p:stCondLst>
                            <p:childTnLst>
                              <p:par>
                                <p:cTn id="14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17000"/>
                            </p:stCondLst>
                            <p:childTnLst>
                              <p:par>
                                <p:cTn id="1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5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17500"/>
                            </p:stCondLst>
                            <p:childTnLst>
                              <p:par>
                                <p:cTn id="15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5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18000"/>
                            </p:stCondLst>
                            <p:childTnLst>
                              <p:par>
                                <p:cTn id="15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5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18500"/>
                            </p:stCondLst>
                            <p:childTnLst>
                              <p:par>
                                <p:cTn id="16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5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19000"/>
                            </p:stCondLst>
                            <p:childTnLst>
                              <p:par>
                                <p:cTn id="16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5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19500"/>
                            </p:stCondLst>
                            <p:childTnLst>
                              <p:par>
                                <p:cTn id="17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5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20000"/>
                            </p:stCondLst>
                            <p:childTnLst>
                              <p:par>
                                <p:cTn id="17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5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20500"/>
                            </p:stCondLst>
                            <p:childTnLst>
                              <p:par>
                                <p:cTn id="17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5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>
                            <p:stCondLst>
                              <p:cond delay="21000"/>
                            </p:stCondLst>
                            <p:childTnLst>
                              <p:par>
                                <p:cTn id="18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21500"/>
                            </p:stCondLst>
                            <p:childTnLst>
                              <p:par>
                                <p:cTn id="18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5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22000"/>
                            </p:stCondLst>
                            <p:childTnLst>
                              <p:par>
                                <p:cTn id="19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5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>
                            <p:stCondLst>
                              <p:cond delay="22500"/>
                            </p:stCondLst>
                            <p:childTnLst>
                              <p:par>
                                <p:cTn id="19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5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>
                            <p:stCondLst>
                              <p:cond delay="23000"/>
                            </p:stCondLst>
                            <p:childTnLst>
                              <p:par>
                                <p:cTn id="19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5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1" fill="hold">
                            <p:stCondLst>
                              <p:cond delay="23500"/>
                            </p:stCondLst>
                            <p:childTnLst>
                              <p:par>
                                <p:cTn id="20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500"/>
                                        <p:tgtEl>
                                          <p:spTgt spid="5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24000"/>
                            </p:stCondLst>
                            <p:childTnLst>
                              <p:par>
                                <p:cTn id="20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5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" fill="hold">
                            <p:stCondLst>
                              <p:cond delay="24500"/>
                            </p:stCondLst>
                            <p:childTnLst>
                              <p:par>
                                <p:cTn id="2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5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3" fill="hold">
                            <p:stCondLst>
                              <p:cond delay="25000"/>
                            </p:stCondLst>
                            <p:childTnLst>
                              <p:par>
                                <p:cTn id="2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500"/>
                                        <p:tgtEl>
                                          <p:spTgt spid="5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7" fill="hold">
                            <p:stCondLst>
                              <p:cond delay="25500"/>
                            </p:stCondLst>
                            <p:childTnLst>
                              <p:par>
                                <p:cTn id="2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2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4" fill="hold">
                            <p:stCondLst>
                              <p:cond delay="26000"/>
                            </p:stCondLst>
                            <p:childTnLst>
                              <p:par>
                                <p:cTn id="2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500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8" fill="hold">
                            <p:stCondLst>
                              <p:cond delay="26500"/>
                            </p:stCondLst>
                            <p:childTnLst>
                              <p:par>
                                <p:cTn id="2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500"/>
                                        <p:tgtEl>
                                          <p:spTgt spid="6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>
                            <p:stCondLst>
                              <p:cond delay="27000"/>
                            </p:stCondLst>
                            <p:childTnLst>
                              <p:par>
                                <p:cTn id="2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500"/>
                                        <p:tgtEl>
                                          <p:spTgt spid="6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6" fill="hold">
                            <p:stCondLst>
                              <p:cond delay="27500"/>
                            </p:stCondLst>
                            <p:childTnLst>
                              <p:par>
                                <p:cTn id="2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500"/>
                                        <p:tgtEl>
                                          <p:spTgt spid="6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0" fill="hold">
                            <p:stCondLst>
                              <p:cond delay="28000"/>
                            </p:stCondLst>
                            <p:childTnLst>
                              <p:par>
                                <p:cTn id="2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500"/>
                                        <p:tgtEl>
                                          <p:spTgt spid="6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28500"/>
                            </p:stCondLst>
                            <p:childTnLst>
                              <p:par>
                                <p:cTn id="2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500"/>
                                        <p:tgtEl>
                                          <p:spTgt spid="6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8" fill="hold">
                            <p:stCondLst>
                              <p:cond delay="29000"/>
                            </p:stCondLst>
                            <p:childTnLst>
                              <p:par>
                                <p:cTn id="2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1" dur="500"/>
                                        <p:tgtEl>
                                          <p:spTgt spid="6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2" fill="hold">
                            <p:stCondLst>
                              <p:cond delay="29500"/>
                            </p:stCondLst>
                            <p:childTnLst>
                              <p:par>
                                <p:cTn id="2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500"/>
                                        <p:tgtEl>
                                          <p:spTgt spid="6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6" fill="hold">
                            <p:stCondLst>
                              <p:cond delay="30000"/>
                            </p:stCondLst>
                            <p:childTnLst>
                              <p:par>
                                <p:cTn id="2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9" dur="500"/>
                                        <p:tgtEl>
                                          <p:spTgt spid="6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0" fill="hold">
                            <p:stCondLst>
                              <p:cond delay="30500"/>
                            </p:stCondLst>
                            <p:childTnLst>
                              <p:par>
                                <p:cTn id="2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3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4" fill="hold">
                            <p:stCondLst>
                              <p:cond delay="31000"/>
                            </p:stCondLst>
                            <p:childTnLst>
                              <p:par>
                                <p:cTn id="2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500"/>
                                        <p:tgtEl>
                                          <p:spTgt spid="6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31500"/>
                            </p:stCondLst>
                            <p:childTnLst>
                              <p:par>
                                <p:cTn id="2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1" dur="500"/>
                                        <p:tgtEl>
                                          <p:spTgt spid="6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2" fill="hold">
                            <p:stCondLst>
                              <p:cond delay="32000"/>
                            </p:stCondLst>
                            <p:childTnLst>
                              <p:par>
                                <p:cTn id="27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5" dur="500"/>
                                        <p:tgtEl>
                                          <p:spTgt spid="6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6" fill="hold">
                            <p:stCondLst>
                              <p:cond delay="32500"/>
                            </p:stCondLst>
                            <p:childTnLst>
                              <p:par>
                                <p:cTn id="27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9" dur="500"/>
                                        <p:tgtEl>
                                          <p:spTgt spid="6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0" fill="hold">
                            <p:stCondLst>
                              <p:cond delay="33000"/>
                            </p:stCondLst>
                            <p:childTnLst>
                              <p:par>
                                <p:cTn id="28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3" dur="500"/>
                                        <p:tgtEl>
                                          <p:spTgt spid="6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4" fill="hold">
                            <p:stCondLst>
                              <p:cond delay="33500"/>
                            </p:stCondLst>
                            <p:childTnLst>
                              <p:par>
                                <p:cTn id="28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500"/>
                                        <p:tgtEl>
                                          <p:spTgt spid="6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8" fill="hold">
                            <p:stCondLst>
                              <p:cond delay="34000"/>
                            </p:stCondLst>
                            <p:childTnLst>
                              <p:par>
                                <p:cTn id="28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1" dur="500"/>
                                        <p:tgtEl>
                                          <p:spTgt spid="6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2" fill="hold">
                            <p:stCondLst>
                              <p:cond delay="34500"/>
                            </p:stCondLst>
                            <p:childTnLst>
                              <p:par>
                                <p:cTn id="29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5" dur="500"/>
                                        <p:tgtEl>
                                          <p:spTgt spid="6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6" fill="hold">
                            <p:stCondLst>
                              <p:cond delay="35000"/>
                            </p:stCondLst>
                            <p:childTnLst>
                              <p:par>
                                <p:cTn id="29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9" dur="2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3" fill="hold">
                            <p:stCondLst>
                              <p:cond delay="35500"/>
                            </p:stCondLst>
                            <p:childTnLst>
                              <p:par>
                                <p:cTn id="30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6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7" fill="hold">
                            <p:stCondLst>
                              <p:cond delay="36000"/>
                            </p:stCondLst>
                            <p:childTnLst>
                              <p:par>
                                <p:cTn id="30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0" dur="500"/>
                                        <p:tgtEl>
                                          <p:spTgt spid="6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1" fill="hold">
                            <p:stCondLst>
                              <p:cond delay="36500"/>
                            </p:stCondLst>
                            <p:childTnLst>
                              <p:par>
                                <p:cTn id="3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4" dur="500"/>
                                        <p:tgtEl>
                                          <p:spTgt spid="6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5" fill="hold">
                            <p:stCondLst>
                              <p:cond delay="37000"/>
                            </p:stCondLst>
                            <p:childTnLst>
                              <p:par>
                                <p:cTn id="3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8" dur="500"/>
                                        <p:tgtEl>
                                          <p:spTgt spid="6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9" fill="hold">
                            <p:stCondLst>
                              <p:cond delay="37500"/>
                            </p:stCondLst>
                            <p:childTnLst>
                              <p:par>
                                <p:cTn id="3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2" dur="500"/>
                                        <p:tgtEl>
                                          <p:spTgt spid="6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3" fill="hold">
                            <p:stCondLst>
                              <p:cond delay="38000"/>
                            </p:stCondLst>
                            <p:childTnLst>
                              <p:par>
                                <p:cTn id="3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6" dur="500"/>
                                        <p:tgtEl>
                                          <p:spTgt spid="6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7" fill="hold">
                            <p:stCondLst>
                              <p:cond delay="38500"/>
                            </p:stCondLst>
                            <p:childTnLst>
                              <p:par>
                                <p:cTn id="3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0" dur="500"/>
                                        <p:tgtEl>
                                          <p:spTgt spid="6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1" fill="hold">
                            <p:stCondLst>
                              <p:cond delay="39000"/>
                            </p:stCondLst>
                            <p:childTnLst>
                              <p:par>
                                <p:cTn id="3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4" dur="500"/>
                                        <p:tgtEl>
                                          <p:spTgt spid="6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5" fill="hold">
                            <p:stCondLst>
                              <p:cond delay="39500"/>
                            </p:stCondLst>
                            <p:childTnLst>
                              <p:par>
                                <p:cTn id="3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8" dur="500"/>
                                        <p:tgtEl>
                                          <p:spTgt spid="6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9" fill="hold">
                            <p:stCondLst>
                              <p:cond delay="40000"/>
                            </p:stCondLst>
                            <p:childTnLst>
                              <p:par>
                                <p:cTn id="3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2" dur="500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3" fill="hold">
                            <p:stCondLst>
                              <p:cond delay="40500"/>
                            </p:stCondLst>
                            <p:childTnLst>
                              <p:par>
                                <p:cTn id="3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6" dur="500"/>
                                        <p:tgtEl>
                                          <p:spTgt spid="6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7" fill="hold">
                            <p:stCondLst>
                              <p:cond delay="41000"/>
                            </p:stCondLst>
                            <p:childTnLst>
                              <p:par>
                                <p:cTn id="34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0" dur="500"/>
                                        <p:tgtEl>
                                          <p:spTgt spid="6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1" fill="hold">
                            <p:stCondLst>
                              <p:cond delay="41500"/>
                            </p:stCondLst>
                            <p:childTnLst>
                              <p:par>
                                <p:cTn id="35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4" dur="500"/>
                                        <p:tgtEl>
                                          <p:spTgt spid="6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5" fill="hold">
                            <p:stCondLst>
                              <p:cond delay="42000"/>
                            </p:stCondLst>
                            <p:childTnLst>
                              <p:par>
                                <p:cTn id="35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8" dur="500"/>
                                        <p:tgtEl>
                                          <p:spTgt spid="6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9" fill="hold">
                            <p:stCondLst>
                              <p:cond delay="42500"/>
                            </p:stCondLst>
                            <p:childTnLst>
                              <p:par>
                                <p:cTn id="36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2" dur="500"/>
                                        <p:tgtEl>
                                          <p:spTgt spid="6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3" fill="hold">
                            <p:stCondLst>
                              <p:cond delay="43000"/>
                            </p:stCondLst>
                            <p:childTnLst>
                              <p:par>
                                <p:cTn id="36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6" dur="500"/>
                                        <p:tgtEl>
                                          <p:spTgt spid="6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7" fill="hold">
                            <p:stCondLst>
                              <p:cond delay="43500"/>
                            </p:stCondLst>
                            <p:childTnLst>
                              <p:par>
                                <p:cTn id="36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0" dur="500"/>
                                        <p:tgtEl>
                                          <p:spTgt spid="6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1" fill="hold">
                            <p:stCondLst>
                              <p:cond delay="44000"/>
                            </p:stCondLst>
                            <p:childTnLst>
                              <p:par>
                                <p:cTn id="37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4" dur="500"/>
                                        <p:tgtEl>
                                          <p:spTgt spid="6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5" fill="hold">
                            <p:stCondLst>
                              <p:cond delay="44500"/>
                            </p:stCondLst>
                            <p:childTnLst>
                              <p:par>
                                <p:cTn id="37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8" dur="2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2" fill="hold">
                            <p:stCondLst>
                              <p:cond delay="45000"/>
                            </p:stCondLst>
                            <p:childTnLst>
                              <p:par>
                                <p:cTn id="38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5" dur="500"/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6" fill="hold">
                            <p:stCondLst>
                              <p:cond delay="45500"/>
                            </p:stCondLst>
                            <p:childTnLst>
                              <p:par>
                                <p:cTn id="38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9" dur="500"/>
                                        <p:tgtEl>
                                          <p:spTgt spid="6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0" fill="hold">
                            <p:stCondLst>
                              <p:cond delay="46000"/>
                            </p:stCondLst>
                            <p:childTnLst>
                              <p:par>
                                <p:cTn id="39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3" dur="500"/>
                                        <p:tgtEl>
                                          <p:spTgt spid="6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4" fill="hold">
                            <p:stCondLst>
                              <p:cond delay="46500"/>
                            </p:stCondLst>
                            <p:childTnLst>
                              <p:par>
                                <p:cTn id="39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7" dur="500"/>
                                        <p:tgtEl>
                                          <p:spTgt spid="6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8" fill="hold">
                            <p:stCondLst>
                              <p:cond delay="47000"/>
                            </p:stCondLst>
                            <p:childTnLst>
                              <p:par>
                                <p:cTn id="39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1" dur="500"/>
                                        <p:tgtEl>
                                          <p:spTgt spid="6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2" fill="hold">
                            <p:stCondLst>
                              <p:cond delay="47500"/>
                            </p:stCondLst>
                            <p:childTnLst>
                              <p:par>
                                <p:cTn id="40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5" dur="500"/>
                                        <p:tgtEl>
                                          <p:spTgt spid="6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6" fill="hold">
                            <p:stCondLst>
                              <p:cond delay="48000"/>
                            </p:stCondLst>
                            <p:childTnLst>
                              <p:par>
                                <p:cTn id="40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9" dur="500"/>
                                        <p:tgtEl>
                                          <p:spTgt spid="6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0" fill="hold">
                            <p:stCondLst>
                              <p:cond delay="48500"/>
                            </p:stCondLst>
                            <p:childTnLst>
                              <p:par>
                                <p:cTn id="4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3" dur="500"/>
                                        <p:tgtEl>
                                          <p:spTgt spid="6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4" fill="hold">
                            <p:stCondLst>
                              <p:cond delay="49000"/>
                            </p:stCondLst>
                            <p:childTnLst>
                              <p:par>
                                <p:cTn id="4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7" dur="500"/>
                                        <p:tgtEl>
                                          <p:spTgt spid="6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8" fill="hold">
                            <p:stCondLst>
                              <p:cond delay="49500"/>
                            </p:stCondLst>
                            <p:childTnLst>
                              <p:par>
                                <p:cTn id="4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1" dur="500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2" fill="hold">
                            <p:stCondLst>
                              <p:cond delay="50000"/>
                            </p:stCondLst>
                            <p:childTnLst>
                              <p:par>
                                <p:cTn id="4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5" dur="500"/>
                                        <p:tgtEl>
                                          <p:spTgt spid="6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6" fill="hold">
                            <p:stCondLst>
                              <p:cond delay="50500"/>
                            </p:stCondLst>
                            <p:childTnLst>
                              <p:par>
                                <p:cTn id="4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9" dur="500"/>
                                        <p:tgtEl>
                                          <p:spTgt spid="6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0" fill="hold">
                            <p:stCondLst>
                              <p:cond delay="51000"/>
                            </p:stCondLst>
                            <p:childTnLst>
                              <p:par>
                                <p:cTn id="4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3" dur="500"/>
                                        <p:tgtEl>
                                          <p:spTgt spid="6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4" fill="hold">
                            <p:stCondLst>
                              <p:cond delay="51500"/>
                            </p:stCondLst>
                            <p:childTnLst>
                              <p:par>
                                <p:cTn id="4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7" dur="500"/>
                                        <p:tgtEl>
                                          <p:spTgt spid="6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8" fill="hold">
                            <p:stCondLst>
                              <p:cond delay="52000"/>
                            </p:stCondLst>
                            <p:childTnLst>
                              <p:par>
                                <p:cTn id="4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1" dur="500"/>
                                        <p:tgtEl>
                                          <p:spTgt spid="6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2" fill="hold">
                            <p:stCondLst>
                              <p:cond delay="52500"/>
                            </p:stCondLst>
                            <p:childTnLst>
                              <p:par>
                                <p:cTn id="4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5" dur="500"/>
                                        <p:tgtEl>
                                          <p:spTgt spid="6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6" fill="hold">
                            <p:stCondLst>
                              <p:cond delay="53000"/>
                            </p:stCondLst>
                            <p:childTnLst>
                              <p:par>
                                <p:cTn id="44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9" dur="500"/>
                                        <p:tgtEl>
                                          <p:spTgt spid="6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0" fill="hold">
                            <p:stCondLst>
                              <p:cond delay="53500"/>
                            </p:stCondLst>
                            <p:childTnLst>
                              <p:par>
                                <p:cTn id="45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3" dur="500"/>
                                        <p:tgtEl>
                                          <p:spTgt spid="6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tx" preserve="1">
  <p:cSld name="Title and Conten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sldNum" idx="12"/>
          </p:nvPr>
        </p:nvSpPr>
        <p:spPr>
          <a:xfrm>
            <a:off x="11089821" y="6404293"/>
            <a:ext cx="264000" cy="2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xmlns="" val="625485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preserve="1">
  <p:cSld name="Section Header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body" idx="1"/>
          </p:nvPr>
        </p:nvSpPr>
        <p:spPr>
          <a:xfrm>
            <a:off x="831850" y="4589462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>
                <a:solidFill>
                  <a:srgbClr val="888888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11089821" y="6404293"/>
            <a:ext cx="264000" cy="2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xmlns="" val="1740220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preserve="1">
  <p:cSld name="Comparis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4"/>
          <p:cNvSpPr txBox="1">
            <a:spLocks noGrp="1"/>
          </p:cNvSpPr>
          <p:nvPr>
            <p:ph type="body" idx="1"/>
          </p:nvPr>
        </p:nvSpPr>
        <p:spPr>
          <a:xfrm>
            <a:off x="839787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/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/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/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body" idx="2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sldNum" idx="12"/>
          </p:nvPr>
        </p:nvSpPr>
        <p:spPr>
          <a:xfrm>
            <a:off x="11089821" y="6404293"/>
            <a:ext cx="264000" cy="2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xmlns="" val="140476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5"/>
          <p:cNvSpPr txBox="1">
            <a:spLocks noGrp="1"/>
          </p:cNvSpPr>
          <p:nvPr>
            <p:ph type="sldNum" idx="12"/>
          </p:nvPr>
        </p:nvSpPr>
        <p:spPr>
          <a:xfrm>
            <a:off x="11089821" y="6404293"/>
            <a:ext cx="264000" cy="2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xmlns="" val="27586566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preserve="1">
  <p:cSld name="Blank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>
            <a:spLocks noGrp="1"/>
          </p:cNvSpPr>
          <p:nvPr>
            <p:ph type="sldNum" idx="12"/>
          </p:nvPr>
        </p:nvSpPr>
        <p:spPr>
          <a:xfrm>
            <a:off x="11089821" y="6404293"/>
            <a:ext cx="264000" cy="2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xmlns="" val="38658337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preserve="1">
  <p:cSld name="Content with Caption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body" idx="1"/>
          </p:nvPr>
        </p:nvSpPr>
        <p:spPr>
          <a:xfrm>
            <a:off x="5183187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1pPr>
            <a:lvl2pPr marL="914400" lvl="1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2pPr>
            <a:lvl3pPr marL="1371600" lvl="2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3pPr>
            <a:lvl4pPr marL="1828800" lvl="3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4pPr>
            <a:lvl5pPr marL="2286000" lvl="4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body" idx="2"/>
          </p:nvPr>
        </p:nvSpPr>
        <p:spPr>
          <a:xfrm>
            <a:off x="839787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4" name="Google Shape;94;p17"/>
          <p:cNvSpPr txBox="1">
            <a:spLocks noGrp="1"/>
          </p:cNvSpPr>
          <p:nvPr>
            <p:ph type="sldNum" idx="12"/>
          </p:nvPr>
        </p:nvSpPr>
        <p:spPr>
          <a:xfrm>
            <a:off x="11089821" y="6404293"/>
            <a:ext cx="264000" cy="2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xmlns="" val="13657455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preserve="1">
  <p:cSld name="Picture with Caption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8"/>
          <p:cNvSpPr>
            <a:spLocks noGrp="1"/>
          </p:cNvSpPr>
          <p:nvPr>
            <p:ph type="pic" idx="2"/>
          </p:nvPr>
        </p:nvSpPr>
        <p:spPr>
          <a:xfrm>
            <a:off x="5183187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8" name="Google Shape;98;p18"/>
          <p:cNvSpPr txBox="1">
            <a:spLocks noGrp="1"/>
          </p:cNvSpPr>
          <p:nvPr>
            <p:ph type="body" idx="1"/>
          </p:nvPr>
        </p:nvSpPr>
        <p:spPr>
          <a:xfrm>
            <a:off x="839787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18"/>
          <p:cNvSpPr txBox="1">
            <a:spLocks noGrp="1"/>
          </p:cNvSpPr>
          <p:nvPr>
            <p:ph type="sldNum" idx="12"/>
          </p:nvPr>
        </p:nvSpPr>
        <p:spPr>
          <a:xfrm>
            <a:off x="11089821" y="6404293"/>
            <a:ext cx="264000" cy="2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xmlns="" val="22449551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preserve="1">
  <p:cSld name="Title and Vertical Text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3" name="Google Shape;103;p19"/>
          <p:cNvSpPr txBox="1">
            <a:spLocks noGrp="1"/>
          </p:cNvSpPr>
          <p:nvPr>
            <p:ph type="sldNum" idx="12"/>
          </p:nvPr>
        </p:nvSpPr>
        <p:spPr>
          <a:xfrm>
            <a:off x="11089821" y="6404293"/>
            <a:ext cx="264000" cy="2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xmlns="" val="7987965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preserve="1">
  <p:cSld name="Vertical Title and Text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>
            <a:spLocks noGrp="1"/>
          </p:cNvSpPr>
          <p:nvPr>
            <p:ph type="title"/>
          </p:nvPr>
        </p:nvSpPr>
        <p:spPr>
          <a:xfrm>
            <a:off x="8724900" y="365125"/>
            <a:ext cx="2628900" cy="58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0"/>
          <p:cNvSpPr txBox="1">
            <a:spLocks noGrp="1"/>
          </p:cNvSpPr>
          <p:nvPr>
            <p:ph type="body" idx="1"/>
          </p:nvPr>
        </p:nvSpPr>
        <p:spPr>
          <a:xfrm>
            <a:off x="838200" y="365125"/>
            <a:ext cx="7734300" cy="58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p20"/>
          <p:cNvSpPr txBox="1">
            <a:spLocks noGrp="1"/>
          </p:cNvSpPr>
          <p:nvPr>
            <p:ph type="sldNum" idx="12"/>
          </p:nvPr>
        </p:nvSpPr>
        <p:spPr>
          <a:xfrm>
            <a:off x="11089821" y="6404293"/>
            <a:ext cx="264000" cy="2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xmlns="" val="3382355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2" preserve="1">
  <p:cSld name="Title 2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e35c07f9d5_0_198"/>
          <p:cNvSpPr/>
          <p:nvPr/>
        </p:nvSpPr>
        <p:spPr>
          <a:xfrm>
            <a:off x="0" y="2400300"/>
            <a:ext cx="12192000" cy="2057400"/>
          </a:xfrm>
          <a:prstGeom prst="rect">
            <a:avLst/>
          </a:prstGeom>
          <a:gradFill>
            <a:gsLst>
              <a:gs pos="0">
                <a:srgbClr val="FFFFFF">
                  <a:alpha val="89411"/>
                </a:srgbClr>
              </a:gs>
              <a:gs pos="25000">
                <a:srgbClr val="FFFFFF">
                  <a:alpha val="40392"/>
                </a:srgbClr>
              </a:gs>
              <a:gs pos="51000">
                <a:srgbClr val="FFFFFF">
                  <a:alpha val="0"/>
                </a:srgbClr>
              </a:gs>
              <a:gs pos="80000">
                <a:srgbClr val="FFFFFF">
                  <a:alpha val="392"/>
                </a:srgbClr>
              </a:gs>
              <a:gs pos="100000">
                <a:srgbClr val="FFFFFF">
                  <a:alpha val="49411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ge35c07f9d5_0_198"/>
          <p:cNvSpPr txBox="1">
            <a:spLocks noGrp="1"/>
          </p:cNvSpPr>
          <p:nvPr>
            <p:ph type="title"/>
          </p:nvPr>
        </p:nvSpPr>
        <p:spPr>
          <a:xfrm>
            <a:off x="609600" y="2648638"/>
            <a:ext cx="10972800" cy="11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6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9pPr>
          </a:lstStyle>
          <a:p>
            <a:endParaRPr/>
          </a:p>
        </p:txBody>
      </p:sp>
      <p:sp>
        <p:nvSpPr>
          <p:cNvPr id="111" name="Google Shape;111;ge35c07f9d5_0_198"/>
          <p:cNvSpPr txBox="1">
            <a:spLocks noGrp="1"/>
          </p:cNvSpPr>
          <p:nvPr>
            <p:ph type="body" idx="1"/>
          </p:nvPr>
        </p:nvSpPr>
        <p:spPr>
          <a:xfrm>
            <a:off x="605780" y="3639702"/>
            <a:ext cx="10980300" cy="5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marR="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400" b="0" i="1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2" name="Google Shape;112;ge35c07f9d5_0_198"/>
          <p:cNvSpPr txBox="1">
            <a:spLocks noGrp="1"/>
          </p:cNvSpPr>
          <p:nvPr>
            <p:ph type="body" idx="2"/>
          </p:nvPr>
        </p:nvSpPr>
        <p:spPr>
          <a:xfrm>
            <a:off x="605780" y="4526407"/>
            <a:ext cx="109803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marR="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19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xmlns="" val="1781148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1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1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1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11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eywords" preserve="1">
  <p:cSld name="Keywords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e35c07f9d5_0_942"/>
          <p:cNvSpPr txBox="1">
            <a:spLocks noGrp="1"/>
          </p:cNvSpPr>
          <p:nvPr>
            <p:ph type="title"/>
          </p:nvPr>
        </p:nvSpPr>
        <p:spPr>
          <a:xfrm>
            <a:off x="807504" y="278650"/>
            <a:ext cx="10576800" cy="10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5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1200"/>
            </a:lvl9pPr>
          </a:lstStyle>
          <a:p>
            <a:endParaRPr/>
          </a:p>
        </p:txBody>
      </p:sp>
      <p:sp>
        <p:nvSpPr>
          <p:cNvPr id="115" name="Google Shape;115;ge35c07f9d5_0_942"/>
          <p:cNvSpPr txBox="1">
            <a:spLocks noGrp="1"/>
          </p:cNvSpPr>
          <p:nvPr>
            <p:ph type="ftr" idx="11"/>
          </p:nvPr>
        </p:nvSpPr>
        <p:spPr>
          <a:xfrm>
            <a:off x="3335456" y="6495947"/>
            <a:ext cx="5521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6" name="Google Shape;116;ge35c07f9d5_0_942"/>
          <p:cNvSpPr txBox="1">
            <a:spLocks noGrp="1"/>
          </p:cNvSpPr>
          <p:nvPr>
            <p:ph type="sldNum" idx="12"/>
          </p:nvPr>
        </p:nvSpPr>
        <p:spPr>
          <a:xfrm>
            <a:off x="9271574" y="6446521"/>
            <a:ext cx="2844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  <p:sp>
        <p:nvSpPr>
          <p:cNvPr id="117" name="Google Shape;117;ge35c07f9d5_0_942"/>
          <p:cNvSpPr txBox="1">
            <a:spLocks noGrp="1"/>
          </p:cNvSpPr>
          <p:nvPr>
            <p:ph type="body" idx="1"/>
          </p:nvPr>
        </p:nvSpPr>
        <p:spPr>
          <a:xfrm>
            <a:off x="825042" y="1202267"/>
            <a:ext cx="10542000" cy="4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457200" marR="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100" b="0" i="1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8" name="Google Shape;118;ge35c07f9d5_0_942"/>
          <p:cNvSpPr/>
          <p:nvPr/>
        </p:nvSpPr>
        <p:spPr>
          <a:xfrm>
            <a:off x="0" y="2526979"/>
            <a:ext cx="12192000" cy="1298700"/>
          </a:xfrm>
          <a:prstGeom prst="rect">
            <a:avLst/>
          </a:prstGeom>
          <a:gradFill>
            <a:gsLst>
              <a:gs pos="0">
                <a:srgbClr val="FFFFFF">
                  <a:alpha val="83137"/>
                </a:srgbClr>
              </a:gs>
              <a:gs pos="24000">
                <a:srgbClr val="FFFFFF">
                  <a:alpha val="30196"/>
                </a:srgbClr>
              </a:gs>
              <a:gs pos="67000">
                <a:srgbClr val="FFFFFF">
                  <a:alpha val="4313"/>
                </a:srgbClr>
              </a:gs>
              <a:gs pos="100000">
                <a:srgbClr val="FFFFFF">
                  <a:alpha val="64313"/>
                </a:srgbClr>
              </a:gs>
            </a:gsLst>
            <a:lin ang="2700006" scaled="0"/>
          </a:gra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ge35c07f9d5_0_942"/>
          <p:cNvSpPr/>
          <p:nvPr/>
        </p:nvSpPr>
        <p:spPr>
          <a:xfrm rot="-2699792">
            <a:off x="2373610" y="2786242"/>
            <a:ext cx="3499118" cy="78022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93245" y="0"/>
                </a:moveTo>
                <a:lnTo>
                  <a:pt x="120000" y="120000"/>
                </a:lnTo>
                <a:lnTo>
                  <a:pt x="26754" y="120000"/>
                </a:lnTo>
                <a:lnTo>
                  <a:pt x="0" y="0"/>
                </a:lnTo>
                <a:close/>
              </a:path>
            </a:pathLst>
          </a:custGeom>
          <a:solidFill>
            <a:schemeClr val="dk1">
              <a:alpha val="68627"/>
            </a:schemeClr>
          </a:soli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e35c07f9d5_0_942"/>
          <p:cNvSpPr/>
          <p:nvPr/>
        </p:nvSpPr>
        <p:spPr>
          <a:xfrm>
            <a:off x="5324189" y="2215597"/>
            <a:ext cx="630000" cy="311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59304" y="0"/>
                </a:move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4">
              <a:alpha val="40784"/>
            </a:schemeClr>
          </a:soli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ge35c07f9d5_0_942"/>
          <p:cNvSpPr/>
          <p:nvPr/>
        </p:nvSpPr>
        <p:spPr>
          <a:xfrm rot="10800000">
            <a:off x="2287646" y="3825555"/>
            <a:ext cx="634500" cy="31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120000" y="119999"/>
                </a:moveTo>
                <a:lnTo>
                  <a:pt x="0" y="119999"/>
                </a:lnTo>
                <a:lnTo>
                  <a:pt x="33993" y="50878"/>
                </a:lnTo>
                <a:lnTo>
                  <a:pt x="59601" y="0"/>
                </a:lnTo>
                <a:close/>
              </a:path>
            </a:pathLst>
          </a:custGeom>
          <a:solidFill>
            <a:schemeClr val="accent4">
              <a:alpha val="40784"/>
            </a:schemeClr>
          </a:soli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e35c07f9d5_0_942"/>
          <p:cNvSpPr/>
          <p:nvPr/>
        </p:nvSpPr>
        <p:spPr>
          <a:xfrm rot="-2699792">
            <a:off x="4247049" y="2785931"/>
            <a:ext cx="3499118" cy="78022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93245" y="0"/>
                </a:moveTo>
                <a:lnTo>
                  <a:pt x="120000" y="120000"/>
                </a:lnTo>
                <a:lnTo>
                  <a:pt x="26754" y="120000"/>
                </a:lnTo>
                <a:lnTo>
                  <a:pt x="0" y="0"/>
                </a:lnTo>
                <a:close/>
              </a:path>
            </a:pathLst>
          </a:custGeom>
          <a:solidFill>
            <a:schemeClr val="dk1">
              <a:alpha val="68627"/>
            </a:schemeClr>
          </a:soli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ge35c07f9d5_0_942"/>
          <p:cNvSpPr/>
          <p:nvPr/>
        </p:nvSpPr>
        <p:spPr>
          <a:xfrm>
            <a:off x="7197627" y="2215287"/>
            <a:ext cx="630000" cy="311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59304" y="0"/>
                </a:move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4">
              <a:alpha val="40784"/>
            </a:schemeClr>
          </a:soli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ge35c07f9d5_0_942"/>
          <p:cNvSpPr/>
          <p:nvPr/>
        </p:nvSpPr>
        <p:spPr>
          <a:xfrm rot="10800000">
            <a:off x="4161086" y="3825244"/>
            <a:ext cx="634500" cy="31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120000" y="119999"/>
                </a:moveTo>
                <a:lnTo>
                  <a:pt x="0" y="119999"/>
                </a:lnTo>
                <a:lnTo>
                  <a:pt x="33993" y="50878"/>
                </a:lnTo>
                <a:lnTo>
                  <a:pt x="59601" y="0"/>
                </a:lnTo>
                <a:close/>
              </a:path>
            </a:pathLst>
          </a:custGeom>
          <a:solidFill>
            <a:schemeClr val="accent4">
              <a:alpha val="40784"/>
            </a:schemeClr>
          </a:soli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ge35c07f9d5_0_942"/>
          <p:cNvSpPr/>
          <p:nvPr/>
        </p:nvSpPr>
        <p:spPr>
          <a:xfrm rot="-2699792">
            <a:off x="6120487" y="2799769"/>
            <a:ext cx="3499118" cy="78022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93245" y="0"/>
                </a:moveTo>
                <a:lnTo>
                  <a:pt x="120000" y="120000"/>
                </a:lnTo>
                <a:lnTo>
                  <a:pt x="26754" y="120000"/>
                </a:lnTo>
                <a:lnTo>
                  <a:pt x="0" y="0"/>
                </a:lnTo>
                <a:close/>
              </a:path>
            </a:pathLst>
          </a:custGeom>
          <a:solidFill>
            <a:schemeClr val="dk1">
              <a:alpha val="68627"/>
            </a:schemeClr>
          </a:soli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ge35c07f9d5_0_942"/>
          <p:cNvSpPr/>
          <p:nvPr/>
        </p:nvSpPr>
        <p:spPr>
          <a:xfrm>
            <a:off x="9071064" y="2229125"/>
            <a:ext cx="630000" cy="311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59304" y="0"/>
                </a:move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4">
              <a:alpha val="40784"/>
            </a:schemeClr>
          </a:soli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ge35c07f9d5_0_942"/>
          <p:cNvSpPr/>
          <p:nvPr/>
        </p:nvSpPr>
        <p:spPr>
          <a:xfrm rot="10800000">
            <a:off x="6034524" y="3839082"/>
            <a:ext cx="634500" cy="31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120000" y="119999"/>
                </a:moveTo>
                <a:lnTo>
                  <a:pt x="0" y="119999"/>
                </a:lnTo>
                <a:lnTo>
                  <a:pt x="33993" y="50878"/>
                </a:lnTo>
                <a:lnTo>
                  <a:pt x="59601" y="0"/>
                </a:lnTo>
                <a:close/>
              </a:path>
            </a:pathLst>
          </a:custGeom>
          <a:solidFill>
            <a:schemeClr val="accent4">
              <a:alpha val="40784"/>
            </a:schemeClr>
          </a:soli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ge35c07f9d5_0_942"/>
          <p:cNvSpPr/>
          <p:nvPr/>
        </p:nvSpPr>
        <p:spPr>
          <a:xfrm rot="-2699792">
            <a:off x="7993927" y="2799770"/>
            <a:ext cx="3499118" cy="78022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93245" y="0"/>
                </a:moveTo>
                <a:lnTo>
                  <a:pt x="120000" y="120000"/>
                </a:lnTo>
                <a:lnTo>
                  <a:pt x="26754" y="120000"/>
                </a:lnTo>
                <a:lnTo>
                  <a:pt x="0" y="0"/>
                </a:lnTo>
                <a:close/>
              </a:path>
            </a:pathLst>
          </a:custGeom>
          <a:solidFill>
            <a:schemeClr val="dk1">
              <a:alpha val="68627"/>
            </a:schemeClr>
          </a:soli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ge35c07f9d5_0_942"/>
          <p:cNvSpPr/>
          <p:nvPr/>
        </p:nvSpPr>
        <p:spPr>
          <a:xfrm>
            <a:off x="10944504" y="2229126"/>
            <a:ext cx="630000" cy="311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59304" y="0"/>
                </a:move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4">
              <a:alpha val="40784"/>
            </a:schemeClr>
          </a:soli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ge35c07f9d5_0_942"/>
          <p:cNvSpPr/>
          <p:nvPr/>
        </p:nvSpPr>
        <p:spPr>
          <a:xfrm rot="10800000">
            <a:off x="7907962" y="3839082"/>
            <a:ext cx="634500" cy="31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120000" y="119999"/>
                </a:moveTo>
                <a:lnTo>
                  <a:pt x="0" y="119999"/>
                </a:lnTo>
                <a:lnTo>
                  <a:pt x="33993" y="50878"/>
                </a:lnTo>
                <a:lnTo>
                  <a:pt x="59601" y="0"/>
                </a:lnTo>
                <a:close/>
              </a:path>
            </a:pathLst>
          </a:custGeom>
          <a:solidFill>
            <a:schemeClr val="accent4">
              <a:alpha val="40784"/>
            </a:schemeClr>
          </a:soli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ge35c07f9d5_0_942"/>
          <p:cNvSpPr/>
          <p:nvPr/>
        </p:nvSpPr>
        <p:spPr>
          <a:xfrm rot="-2699792">
            <a:off x="500172" y="2785620"/>
            <a:ext cx="3499118" cy="78022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93245" y="0"/>
                </a:moveTo>
                <a:lnTo>
                  <a:pt x="120000" y="120000"/>
                </a:lnTo>
                <a:lnTo>
                  <a:pt x="26754" y="120000"/>
                </a:lnTo>
                <a:lnTo>
                  <a:pt x="0" y="0"/>
                </a:lnTo>
                <a:close/>
              </a:path>
            </a:pathLst>
          </a:custGeom>
          <a:solidFill>
            <a:schemeClr val="dk1">
              <a:alpha val="68627"/>
            </a:schemeClr>
          </a:soli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ge35c07f9d5_0_942"/>
          <p:cNvSpPr/>
          <p:nvPr/>
        </p:nvSpPr>
        <p:spPr>
          <a:xfrm>
            <a:off x="3450749" y="2214976"/>
            <a:ext cx="630000" cy="311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59304" y="0"/>
                </a:move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chemeClr val="accent4">
              <a:alpha val="40784"/>
            </a:schemeClr>
          </a:soli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ge35c07f9d5_0_942"/>
          <p:cNvSpPr/>
          <p:nvPr/>
        </p:nvSpPr>
        <p:spPr>
          <a:xfrm rot="10800000">
            <a:off x="414208" y="3824932"/>
            <a:ext cx="634500" cy="31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120000" y="119999"/>
                </a:moveTo>
                <a:lnTo>
                  <a:pt x="0" y="119999"/>
                </a:lnTo>
                <a:lnTo>
                  <a:pt x="33993" y="50878"/>
                </a:lnTo>
                <a:lnTo>
                  <a:pt x="59601" y="0"/>
                </a:lnTo>
                <a:close/>
              </a:path>
            </a:pathLst>
          </a:custGeom>
          <a:solidFill>
            <a:schemeClr val="accent4">
              <a:alpha val="40784"/>
            </a:schemeClr>
          </a:solidFill>
          <a:ln>
            <a:noFill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ge35c07f9d5_0_942"/>
          <p:cNvSpPr txBox="1">
            <a:spLocks noGrp="1"/>
          </p:cNvSpPr>
          <p:nvPr>
            <p:ph type="body" idx="2"/>
          </p:nvPr>
        </p:nvSpPr>
        <p:spPr>
          <a:xfrm rot="-2700000">
            <a:off x="1077631" y="2861802"/>
            <a:ext cx="2382243" cy="58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marR="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29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5" name="Google Shape;135;ge35c07f9d5_0_942"/>
          <p:cNvSpPr txBox="1">
            <a:spLocks noGrp="1"/>
          </p:cNvSpPr>
          <p:nvPr>
            <p:ph type="body" idx="3"/>
          </p:nvPr>
        </p:nvSpPr>
        <p:spPr>
          <a:xfrm rot="-2700000">
            <a:off x="2954977" y="2861802"/>
            <a:ext cx="2382243" cy="58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marR="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29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6" name="Google Shape;136;ge35c07f9d5_0_942"/>
          <p:cNvSpPr txBox="1">
            <a:spLocks noGrp="1"/>
          </p:cNvSpPr>
          <p:nvPr>
            <p:ph type="body" idx="4"/>
          </p:nvPr>
        </p:nvSpPr>
        <p:spPr>
          <a:xfrm rot="-2700000">
            <a:off x="4832324" y="2861802"/>
            <a:ext cx="2382243" cy="58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marR="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29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7" name="Google Shape;137;ge35c07f9d5_0_942"/>
          <p:cNvSpPr txBox="1">
            <a:spLocks noGrp="1"/>
          </p:cNvSpPr>
          <p:nvPr>
            <p:ph type="body" idx="5"/>
          </p:nvPr>
        </p:nvSpPr>
        <p:spPr>
          <a:xfrm rot="-2700000">
            <a:off x="6709670" y="2861802"/>
            <a:ext cx="2382243" cy="58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marR="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29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8" name="Google Shape;138;ge35c07f9d5_0_942"/>
          <p:cNvSpPr txBox="1">
            <a:spLocks noGrp="1"/>
          </p:cNvSpPr>
          <p:nvPr>
            <p:ph type="body" idx="6"/>
          </p:nvPr>
        </p:nvSpPr>
        <p:spPr>
          <a:xfrm rot="-2700000">
            <a:off x="8587014" y="2861802"/>
            <a:ext cx="2382243" cy="58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marR="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29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9" name="Google Shape;139;ge35c07f9d5_0_942"/>
          <p:cNvSpPr txBox="1">
            <a:spLocks noGrp="1"/>
          </p:cNvSpPr>
          <p:nvPr>
            <p:ph type="body" idx="7"/>
          </p:nvPr>
        </p:nvSpPr>
        <p:spPr>
          <a:xfrm>
            <a:off x="795544" y="4621157"/>
            <a:ext cx="50046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32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0" name="Google Shape;140;ge35c07f9d5_0_942"/>
          <p:cNvSpPr txBox="1">
            <a:spLocks noGrp="1"/>
          </p:cNvSpPr>
          <p:nvPr>
            <p:ph type="body" idx="8"/>
          </p:nvPr>
        </p:nvSpPr>
        <p:spPr>
          <a:xfrm>
            <a:off x="791839" y="5094200"/>
            <a:ext cx="5004600" cy="12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41" name="Google Shape;141;ge35c07f9d5_0_942"/>
          <p:cNvPicPr preferRelativeResize="0"/>
          <p:nvPr/>
        </p:nvPicPr>
        <p:blipFill rotWithShape="1">
          <a:blip r:embed="rId2" cstate="print">
            <a:alphaModFix/>
          </a:blip>
          <a:srcRect/>
          <a:stretch/>
        </p:blipFill>
        <p:spPr>
          <a:xfrm>
            <a:off x="1907626" y="4940635"/>
            <a:ext cx="5417400" cy="3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ge35c07f9d5_0_942"/>
          <p:cNvSpPr txBox="1">
            <a:spLocks noGrp="1"/>
          </p:cNvSpPr>
          <p:nvPr>
            <p:ph type="body" idx="9"/>
          </p:nvPr>
        </p:nvSpPr>
        <p:spPr>
          <a:xfrm>
            <a:off x="6293565" y="4621157"/>
            <a:ext cx="50046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32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3" name="Google Shape;143;ge35c07f9d5_0_942"/>
          <p:cNvSpPr txBox="1">
            <a:spLocks noGrp="1"/>
          </p:cNvSpPr>
          <p:nvPr>
            <p:ph type="body" idx="13"/>
          </p:nvPr>
        </p:nvSpPr>
        <p:spPr>
          <a:xfrm>
            <a:off x="6289860" y="5094200"/>
            <a:ext cx="5004600" cy="12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xmlns="" val="3453712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25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3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3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3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3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34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750"/>
                            </p:stCondLst>
                            <p:childTnLst>
                              <p:par>
                                <p:cTn id="7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5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2000"/>
                            </p:stCondLst>
                            <p:childTnLst>
                              <p:par>
                                <p:cTn id="7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5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250"/>
                            </p:stCondLst>
                            <p:childTnLst>
                              <p:par>
                                <p:cTn id="8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3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3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3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3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3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3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3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36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2750"/>
                            </p:stCondLst>
                            <p:childTnLst>
                              <p:par>
                                <p:cTn id="1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25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3000"/>
                            </p:stCondLst>
                            <p:childTnLst>
                              <p:par>
                                <p:cTn id="1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25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3250"/>
                            </p:stCondLst>
                            <p:childTnLst>
                              <p:par>
                                <p:cTn id="1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1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1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1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1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1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1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1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138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3750"/>
                            </p:stCondLst>
                            <p:childTnLst>
                              <p:par>
                                <p:cTn id="1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25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4000"/>
                            </p:stCondLst>
                            <p:childTnLst>
                              <p:par>
                                <p:cTn id="15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25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4250"/>
                            </p:stCondLst>
                            <p:childTnLst>
                              <p:par>
                                <p:cTn id="15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1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13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13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13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13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13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13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13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135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4750"/>
                            </p:stCondLst>
                            <p:childTnLst>
                              <p:par>
                                <p:cTn id="18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25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>
                            <p:stCondLst>
                              <p:cond delay="5000"/>
                            </p:stCondLst>
                            <p:childTnLst>
                              <p:par>
                                <p:cTn id="19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25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5250"/>
                            </p:stCondLst>
                            <p:childTnLst>
                              <p:par>
                                <p:cTn id="19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1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13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13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13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500"/>
                                        <p:tgtEl>
                                          <p:spTgt spid="13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500"/>
                                        <p:tgtEl>
                                          <p:spTgt spid="13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500"/>
                                        <p:tgtEl>
                                          <p:spTgt spid="13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500"/>
                                        <p:tgtEl>
                                          <p:spTgt spid="13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500"/>
                                        <p:tgtEl>
                                          <p:spTgt spid="13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7" fill="hold">
                            <p:stCondLst>
                              <p:cond delay="5750"/>
                            </p:stCondLst>
                            <p:childTnLst>
                              <p:par>
                                <p:cTn id="2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25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1" fill="hold">
                            <p:stCondLst>
                              <p:cond delay="6000"/>
                            </p:stCondLst>
                            <p:childTnLst>
                              <p:par>
                                <p:cTn id="2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500"/>
                                        <p:tgtEl>
                                          <p:spTgt spid="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5" fill="hold">
                            <p:stCondLst>
                              <p:cond delay="6500"/>
                            </p:stCondLst>
                            <p:childTnLst>
                              <p:par>
                                <p:cTn id="2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500"/>
                                        <p:tgtEl>
                                          <p:spTgt spid="1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9" fill="hold">
                            <p:stCondLst>
                              <p:cond delay="7000"/>
                            </p:stCondLst>
                            <p:childTnLst>
                              <p:par>
                                <p:cTn id="2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500"/>
                                        <p:tgtEl>
                                          <p:spTgt spid="1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3" fill="hold">
                            <p:stCondLst>
                              <p:cond delay="7500"/>
                            </p:stCondLst>
                            <p:childTnLst>
                              <p:par>
                                <p:cTn id="2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500"/>
                                        <p:tgtEl>
                                          <p:spTgt spid="1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7" fill="hold">
                            <p:stCondLst>
                              <p:cond delay="8000"/>
                            </p:stCondLst>
                            <p:childTnLst>
                              <p:par>
                                <p:cTn id="24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0" dur="500"/>
                                        <p:tgtEl>
                                          <p:spTgt spid="1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1" fill="hold">
                            <p:stCondLst>
                              <p:cond delay="8500"/>
                            </p:stCondLst>
                            <p:childTnLst>
                              <p:par>
                                <p:cTn id="25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4" dur="500"/>
                                        <p:tgtEl>
                                          <p:spTgt spid="1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>
                            <p:stCondLst>
                              <p:cond delay="9000"/>
                            </p:stCondLst>
                            <p:childTnLst>
                              <p:par>
                                <p:cTn id="25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8" dur="500"/>
                                        <p:tgtEl>
                                          <p:spTgt spid="1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9" fill="hold">
                            <p:stCondLst>
                              <p:cond delay="9500"/>
                            </p:stCondLst>
                            <p:childTnLst>
                              <p:par>
                                <p:cTn id="26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500"/>
                                        <p:tgtEl>
                                          <p:spTgt spid="1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3" fill="hold">
                            <p:stCondLst>
                              <p:cond delay="10000"/>
                            </p:stCondLst>
                            <p:childTnLst>
                              <p:par>
                                <p:cTn id="26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6" dur="500"/>
                                        <p:tgtEl>
                                          <p:spTgt spid="13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7" fill="hold">
                            <p:stCondLst>
                              <p:cond delay="10500"/>
                            </p:stCondLst>
                            <p:childTnLst>
                              <p:par>
                                <p:cTn id="26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0" dur="1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1" fill="hold">
                            <p:stCondLst>
                              <p:cond delay="11500"/>
                            </p:stCondLst>
                            <p:childTnLst>
                              <p:par>
                                <p:cTn id="27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4" dur="750"/>
                                        <p:tgtEl>
                                          <p:spTgt spid="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5" fill="hold">
                            <p:stCondLst>
                              <p:cond delay="12250"/>
                            </p:stCondLst>
                            <p:childTnLst>
                              <p:par>
                                <p:cTn id="27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8" dur="750"/>
                                        <p:tgtEl>
                                          <p:spTgt spid="14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9" fill="hold">
                            <p:stCondLst>
                              <p:cond delay="13000"/>
                            </p:stCondLst>
                            <p:childTnLst>
                              <p:par>
                                <p:cTn id="28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750"/>
                                        <p:tgtEl>
                                          <p:spTgt spid="14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3" fill="hold">
                            <p:stCondLst>
                              <p:cond delay="13750"/>
                            </p:stCondLst>
                            <p:childTnLst>
                              <p:par>
                                <p:cTn id="28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6" dur="750"/>
                                        <p:tgtEl>
                                          <p:spTgt spid="14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7" fill="hold">
                            <p:stCondLst>
                              <p:cond delay="14500"/>
                            </p:stCondLst>
                            <p:childTnLst>
                              <p:par>
                                <p:cTn id="28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0" dur="750"/>
                                        <p:tgtEl>
                                          <p:spTgt spid="14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1" fill="hold">
                            <p:stCondLst>
                              <p:cond delay="15250"/>
                            </p:stCondLst>
                            <p:childTnLst>
                              <p:par>
                                <p:cTn id="29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4" dur="750"/>
                                        <p:tgtEl>
                                          <p:spTgt spid="14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5" fill="hold">
                            <p:stCondLst>
                              <p:cond delay="16000"/>
                            </p:stCondLst>
                            <p:childTnLst>
                              <p:par>
                                <p:cTn id="29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8" dur="750"/>
                                        <p:tgtEl>
                                          <p:spTgt spid="14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9" fill="hold">
                            <p:stCondLst>
                              <p:cond delay="16750"/>
                            </p:stCondLst>
                            <p:childTnLst>
                              <p:par>
                                <p:cTn id="30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2" dur="750"/>
                                        <p:tgtEl>
                                          <p:spTgt spid="14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3" fill="hold">
                            <p:stCondLst>
                              <p:cond delay="17500"/>
                            </p:stCondLst>
                            <p:childTnLst>
                              <p:par>
                                <p:cTn id="30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6" dur="750"/>
                                        <p:tgtEl>
                                          <p:spTgt spid="140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7" fill="hold">
                            <p:stCondLst>
                              <p:cond delay="18250"/>
                            </p:stCondLst>
                            <p:childTnLst>
                              <p:par>
                                <p:cTn id="30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0" dur="500"/>
                                        <p:tgtEl>
                                          <p:spTgt spid="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1" fill="hold">
                            <p:stCondLst>
                              <p:cond delay="18750"/>
                            </p:stCondLst>
                            <p:childTnLst>
                              <p:par>
                                <p:cTn id="3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4" dur="500"/>
                                        <p:tgtEl>
                                          <p:spTgt spid="14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5" fill="hold">
                            <p:stCondLst>
                              <p:cond delay="19250"/>
                            </p:stCondLst>
                            <p:childTnLst>
                              <p:par>
                                <p:cTn id="3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8" dur="500"/>
                                        <p:tgtEl>
                                          <p:spTgt spid="14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9" fill="hold">
                            <p:stCondLst>
                              <p:cond delay="19750"/>
                            </p:stCondLst>
                            <p:childTnLst>
                              <p:par>
                                <p:cTn id="3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2" dur="500"/>
                                        <p:tgtEl>
                                          <p:spTgt spid="14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3" fill="hold">
                            <p:stCondLst>
                              <p:cond delay="20250"/>
                            </p:stCondLst>
                            <p:childTnLst>
                              <p:par>
                                <p:cTn id="3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6" dur="500"/>
                                        <p:tgtEl>
                                          <p:spTgt spid="14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7" fill="hold">
                            <p:stCondLst>
                              <p:cond delay="20750"/>
                            </p:stCondLst>
                            <p:childTnLst>
                              <p:par>
                                <p:cTn id="3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0" dur="500"/>
                                        <p:tgtEl>
                                          <p:spTgt spid="14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1" fill="hold">
                            <p:stCondLst>
                              <p:cond delay="21250"/>
                            </p:stCondLst>
                            <p:childTnLst>
                              <p:par>
                                <p:cTn id="3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4" dur="500"/>
                                        <p:tgtEl>
                                          <p:spTgt spid="14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5" fill="hold">
                            <p:stCondLst>
                              <p:cond delay="21750"/>
                            </p:stCondLst>
                            <p:childTnLst>
                              <p:par>
                                <p:cTn id="3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8" dur="500"/>
                                        <p:tgtEl>
                                          <p:spTgt spid="14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9" fill="hold">
                            <p:stCondLst>
                              <p:cond delay="22250"/>
                            </p:stCondLst>
                            <p:childTnLst>
                              <p:par>
                                <p:cTn id="3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2" dur="500"/>
                                        <p:tgtEl>
                                          <p:spTgt spid="142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3" fill="hold">
                            <p:stCondLst>
                              <p:cond delay="22750"/>
                            </p:stCondLst>
                            <p:childTnLst>
                              <p:par>
                                <p:cTn id="3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6" dur="750"/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7" fill="hold">
                            <p:stCondLst>
                              <p:cond delay="23500"/>
                            </p:stCondLst>
                            <p:childTnLst>
                              <p:par>
                                <p:cTn id="34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0" dur="750"/>
                                        <p:tgtEl>
                                          <p:spTgt spid="14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1" fill="hold">
                            <p:stCondLst>
                              <p:cond delay="24250"/>
                            </p:stCondLst>
                            <p:childTnLst>
                              <p:par>
                                <p:cTn id="35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4" dur="750"/>
                                        <p:tgtEl>
                                          <p:spTgt spid="14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5" fill="hold">
                            <p:stCondLst>
                              <p:cond delay="25000"/>
                            </p:stCondLst>
                            <p:childTnLst>
                              <p:par>
                                <p:cTn id="35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8" dur="750"/>
                                        <p:tgtEl>
                                          <p:spTgt spid="14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9" fill="hold">
                            <p:stCondLst>
                              <p:cond delay="25750"/>
                            </p:stCondLst>
                            <p:childTnLst>
                              <p:par>
                                <p:cTn id="36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2" dur="750"/>
                                        <p:tgtEl>
                                          <p:spTgt spid="14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3" fill="hold">
                            <p:stCondLst>
                              <p:cond delay="26500"/>
                            </p:stCondLst>
                            <p:childTnLst>
                              <p:par>
                                <p:cTn id="36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6" dur="750"/>
                                        <p:tgtEl>
                                          <p:spTgt spid="14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7" fill="hold">
                            <p:stCondLst>
                              <p:cond delay="27250"/>
                            </p:stCondLst>
                            <p:childTnLst>
                              <p:par>
                                <p:cTn id="36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0" dur="750"/>
                                        <p:tgtEl>
                                          <p:spTgt spid="14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1" fill="hold">
                            <p:stCondLst>
                              <p:cond delay="28000"/>
                            </p:stCondLst>
                            <p:childTnLst>
                              <p:par>
                                <p:cTn id="37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4" dur="750"/>
                                        <p:tgtEl>
                                          <p:spTgt spid="14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5" fill="hold">
                            <p:stCondLst>
                              <p:cond delay="28750"/>
                            </p:stCondLst>
                            <p:childTnLst>
                              <p:par>
                                <p:cTn id="37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8" dur="750"/>
                                        <p:tgtEl>
                                          <p:spTgt spid="14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Layout" preserve="1">
  <p:cSld name="Agenda Layout">
    <p:bg>
      <p:bgPr>
        <a:blipFill>
          <a:blip r:embed="rId2" cstate="print">
            <a:alphaModFix/>
          </a:blip>
          <a:stretch>
            <a:fillRect/>
          </a:stretch>
        </a:blip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21338142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825706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>
          <a:blip r:embed="rId22" cstate="print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sldNum" idx="12"/>
          </p:nvPr>
        </p:nvSpPr>
        <p:spPr>
          <a:xfrm>
            <a:off x="11089821" y="6404293"/>
            <a:ext cx="264000" cy="2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xmlns="" val="10047594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28.sv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g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5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63.png"/><Relationship Id="rId3" Type="http://schemas.openxmlformats.org/officeDocument/2006/relationships/image" Target="../media/image55.jpeg"/><Relationship Id="rId7" Type="http://schemas.openxmlformats.org/officeDocument/2006/relationships/image" Target="../media/image59.png"/><Relationship Id="rId12" Type="http://schemas.openxmlformats.org/officeDocument/2006/relationships/image" Target="../media/image6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11" Type="http://schemas.openxmlformats.org/officeDocument/2006/relationships/image" Target="../media/image61.svg"/><Relationship Id="rId5" Type="http://schemas.openxmlformats.org/officeDocument/2006/relationships/image" Target="../media/image57.png"/><Relationship Id="rId10" Type="http://schemas.openxmlformats.org/officeDocument/2006/relationships/image" Target="../media/image61.png"/><Relationship Id="rId4" Type="http://schemas.openxmlformats.org/officeDocument/2006/relationships/image" Target="../media/image56.png"/><Relationship Id="rId9" Type="http://schemas.openxmlformats.org/officeDocument/2006/relationships/image" Target="../media/image59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1.jpeg"/><Relationship Id="rId4" Type="http://schemas.openxmlformats.org/officeDocument/2006/relationships/image" Target="../media/image70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2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524000" y="1762442"/>
            <a:ext cx="9144000" cy="2387700"/>
          </a:xfrm>
        </p:spPr>
        <p:txBody>
          <a:bodyPr>
            <a:normAutofit/>
          </a:bodyPr>
          <a:lstStyle/>
          <a:p>
            <a:r>
              <a:rPr lang="fr-FR" sz="5400" dirty="0">
                <a:solidFill>
                  <a:schemeClr val="tx1"/>
                </a:solidFill>
                <a:latin typeface="Cambria" pitchFamily="18" charset="0"/>
              </a:rPr>
              <a:t>Chapitre 1</a:t>
            </a:r>
            <a:r>
              <a:rPr lang="fr-FR" dirty="0">
                <a:latin typeface="Cambria" pitchFamily="18" charset="0"/>
              </a:rPr>
              <a:t/>
            </a:r>
            <a:br>
              <a:rPr lang="fr-FR" dirty="0">
                <a:latin typeface="Cambria" pitchFamily="18" charset="0"/>
              </a:rPr>
            </a:br>
            <a:r>
              <a:rPr lang="fr-FR" dirty="0">
                <a:solidFill>
                  <a:srgbClr val="002060"/>
                </a:solidFill>
                <a:latin typeface="Cambria" pitchFamily="18" charset="0"/>
              </a:rPr>
              <a:t>Adressage IPv4</a:t>
            </a:r>
            <a:endParaRPr lang="en-US" sz="4800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body" idx="1"/>
          </p:nvPr>
        </p:nvSpPr>
        <p:spPr>
          <a:xfrm>
            <a:off x="1524000" y="4242117"/>
            <a:ext cx="9144000" cy="1655700"/>
          </a:xfrm>
        </p:spPr>
        <p:txBody>
          <a:bodyPr/>
          <a:lstStyle/>
          <a:p>
            <a:r>
              <a:rPr lang="fr-F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IP Essentials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fr-FR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ème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Année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2022/2023 </a:t>
            </a:r>
          </a:p>
        </p:txBody>
      </p:sp>
    </p:spTree>
    <p:extLst>
      <p:ext uri="{BB962C8B-B14F-4D97-AF65-F5344CB8AC3E}">
        <p14:creationId xmlns:p14="http://schemas.microsoft.com/office/powerpoint/2010/main" xmlns="" val="2981258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rrow: Pentagon 2">
            <a:extLst>
              <a:ext uri="{FF2B5EF4-FFF2-40B4-BE49-F238E27FC236}">
                <a16:creationId xmlns:a16="http://schemas.microsoft.com/office/drawing/2014/main" xmlns="" id="{2406946A-E88A-4FC8-A98C-66470F5BF273}"/>
              </a:ext>
            </a:extLst>
          </p:cNvPr>
          <p:cNvSpPr/>
          <p:nvPr/>
        </p:nvSpPr>
        <p:spPr>
          <a:xfrm>
            <a:off x="1966572" y="1825053"/>
            <a:ext cx="1483031" cy="1435061"/>
          </a:xfrm>
          <a:prstGeom prst="homePlat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CBB6A52D-40FD-452E-BB0D-53D6CD4E5EEC}"/>
              </a:ext>
            </a:extLst>
          </p:cNvPr>
          <p:cNvGrpSpPr/>
          <p:nvPr/>
        </p:nvGrpSpPr>
        <p:grpSpPr>
          <a:xfrm>
            <a:off x="2863634" y="1825054"/>
            <a:ext cx="8130021" cy="1435060"/>
            <a:chOff x="2189480" y="2153920"/>
            <a:chExt cx="7213599" cy="1137920"/>
          </a:xfrm>
          <a:solidFill>
            <a:srgbClr val="C00000"/>
          </a:solidFill>
        </p:grpSpPr>
        <p:sp>
          <p:nvSpPr>
            <p:cNvPr id="5" name="Arrow: Chevron 4">
              <a:extLst>
                <a:ext uri="{FF2B5EF4-FFF2-40B4-BE49-F238E27FC236}">
                  <a16:creationId xmlns:a16="http://schemas.microsoft.com/office/drawing/2014/main" xmlns="" id="{05A51B60-31A0-4A2E-98C1-436A01D89269}"/>
                </a:ext>
              </a:extLst>
            </p:cNvPr>
            <p:cNvSpPr/>
            <p:nvPr/>
          </p:nvSpPr>
          <p:spPr>
            <a:xfrm>
              <a:off x="2189480" y="2153920"/>
              <a:ext cx="7172960" cy="1137920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xmlns="" id="{0A22F082-B58B-48F3-8617-EC965117E881}"/>
                </a:ext>
              </a:extLst>
            </p:cNvPr>
            <p:cNvSpPr/>
            <p:nvPr/>
          </p:nvSpPr>
          <p:spPr>
            <a:xfrm>
              <a:off x="7779408" y="2153920"/>
              <a:ext cx="1623671" cy="113792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7" name="Arrow: Pentagon 6">
            <a:extLst>
              <a:ext uri="{FF2B5EF4-FFF2-40B4-BE49-F238E27FC236}">
                <a16:creationId xmlns:a16="http://schemas.microsoft.com/office/drawing/2014/main" xmlns="" id="{E167B201-31CC-441A-A350-AFE1EE2B3BFF}"/>
              </a:ext>
            </a:extLst>
          </p:cNvPr>
          <p:cNvSpPr/>
          <p:nvPr/>
        </p:nvSpPr>
        <p:spPr>
          <a:xfrm>
            <a:off x="1966572" y="3468055"/>
            <a:ext cx="1483031" cy="1013538"/>
          </a:xfrm>
          <a:prstGeom prst="homePlate">
            <a:avLst/>
          </a:prstGeom>
          <a:solidFill>
            <a:srgbClr val="EA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8F8AA9B2-6CAA-4C9E-8EFC-77CE589BA17D}"/>
              </a:ext>
            </a:extLst>
          </p:cNvPr>
          <p:cNvGrpSpPr/>
          <p:nvPr/>
        </p:nvGrpSpPr>
        <p:grpSpPr>
          <a:xfrm>
            <a:off x="3016031" y="3468054"/>
            <a:ext cx="7977623" cy="1026006"/>
            <a:chOff x="2189480" y="2153920"/>
            <a:chExt cx="7213599" cy="1021832"/>
          </a:xfrm>
          <a:solidFill>
            <a:srgbClr val="EA2B26"/>
          </a:solidFill>
        </p:grpSpPr>
        <p:sp>
          <p:nvSpPr>
            <p:cNvPr id="9" name="Arrow: Chevron 8">
              <a:extLst>
                <a:ext uri="{FF2B5EF4-FFF2-40B4-BE49-F238E27FC236}">
                  <a16:creationId xmlns:a16="http://schemas.microsoft.com/office/drawing/2014/main" xmlns="" id="{C10C4341-591E-4CAB-B9DD-FE0995D3D5EF}"/>
                </a:ext>
              </a:extLst>
            </p:cNvPr>
            <p:cNvSpPr/>
            <p:nvPr/>
          </p:nvSpPr>
          <p:spPr>
            <a:xfrm>
              <a:off x="2189480" y="2153921"/>
              <a:ext cx="7172960" cy="1021831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xmlns="" id="{E7AC3C9D-2DFE-40DB-A69D-66C32B6C0814}"/>
                </a:ext>
              </a:extLst>
            </p:cNvPr>
            <p:cNvSpPr/>
            <p:nvPr/>
          </p:nvSpPr>
          <p:spPr>
            <a:xfrm>
              <a:off x="7779408" y="2153920"/>
              <a:ext cx="1623671" cy="102183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1" name="Arrow: Pentagon 10">
            <a:extLst>
              <a:ext uri="{FF2B5EF4-FFF2-40B4-BE49-F238E27FC236}">
                <a16:creationId xmlns:a16="http://schemas.microsoft.com/office/drawing/2014/main" xmlns="" id="{346DA488-627C-4261-9B61-087BAD6D53B5}"/>
              </a:ext>
            </a:extLst>
          </p:cNvPr>
          <p:cNvSpPr/>
          <p:nvPr/>
        </p:nvSpPr>
        <p:spPr>
          <a:xfrm>
            <a:off x="1966572" y="4697404"/>
            <a:ext cx="1483031" cy="859540"/>
          </a:xfrm>
          <a:prstGeom prst="homePlate">
            <a:avLst/>
          </a:prstGeom>
          <a:solidFill>
            <a:srgbClr val="E765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xmlns="" id="{A11D901A-197C-418B-B6A8-396960BE1D69}"/>
              </a:ext>
            </a:extLst>
          </p:cNvPr>
          <p:cNvGrpSpPr/>
          <p:nvPr/>
        </p:nvGrpSpPr>
        <p:grpSpPr>
          <a:xfrm>
            <a:off x="3146658" y="4697404"/>
            <a:ext cx="7846998" cy="859540"/>
            <a:chOff x="2189480" y="2153920"/>
            <a:chExt cx="7213599" cy="1137920"/>
          </a:xfrm>
          <a:solidFill>
            <a:srgbClr val="E76541"/>
          </a:solidFill>
        </p:grpSpPr>
        <p:sp>
          <p:nvSpPr>
            <p:cNvPr id="13" name="Arrow: Chevron 12">
              <a:extLst>
                <a:ext uri="{FF2B5EF4-FFF2-40B4-BE49-F238E27FC236}">
                  <a16:creationId xmlns:a16="http://schemas.microsoft.com/office/drawing/2014/main" xmlns="" id="{764D777E-C15B-4130-9C12-E71D60F049D6}"/>
                </a:ext>
              </a:extLst>
            </p:cNvPr>
            <p:cNvSpPr/>
            <p:nvPr/>
          </p:nvSpPr>
          <p:spPr>
            <a:xfrm>
              <a:off x="2189480" y="2153920"/>
              <a:ext cx="7172960" cy="1137920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xmlns="" id="{6AAF8B01-D1CB-4816-B150-E332E631BB91}"/>
                </a:ext>
              </a:extLst>
            </p:cNvPr>
            <p:cNvSpPr/>
            <p:nvPr/>
          </p:nvSpPr>
          <p:spPr>
            <a:xfrm>
              <a:off x="7779408" y="2153920"/>
              <a:ext cx="1623671" cy="113792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Arrow: Pentagon 14">
            <a:extLst>
              <a:ext uri="{FF2B5EF4-FFF2-40B4-BE49-F238E27FC236}">
                <a16:creationId xmlns:a16="http://schemas.microsoft.com/office/drawing/2014/main" xmlns="" id="{C01B87A7-7778-4382-A241-093AECDBB725}"/>
              </a:ext>
            </a:extLst>
          </p:cNvPr>
          <p:cNvSpPr/>
          <p:nvPr/>
        </p:nvSpPr>
        <p:spPr>
          <a:xfrm>
            <a:off x="1966572" y="5733666"/>
            <a:ext cx="1483031" cy="859540"/>
          </a:xfrm>
          <a:prstGeom prst="homePlate">
            <a:avLst/>
          </a:prstGeom>
          <a:solidFill>
            <a:srgbClr val="FF71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xmlns="" id="{DCC12990-D6B3-499A-A6FE-B4070B1C13FB}"/>
              </a:ext>
            </a:extLst>
          </p:cNvPr>
          <p:cNvGrpSpPr/>
          <p:nvPr/>
        </p:nvGrpSpPr>
        <p:grpSpPr>
          <a:xfrm>
            <a:off x="3146658" y="5733666"/>
            <a:ext cx="7846998" cy="859540"/>
            <a:chOff x="2189480" y="2153920"/>
            <a:chExt cx="7213599" cy="1137920"/>
          </a:xfrm>
          <a:solidFill>
            <a:srgbClr val="FF7171"/>
          </a:solidFill>
        </p:grpSpPr>
        <p:sp>
          <p:nvSpPr>
            <p:cNvPr id="17" name="Arrow: Chevron 16">
              <a:extLst>
                <a:ext uri="{FF2B5EF4-FFF2-40B4-BE49-F238E27FC236}">
                  <a16:creationId xmlns:a16="http://schemas.microsoft.com/office/drawing/2014/main" xmlns="" id="{5ACC1D4F-F5F0-493C-97EC-27CCAE4793E7}"/>
                </a:ext>
              </a:extLst>
            </p:cNvPr>
            <p:cNvSpPr/>
            <p:nvPr/>
          </p:nvSpPr>
          <p:spPr>
            <a:xfrm>
              <a:off x="2189480" y="2153920"/>
              <a:ext cx="7172960" cy="1137920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xmlns="" id="{5048177E-8AAC-4BD6-9E7E-CB32FC318CE9}"/>
                </a:ext>
              </a:extLst>
            </p:cNvPr>
            <p:cNvSpPr/>
            <p:nvPr/>
          </p:nvSpPr>
          <p:spPr>
            <a:xfrm>
              <a:off x="7779408" y="2153920"/>
              <a:ext cx="1623671" cy="113792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37D74C06-2508-48F9-81C5-F26CAE209AA3}"/>
              </a:ext>
            </a:extLst>
          </p:cNvPr>
          <p:cNvSpPr txBox="1"/>
          <p:nvPr/>
        </p:nvSpPr>
        <p:spPr>
          <a:xfrm>
            <a:off x="2033804" y="1895354"/>
            <a:ext cx="10106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Open Sans" panose="020B0606030504020204" pitchFamily="34" charset="0"/>
                <a:ea typeface="+mn-ea"/>
                <a:cs typeface="+mn-cs"/>
              </a:rPr>
              <a:t>01</a:t>
            </a:r>
            <a:endParaRPr kumimoji="0" lang="en-GB" sz="40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71E6139F-E8FE-4138-815D-9F6011D98B25}"/>
              </a:ext>
            </a:extLst>
          </p:cNvPr>
          <p:cNvSpPr txBox="1"/>
          <p:nvPr/>
        </p:nvSpPr>
        <p:spPr>
          <a:xfrm>
            <a:off x="2033802" y="3679668"/>
            <a:ext cx="10106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Open Sans" panose="020B0606030504020204" pitchFamily="34" charset="0"/>
                <a:ea typeface="+mn-ea"/>
                <a:cs typeface="+mn-cs"/>
              </a:rPr>
              <a:t>0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Open Sans" panose="020B0606030504020204" pitchFamily="34" charset="0"/>
                <a:ea typeface="+mn-ea"/>
                <a:cs typeface="+mn-cs"/>
              </a:rPr>
              <a:t>2</a:t>
            </a:r>
            <a:endParaRPr kumimoji="0" lang="en-GB" sz="40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2C85917B-D991-438C-83DE-588266699511}"/>
              </a:ext>
            </a:extLst>
          </p:cNvPr>
          <p:cNvSpPr txBox="1"/>
          <p:nvPr/>
        </p:nvSpPr>
        <p:spPr>
          <a:xfrm>
            <a:off x="2033803" y="4785589"/>
            <a:ext cx="10106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Open Sans" panose="020B0606030504020204" pitchFamily="34" charset="0"/>
                <a:ea typeface="+mn-ea"/>
                <a:cs typeface="+mn-cs"/>
              </a:rPr>
              <a:t>0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Open Sans" panose="020B0606030504020204" pitchFamily="34" charset="0"/>
                <a:ea typeface="+mn-ea"/>
                <a:cs typeface="+mn-cs"/>
              </a:rPr>
              <a:t>3</a:t>
            </a:r>
            <a:endParaRPr kumimoji="0" lang="en-GB" sz="40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7F6849BB-5FCC-484A-B778-5DF97AA35EEA}"/>
              </a:ext>
            </a:extLst>
          </p:cNvPr>
          <p:cNvSpPr txBox="1"/>
          <p:nvPr/>
        </p:nvSpPr>
        <p:spPr>
          <a:xfrm>
            <a:off x="2033804" y="5809493"/>
            <a:ext cx="10106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Open Sans" panose="020B0606030504020204" pitchFamily="34" charset="0"/>
                <a:ea typeface="+mn-ea"/>
                <a:cs typeface="+mn-cs"/>
              </a:rPr>
              <a:t>0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Open Sans" panose="020B0606030504020204" pitchFamily="34" charset="0"/>
                <a:ea typeface="+mn-ea"/>
                <a:cs typeface="+mn-cs"/>
              </a:rPr>
              <a:t>4</a:t>
            </a:r>
            <a:endParaRPr kumimoji="0" lang="en-GB" sz="40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E21C088E-E866-46D0-A590-EC9B0F38B034}"/>
              </a:ext>
            </a:extLst>
          </p:cNvPr>
          <p:cNvSpPr txBox="1"/>
          <p:nvPr/>
        </p:nvSpPr>
        <p:spPr>
          <a:xfrm>
            <a:off x="3557029" y="1909131"/>
            <a:ext cx="7280860" cy="1410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15000"/>
              </a:lnSpc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fr-FR" sz="2000" dirty="0">
                <a:solidFill>
                  <a:srgbClr val="000000"/>
                </a:solidFill>
                <a:effectLst/>
                <a:latin typeface="Cambria" pitchFamily="18" charset="0"/>
                <a:ea typeface="Times New Roman" panose="02020603050405020304" pitchFamily="18" charset="0"/>
              </a:rPr>
              <a:t>Définir l</a:t>
            </a:r>
            <a:r>
              <a:rPr lang="x-none" sz="2000" dirty="0">
                <a:solidFill>
                  <a:srgbClr val="000000"/>
                </a:solidFill>
                <a:effectLst/>
                <a:latin typeface="Cambria" pitchFamily="18" charset="0"/>
                <a:ea typeface="Times New Roman" panose="02020603050405020304" pitchFamily="18" charset="0"/>
              </a:rPr>
              <a:t>es protocoles de la couche réseau</a:t>
            </a:r>
            <a:r>
              <a:rPr lang="fr-FR" sz="2000" dirty="0">
                <a:solidFill>
                  <a:srgbClr val="000000"/>
                </a:solidFill>
                <a:effectLst/>
                <a:latin typeface="Cambria" pitchFamily="18" charset="0"/>
                <a:ea typeface="Times New Roman" panose="02020603050405020304" pitchFamily="18" charset="0"/>
              </a:rPr>
              <a:t> (IPv4 et IPv6)</a:t>
            </a:r>
            <a:endParaRPr lang="x-none" sz="2000" dirty="0">
              <a:solidFill>
                <a:srgbClr val="000000"/>
              </a:solidFill>
              <a:effectLst/>
              <a:latin typeface="Cambria" pitchFamily="18" charset="0"/>
              <a:ea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fr-FR" sz="2000" dirty="0">
                <a:solidFill>
                  <a:srgbClr val="000000"/>
                </a:solidFill>
                <a:latin typeface="Cambria" pitchFamily="18" charset="0"/>
                <a:ea typeface="Times New Roman" panose="02020603050405020304" pitchFamily="18" charset="0"/>
                <a:cs typeface="Calibri" panose="020F0502020204030204" pitchFamily="34" charset="0"/>
              </a:rPr>
              <a:t>Définir le masque de sous-réseau</a:t>
            </a:r>
          </a:p>
          <a:p>
            <a:pPr marL="342900" indent="-342900" algn="just">
              <a:lnSpc>
                <a:spcPct val="115000"/>
              </a:lnSpc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fr-FR" sz="2000" dirty="0">
                <a:solidFill>
                  <a:srgbClr val="000000"/>
                </a:solidFill>
                <a:latin typeface="Cambria" pitchFamily="18" charset="0"/>
                <a:ea typeface="Times New Roman" panose="02020603050405020304" pitchFamily="18" charset="0"/>
                <a:cs typeface="Calibri" panose="020F0502020204030204" pitchFamily="34" charset="0"/>
              </a:rPr>
              <a:t>Calculer les adresses réseau, d'hôte et de diffusion</a:t>
            </a:r>
            <a:endParaRPr lang="x-none" sz="2000" dirty="0">
              <a:solidFill>
                <a:srgbClr val="000000"/>
              </a:solidFill>
              <a:latin typeface="Cambria" pitchFamily="18" charset="0"/>
              <a:ea typeface="Times New Roman" panose="02020603050405020304" pitchFamily="18" charset="0"/>
              <a:cs typeface="Calibri" panose="020F050202020403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3CD07221-9231-4F26-9A19-5BA28ED1E8FE}"/>
              </a:ext>
            </a:extLst>
          </p:cNvPr>
          <p:cNvSpPr txBox="1"/>
          <p:nvPr/>
        </p:nvSpPr>
        <p:spPr>
          <a:xfrm>
            <a:off x="3633497" y="3523993"/>
            <a:ext cx="6860334" cy="779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15000"/>
              </a:lnSpc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fr-FR" sz="2000" dirty="0">
                <a:solidFill>
                  <a:srgbClr val="000000"/>
                </a:solidFill>
                <a:latin typeface="Cambria" pitchFamily="18" charset="0"/>
                <a:ea typeface="Times New Roman" panose="02020603050405020304" pitchFamily="18" charset="0"/>
                <a:cs typeface="Calibri" panose="020F0502020204030204" pitchFamily="34" charset="0"/>
              </a:rPr>
              <a:t>Citer les différents types de communication IPv4 (</a:t>
            </a:r>
            <a:r>
              <a:rPr lang="fr-FR" sz="2000" dirty="0">
                <a:solidFill>
                  <a:srgbClr val="000000"/>
                </a:solidFill>
                <a:latin typeface="Cambria" pitchFamily="18" charset="0"/>
                <a:ea typeface="Cambria" panose="02040503050406030204" pitchFamily="18" charset="0"/>
                <a:cs typeface="Calibri" panose="020F0502020204030204" pitchFamily="34" charset="0"/>
              </a:rPr>
              <a:t>monodiffusion</a:t>
            </a:r>
            <a:r>
              <a:rPr lang="fr-FR" sz="2000" dirty="0">
                <a:solidFill>
                  <a:srgbClr val="000000"/>
                </a:solidFill>
                <a:latin typeface="Cambria" pitchFamily="18" charset="0"/>
                <a:ea typeface="Times New Roman" panose="02020603050405020304" pitchFamily="18" charset="0"/>
                <a:cs typeface="Calibri" panose="020F0502020204030204" pitchFamily="34" charset="0"/>
              </a:rPr>
              <a:t>, diffusion et multidiffusion)</a:t>
            </a:r>
            <a:endParaRPr lang="x-none" sz="2000" dirty="0">
              <a:solidFill>
                <a:srgbClr val="000000"/>
              </a:solidFill>
              <a:latin typeface="Cambria" pitchFamily="18" charset="0"/>
              <a:ea typeface="Times New Roman" panose="02020603050405020304" pitchFamily="18" charset="0"/>
              <a:cs typeface="Calibri" panose="020F050202020403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3978BFEB-19D5-4599-8DF0-E2CD5C9AF99B}"/>
              </a:ext>
            </a:extLst>
          </p:cNvPr>
          <p:cNvSpPr txBox="1"/>
          <p:nvPr/>
        </p:nvSpPr>
        <p:spPr>
          <a:xfrm>
            <a:off x="3675162" y="4835397"/>
            <a:ext cx="6997837" cy="417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15000"/>
              </a:lnSpc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fr-FR" sz="2000" dirty="0">
                <a:solidFill>
                  <a:srgbClr val="000000"/>
                </a:solidFill>
                <a:latin typeface="Cambria" panose="02040503050406030204" pitchFamily="18" charset="0"/>
                <a:ea typeface="Times New Roman" panose="02020603050405020304" pitchFamily="18" charset="0"/>
              </a:rPr>
              <a:t>Différencier les adresses IPv4 publiques et privées</a:t>
            </a:r>
            <a:endParaRPr lang="x-none" sz="32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6B8A5CA9-CA74-4789-AA2A-7339342AAAF1}"/>
              </a:ext>
            </a:extLst>
          </p:cNvPr>
          <p:cNvSpPr txBox="1"/>
          <p:nvPr/>
        </p:nvSpPr>
        <p:spPr>
          <a:xfrm>
            <a:off x="3675162" y="5756107"/>
            <a:ext cx="6784405" cy="777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15000"/>
              </a:lnSpc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fr-FR" sz="2000" dirty="0">
                <a:solidFill>
                  <a:srgbClr val="000000"/>
                </a:solidFill>
                <a:latin typeface="Cambria" panose="02040503050406030204" pitchFamily="18" charset="0"/>
                <a:ea typeface="Times New Roman" panose="02020603050405020304" pitchFamily="18" charset="0"/>
              </a:rPr>
              <a:t>Distinguer les adresses spécifiques (</a:t>
            </a:r>
            <a:r>
              <a:rPr lang="fr-FR" sz="2000" dirty="0">
                <a:solidFill>
                  <a:srgbClr val="000000"/>
                </a:solidFill>
                <a:latin typeface="Cambria" panose="02040503050406030204" pitchFamily="18" charset="0"/>
                <a:ea typeface="MS PGothic" panose="020B0600070205080204" pitchFamily="34" charset="-128"/>
              </a:rPr>
              <a:t>Loopback</a:t>
            </a:r>
            <a:r>
              <a:rPr lang="fr-FR" sz="2000" dirty="0">
                <a:solidFill>
                  <a:srgbClr val="000000"/>
                </a:solidFill>
                <a:latin typeface="Cambria" panose="02040503050406030204" pitchFamily="18" charset="0"/>
                <a:ea typeface="Times New Roman" panose="02020603050405020304" pitchFamily="18" charset="0"/>
              </a:rPr>
              <a:t>, </a:t>
            </a:r>
            <a:r>
              <a:rPr lang="fr-FR" sz="2000" dirty="0">
                <a:solidFill>
                  <a:srgbClr val="000000"/>
                </a:solidFill>
                <a:latin typeface="Cambria" panose="02040503050406030204" pitchFamily="18" charset="0"/>
                <a:ea typeface="MS PGothic" panose="020B0600070205080204" pitchFamily="34" charset="-128"/>
              </a:rPr>
              <a:t>Link-Local</a:t>
            </a:r>
            <a:r>
              <a:rPr lang="fr-FR" sz="2000" dirty="0">
                <a:solidFill>
                  <a:srgbClr val="000000"/>
                </a:solidFill>
                <a:latin typeface="Cambria" panose="02040503050406030204" pitchFamily="18" charset="0"/>
                <a:ea typeface="Times New Roman" panose="02020603050405020304" pitchFamily="18" charset="0"/>
              </a:rPr>
              <a:t> et </a:t>
            </a:r>
            <a:r>
              <a:rPr lang="fr-FR" sz="2000" dirty="0">
                <a:solidFill>
                  <a:srgbClr val="000000"/>
                </a:solidFill>
                <a:latin typeface="Cambria" panose="02040503050406030204" pitchFamily="18" charset="0"/>
                <a:ea typeface="MS PGothic" panose="020B0600070205080204" pitchFamily="34" charset="-128"/>
              </a:rPr>
              <a:t>TEST-NET</a:t>
            </a:r>
            <a:r>
              <a:rPr lang="fr-FR" sz="2000" dirty="0">
                <a:solidFill>
                  <a:srgbClr val="000000"/>
                </a:solidFill>
                <a:latin typeface="Cambria" panose="02040503050406030204" pitchFamily="18" charset="0"/>
                <a:ea typeface="Times New Roman" panose="02020603050405020304" pitchFamily="18" charset="0"/>
              </a:rPr>
              <a:t>)</a:t>
            </a:r>
            <a:endParaRPr lang="x-none" sz="32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3" name="Rectangle 2">
            <a:extLst>
              <a:ext uri="{FF2B5EF4-FFF2-40B4-BE49-F238E27FC236}">
                <a16:creationId xmlns:a16="http://schemas.microsoft.com/office/drawing/2014/main" xmlns="" id="{6F82EB86-8566-4AD4-BE3B-7F5A382E6786}"/>
              </a:ext>
            </a:extLst>
          </p:cNvPr>
          <p:cNvSpPr txBox="1">
            <a:spLocks noChangeArrowheads="1"/>
          </p:cNvSpPr>
          <p:nvPr/>
        </p:nvSpPr>
        <p:spPr>
          <a:xfrm>
            <a:off x="1289947" y="42774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>
                <a:solidFill>
                  <a:schemeClr val="tx2">
                    <a:lumMod val="75000"/>
                  </a:schemeClr>
                </a:solidFill>
                <a:latin typeface="Cambria" pitchFamily="18" charset="0"/>
              </a:rPr>
              <a:t>Objectifs du chapitre</a:t>
            </a:r>
            <a:endParaRPr lang="fr-FR" sz="4000" dirty="0">
              <a:solidFill>
                <a:schemeClr val="tx2">
                  <a:lumMod val="75000"/>
                </a:schemeClr>
              </a:solidFill>
              <a:latin typeface="Cambria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lide Number Placeholder 3">
            <a:extLst>
              <a:ext uri="{FF2B5EF4-FFF2-40B4-BE49-F238E27FC236}">
                <a16:creationId xmlns:a16="http://schemas.microsoft.com/office/drawing/2014/main" xmlns="" id="{F7AA9200-A460-4630-9E30-B6A6FB00709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779135" y="6502204"/>
            <a:ext cx="350400" cy="338514"/>
          </a:xfrm>
        </p:spPr>
        <p:txBody>
          <a:bodyPr/>
          <a:lstStyle/>
          <a:p>
            <a:fld id="{00000000-1234-1234-1234-123412341234}" type="slidenum">
              <a:rPr lang="fr-FR" sz="1600" b="1" smtClean="0"/>
              <a:pPr/>
              <a:t>2</a:t>
            </a:fld>
            <a:endParaRPr lang="fr-FR" sz="1600" b="1" dirty="0"/>
          </a:p>
        </p:txBody>
      </p:sp>
    </p:spTree>
    <p:extLst>
      <p:ext uri="{BB962C8B-B14F-4D97-AF65-F5344CB8AC3E}">
        <p14:creationId xmlns:p14="http://schemas.microsoft.com/office/powerpoint/2010/main" xmlns="" val="3025751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8409D7F5-20AD-401A-9BEB-8074274A35A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fr-FR" smtClean="0"/>
              <a:pPr/>
              <a:t>3</a:t>
            </a:fld>
            <a:endParaRPr lang="fr-F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27C0C73C-35AC-4473-879B-C8935831FF8E}"/>
              </a:ext>
            </a:extLst>
          </p:cNvPr>
          <p:cNvSpPr txBox="1"/>
          <p:nvPr/>
        </p:nvSpPr>
        <p:spPr>
          <a:xfrm>
            <a:off x="1259174" y="1113737"/>
            <a:ext cx="10223292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5000" b="1" i="1" dirty="0">
                <a:solidFill>
                  <a:srgbClr val="002060"/>
                </a:solidFill>
                <a:latin typeface="Cambria" pitchFamily="18" charset="0"/>
                <a:cs typeface="Calibri" panose="020F0502020204030204" pitchFamily="34" charset="0"/>
              </a:rPr>
              <a:t>Les protocoles de la couche réseau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D91BFD6E-C9C4-4895-8402-6DD3F7DE65D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168127" y="2597541"/>
            <a:ext cx="4121434" cy="20151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xmlns="" val="2626018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AC7695A-5A1C-4445-819D-655E927FEB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fr-FR" smtClean="0"/>
              <a:pPr/>
              <a:t>4</a:t>
            </a:fld>
            <a:endParaRPr lang="fr-FR" dirty="0"/>
          </a:p>
        </p:txBody>
      </p:sp>
      <p:sp>
        <p:nvSpPr>
          <p:cNvPr id="8" name="Titre 2">
            <a:extLst>
              <a:ext uri="{FF2B5EF4-FFF2-40B4-BE49-F238E27FC236}">
                <a16:creationId xmlns:a16="http://schemas.microsoft.com/office/drawing/2014/main" xmlns="" id="{F3E5DC87-0138-42D0-A5BC-DE488BFB6E6E}"/>
              </a:ext>
            </a:extLst>
          </p:cNvPr>
          <p:cNvSpPr txBox="1">
            <a:spLocks/>
          </p:cNvSpPr>
          <p:nvPr/>
        </p:nvSpPr>
        <p:spPr>
          <a:xfrm>
            <a:off x="1350164" y="512867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b="1" i="1" dirty="0">
                <a:effectLst/>
                <a:latin typeface="Cambria" pitchFamily="18" charset="0"/>
                <a:cs typeface="Calibri" panose="020F0502020204030204" pitchFamily="34" charset="0"/>
              </a:rPr>
              <a:t>La couche réseau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0ADE0A1D-DFA5-4A89-8FE7-B03EF9A2C5FC}"/>
              </a:ext>
            </a:extLst>
          </p:cNvPr>
          <p:cNvSpPr/>
          <p:nvPr/>
        </p:nvSpPr>
        <p:spPr>
          <a:xfrm>
            <a:off x="5966084" y="2903652"/>
            <a:ext cx="5899679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sz="2200" dirty="0">
                <a:latin typeface="Cambria" pitchFamily="18" charset="0"/>
                <a:cs typeface="Calibri" panose="020F0502020204030204" pitchFamily="34" charset="0"/>
              </a:rPr>
              <a:t>Pour effectuer ce </a:t>
            </a:r>
            <a:r>
              <a:rPr lang="fr-FR" sz="2200" dirty="0" smtClean="0">
                <a:latin typeface="Cambria" pitchFamily="18" charset="0"/>
                <a:cs typeface="Calibri" panose="020F0502020204030204" pitchFamily="34" charset="0"/>
              </a:rPr>
              <a:t>transport, </a:t>
            </a:r>
            <a:r>
              <a:rPr lang="fr-FR" sz="2200" dirty="0">
                <a:latin typeface="Cambria" pitchFamily="18" charset="0"/>
                <a:cs typeface="Calibri" panose="020F0502020204030204" pitchFamily="34" charset="0"/>
              </a:rPr>
              <a:t>la couche réseau utilise quatre processus de base :</a:t>
            </a:r>
          </a:p>
          <a:p>
            <a:pPr algn="just"/>
            <a:endParaRPr lang="fr-FR" sz="2200" dirty="0">
              <a:latin typeface="Cambria" pitchFamily="18" charset="0"/>
              <a:cs typeface="Calibri" panose="020F0502020204030204" pitchFamily="34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fr-FR" sz="2200" b="1" dirty="0">
                <a:solidFill>
                  <a:srgbClr val="C00000"/>
                </a:solidFill>
                <a:latin typeface="Cambria" pitchFamily="18" charset="0"/>
                <a:cs typeface="Calibri" panose="020F0502020204030204" pitchFamily="34" charset="0"/>
              </a:rPr>
              <a:t>  L'adressage des périphériques finaux .</a:t>
            </a:r>
          </a:p>
          <a:p>
            <a:pPr algn="just">
              <a:buFont typeface="Arial" pitchFamily="34" charset="0"/>
              <a:buChar char="•"/>
            </a:pPr>
            <a:r>
              <a:rPr lang="fr-FR" sz="2200" b="1" dirty="0">
                <a:solidFill>
                  <a:srgbClr val="C00000"/>
                </a:solidFill>
                <a:latin typeface="Cambria" pitchFamily="18" charset="0"/>
                <a:cs typeface="Calibri" panose="020F0502020204030204" pitchFamily="34" charset="0"/>
              </a:rPr>
              <a:t>  L'encapsulation </a:t>
            </a:r>
          </a:p>
          <a:p>
            <a:pPr algn="just">
              <a:buFont typeface="Arial" pitchFamily="34" charset="0"/>
              <a:buChar char="•"/>
            </a:pPr>
            <a:r>
              <a:rPr lang="fr-FR" sz="2200" b="1" dirty="0">
                <a:solidFill>
                  <a:srgbClr val="C00000"/>
                </a:solidFill>
                <a:latin typeface="Cambria" pitchFamily="18" charset="0"/>
                <a:cs typeface="Calibri" panose="020F0502020204030204" pitchFamily="34" charset="0"/>
              </a:rPr>
              <a:t>  Le routage</a:t>
            </a:r>
          </a:p>
          <a:p>
            <a:pPr algn="just">
              <a:buFont typeface="Arial" pitchFamily="34" charset="0"/>
              <a:buChar char="•"/>
            </a:pPr>
            <a:r>
              <a:rPr lang="fr-FR" sz="2200" b="1" dirty="0">
                <a:solidFill>
                  <a:srgbClr val="C00000"/>
                </a:solidFill>
                <a:latin typeface="Cambria" pitchFamily="18" charset="0"/>
                <a:cs typeface="Calibri" panose="020F0502020204030204" pitchFamily="34" charset="0"/>
              </a:rPr>
              <a:t>  La désencapsulation</a:t>
            </a:r>
            <a:r>
              <a:rPr lang="fr-FR" sz="2200" dirty="0">
                <a:solidFill>
                  <a:srgbClr val="C00000"/>
                </a:solidFill>
                <a:latin typeface="Cambria" pitchFamily="18" charset="0"/>
                <a:cs typeface="Calibri" panose="020F0502020204030204" pitchFamily="34" charset="0"/>
              </a:rPr>
              <a:t>   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64A99665-C243-4CFF-9D40-52A5D87E71E3}"/>
              </a:ext>
            </a:extLst>
          </p:cNvPr>
          <p:cNvSpPr txBox="1"/>
          <p:nvPr/>
        </p:nvSpPr>
        <p:spPr>
          <a:xfrm>
            <a:off x="5966085" y="1264700"/>
            <a:ext cx="5576341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2200" b="0" i="0" dirty="0">
                <a:effectLst/>
                <a:latin typeface="Cambria" pitchFamily="18" charset="0"/>
                <a:cs typeface="Calibri" panose="020F0502020204030204" pitchFamily="34" charset="0"/>
              </a:rPr>
              <a:t>La couche réseau, ou couche 3 du modèle OSI, fournit des services permettant aux périphériques finaux d'échanger des données sur le réseau. </a:t>
            </a:r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xmlns="" id="{A3B659B8-F270-4516-B67A-E26554C329A9}"/>
              </a:ext>
            </a:extLst>
          </p:cNvPr>
          <p:cNvSpPr txBox="1">
            <a:spLocks/>
          </p:cNvSpPr>
          <p:nvPr/>
        </p:nvSpPr>
        <p:spPr>
          <a:xfrm>
            <a:off x="4226871" y="6190834"/>
            <a:ext cx="245459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defPPr>
              <a:defRPr lang="en-US"/>
            </a:defPPr>
            <a:lvl1pPr marL="0" marR="0" lv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600" b="1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194EA0E9-6AA5-4C72-ADD8-CBD3FCBC5038}" type="slidenum">
              <a:rPr lang="fr-FR" smtClean="0"/>
              <a:pPr/>
              <a:t>4</a:t>
            </a:fld>
            <a:endParaRPr lang="fr-FR"/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xmlns="" id="{8C16DA0D-DF61-4C2A-9905-6009044C1C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3985" y="1398436"/>
            <a:ext cx="5296525" cy="5388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940BD755-4127-43D8-BEF6-508CB852C717}"/>
              </a:ext>
            </a:extLst>
          </p:cNvPr>
          <p:cNvSpPr/>
          <p:nvPr/>
        </p:nvSpPr>
        <p:spPr>
          <a:xfrm>
            <a:off x="13985" y="4473313"/>
            <a:ext cx="5332518" cy="727333"/>
          </a:xfrm>
          <a:prstGeom prst="rect">
            <a:avLst/>
          </a:prstGeom>
          <a:solidFill>
            <a:schemeClr val="tx1">
              <a:alpha val="2000"/>
            </a:schemeClr>
          </a:solidFill>
          <a:ln w="47625">
            <a:solidFill>
              <a:srgbClr val="CA1814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xmlns="" val="647063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5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AC7695A-5A1C-4445-819D-655E927FEB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fr-FR" smtClean="0"/>
              <a:pPr/>
              <a:t>5</a:t>
            </a:fld>
            <a:endParaRPr lang="fr-FR" dirty="0"/>
          </a:p>
        </p:txBody>
      </p:sp>
      <p:sp>
        <p:nvSpPr>
          <p:cNvPr id="8" name="Titre 2">
            <a:extLst>
              <a:ext uri="{FF2B5EF4-FFF2-40B4-BE49-F238E27FC236}">
                <a16:creationId xmlns:a16="http://schemas.microsoft.com/office/drawing/2014/main" xmlns="" id="{F3E5DC87-0138-42D0-A5BC-DE488BFB6E6E}"/>
              </a:ext>
            </a:extLst>
          </p:cNvPr>
          <p:cNvSpPr txBox="1">
            <a:spLocks/>
          </p:cNvSpPr>
          <p:nvPr/>
        </p:nvSpPr>
        <p:spPr>
          <a:xfrm>
            <a:off x="1350164" y="512867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b="1" i="1" dirty="0" smtClean="0">
                <a:effectLst/>
                <a:latin typeface="Cambria" pitchFamily="18" charset="0"/>
                <a:cs typeface="Calibri" panose="020F0502020204030204" pitchFamily="34" charset="0"/>
              </a:rPr>
              <a:t>L’encapsulation/dé encapsulation </a:t>
            </a:r>
            <a:r>
              <a:rPr lang="fr-FR" sz="3200" b="1" i="1" dirty="0" smtClean="0">
                <a:effectLst/>
                <a:latin typeface="Cambria" pitchFamily="18" charset="0"/>
                <a:cs typeface="Calibri" panose="020F0502020204030204" pitchFamily="34" charset="0"/>
              </a:rPr>
              <a:t>(Rappel)</a:t>
            </a:r>
            <a:endParaRPr lang="fr-FR" b="1" i="1" dirty="0">
              <a:effectLst/>
              <a:latin typeface="Cambria" pitchFamily="18" charset="0"/>
              <a:cs typeface="Calibri" panose="020F050202020403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899646" y="4231339"/>
            <a:ext cx="5029199" cy="49305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814047" y="3702422"/>
            <a:ext cx="3191436" cy="50202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737411" y="3146610"/>
            <a:ext cx="2268072" cy="52891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62199" y="4769223"/>
            <a:ext cx="1909483" cy="457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Physique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2198" y="4240305"/>
            <a:ext cx="1909483" cy="457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Liaison de données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2197" y="3711387"/>
            <a:ext cx="1909483" cy="457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Réseau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2197" y="3182469"/>
            <a:ext cx="1909483" cy="457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Transport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2196" y="2653551"/>
            <a:ext cx="1909483" cy="457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Session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2196" y="2124633"/>
            <a:ext cx="1909483" cy="457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Présentation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2195" y="1595715"/>
            <a:ext cx="1909483" cy="457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Application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78024" y="4699547"/>
            <a:ext cx="1909483" cy="457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Physique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78023" y="4170629"/>
            <a:ext cx="1909483" cy="457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Liaison de données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78022" y="3641711"/>
            <a:ext cx="1909483" cy="457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Réseau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78022" y="3112793"/>
            <a:ext cx="1909483" cy="457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Transport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78021" y="2583875"/>
            <a:ext cx="1909483" cy="457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Session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378021" y="2054957"/>
            <a:ext cx="1909483" cy="457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Présentation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78020" y="1526039"/>
            <a:ext cx="1909483" cy="457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Application</a:t>
            </a:r>
          </a:p>
        </p:txBody>
      </p:sp>
      <p:pic>
        <p:nvPicPr>
          <p:cNvPr id="31" name="Picture 2" descr="Computer PC Full Set Price, Specifications, Features &amp; Review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959219" y="5357252"/>
            <a:ext cx="1715434" cy="102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2" descr="Computer PC Full Set Price, Specifications, Features &amp; Review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9603442" y="5287576"/>
            <a:ext cx="1715434" cy="102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Rectangle 32"/>
          <p:cNvSpPr/>
          <p:nvPr/>
        </p:nvSpPr>
        <p:spPr>
          <a:xfrm>
            <a:off x="6669741" y="1595715"/>
            <a:ext cx="1335742" cy="457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Données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69741" y="2124633"/>
            <a:ext cx="1335742" cy="457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Données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69741" y="2653551"/>
            <a:ext cx="1335742" cy="457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Données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69741" y="3182469"/>
            <a:ext cx="1335742" cy="457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Données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737411" y="3182469"/>
            <a:ext cx="851647" cy="457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Entête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89611" y="3182469"/>
            <a:ext cx="1335742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Segment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737411" y="3711387"/>
            <a:ext cx="2268072" cy="457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Segment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14047" y="3711387"/>
            <a:ext cx="851647" cy="457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Entête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343834" y="3711387"/>
            <a:ext cx="1335742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Paquet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818528" y="4240305"/>
            <a:ext cx="3191436" cy="457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Paquet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899646" y="4240305"/>
            <a:ext cx="851647" cy="457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Entête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0305" y="4240305"/>
            <a:ext cx="878541" cy="457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Enqueue</a:t>
            </a:r>
            <a:endParaRPr kumimoji="0" lang="fr-F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850118" y="4249268"/>
            <a:ext cx="1335742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Trame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895165" y="4706468"/>
            <a:ext cx="5042647" cy="45720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100011010101001110101010100101110</a:t>
            </a:r>
          </a:p>
        </p:txBody>
      </p:sp>
      <p:sp>
        <p:nvSpPr>
          <p:cNvPr id="47" name="Right Arrow 4"/>
          <p:cNvSpPr/>
          <p:nvPr/>
        </p:nvSpPr>
        <p:spPr>
          <a:xfrm>
            <a:off x="3063716" y="5995716"/>
            <a:ext cx="6192000" cy="89647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5253316" y="6127750"/>
            <a:ext cx="1335742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Emission</a:t>
            </a:r>
          </a:p>
        </p:txBody>
      </p:sp>
      <p:sp>
        <p:nvSpPr>
          <p:cNvPr id="49" name="Right Arrow 41"/>
          <p:cNvSpPr/>
          <p:nvPr/>
        </p:nvSpPr>
        <p:spPr>
          <a:xfrm rot="5400000">
            <a:off x="1038892" y="3479147"/>
            <a:ext cx="3960000" cy="89647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7397918" y="5351928"/>
            <a:ext cx="181646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Décapsulation</a:t>
            </a:r>
          </a:p>
        </p:txBody>
      </p:sp>
      <p:sp>
        <p:nvSpPr>
          <p:cNvPr id="51" name="Right Arrow 43"/>
          <p:cNvSpPr/>
          <p:nvPr/>
        </p:nvSpPr>
        <p:spPr>
          <a:xfrm rot="16200000">
            <a:off x="7234378" y="3525170"/>
            <a:ext cx="3960000" cy="89647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2934833" y="5378822"/>
            <a:ext cx="181646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Encapsulation</a:t>
            </a:r>
          </a:p>
        </p:txBody>
      </p:sp>
      <p:cxnSp>
        <p:nvCxnSpPr>
          <p:cNvPr id="53" name="Straight Connector 45"/>
          <p:cNvCxnSpPr/>
          <p:nvPr/>
        </p:nvCxnSpPr>
        <p:spPr>
          <a:xfrm flipV="1">
            <a:off x="3895165" y="4249268"/>
            <a:ext cx="856128" cy="378561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4" name="Straight Connector 47"/>
          <p:cNvCxnSpPr/>
          <p:nvPr/>
        </p:nvCxnSpPr>
        <p:spPr>
          <a:xfrm flipV="1">
            <a:off x="8072718" y="4266175"/>
            <a:ext cx="851646" cy="406677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5" name="Straight Connector 49"/>
          <p:cNvCxnSpPr/>
          <p:nvPr/>
        </p:nvCxnSpPr>
        <p:spPr>
          <a:xfrm flipV="1">
            <a:off x="4821873" y="3711387"/>
            <a:ext cx="843821" cy="447212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6" name="Straight Connector 51"/>
          <p:cNvCxnSpPr/>
          <p:nvPr/>
        </p:nvCxnSpPr>
        <p:spPr>
          <a:xfrm flipV="1">
            <a:off x="5737411" y="3200911"/>
            <a:ext cx="843821" cy="447212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647063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5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50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000"/>
                            </p:stCondLst>
                            <p:childTnLst>
                              <p:par>
                                <p:cTn id="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500"/>
                            </p:stCondLst>
                            <p:childTnLst>
                              <p:par>
                                <p:cTn id="9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2000"/>
                            </p:stCondLst>
                            <p:childTnLst>
                              <p:par>
                                <p:cTn id="9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" dur="500" tmFilter="0, 0; .2, .5; .8, .5; 1, 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3" dur="250" autoRev="1" fill="hold"/>
                                        <p:tgtEl>
                                          <p:spTgt spid="4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9" presetClass="emph" presetSubtype="0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32" dur="indefinite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33" dur="indefinite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35" dur="indefinite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36" dur="indefinite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49" dur="indefinite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50" dur="indefinite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500"/>
                            </p:stCondLst>
                            <p:childTnLst>
                              <p:par>
                                <p:cTn id="160" presetID="9" presetClass="emph" presetSubtype="0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61" dur="indefinite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62" dur="indefinite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2" dur="500" tmFilter="0, 0; .2, .5; .8, .5; 1, 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3" dur="250" autoRev="1" fill="hold"/>
                                        <p:tgtEl>
                                          <p:spTgt spid="3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0" dur="500" tmFilter="0, 0; .2, .5; .8, .5; 1, 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1" dur="250" autoRev="1" fill="hold"/>
                                        <p:tgtEl>
                                          <p:spTgt spid="3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8" dur="500" tmFilter="0, 0; .2, .5; .8, .5; 1, 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9" dur="250" autoRev="1" fill="hold"/>
                                        <p:tgtEl>
                                          <p:spTgt spid="3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3" grpId="0" animBg="1"/>
      <p:bldP spid="33" grpId="1" animBg="1"/>
      <p:bldP spid="34" grpId="0" animBg="1"/>
      <p:bldP spid="34" grpId="1" animBg="1"/>
      <p:bldP spid="35" grpId="0" animBg="1"/>
      <p:bldP spid="35" grpId="1" animBg="1"/>
      <p:bldP spid="36" grpId="0" animBg="1"/>
      <p:bldP spid="37" grpId="0" animBg="1"/>
      <p:bldP spid="37" grpId="1" animBg="1"/>
      <p:bldP spid="38" grpId="0" animBg="1"/>
      <p:bldP spid="39" grpId="0" animBg="1"/>
      <p:bldP spid="40" grpId="0" animBg="1"/>
      <p:bldP spid="40" grpId="1" animBg="1"/>
      <p:bldP spid="41" grpId="0" animBg="1"/>
      <p:bldP spid="42" grpId="0" animBg="1"/>
      <p:bldP spid="43" grpId="0" animBg="1"/>
      <p:bldP spid="43" grpId="1" animBg="1"/>
      <p:bldP spid="44" grpId="0" animBg="1"/>
      <p:bldP spid="44" grpId="1" animBg="1"/>
      <p:bldP spid="45" grpId="0"/>
      <p:bldP spid="46" grpId="0" animBg="1"/>
      <p:bldP spid="46" grpId="1" animBg="1"/>
      <p:bldP spid="47" grpId="0" animBg="1"/>
      <p:bldP spid="48" grpId="0" animBg="1"/>
      <p:bldP spid="49" grpId="0" animBg="1"/>
      <p:bldP spid="50" grpId="0"/>
      <p:bldP spid="51" grpId="0" animBg="1"/>
      <p:bldP spid="5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7FE2968-9E5B-4C86-9765-3478FF887B5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fr-FR" smtClean="0"/>
              <a:pPr/>
              <a:t>6</a:t>
            </a:fld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5415DE9C-EB5D-4750-ABAB-B63C542B49F9}"/>
              </a:ext>
            </a:extLst>
          </p:cNvPr>
          <p:cNvSpPr/>
          <p:nvPr/>
        </p:nvSpPr>
        <p:spPr>
          <a:xfrm>
            <a:off x="944381" y="1191048"/>
            <a:ext cx="1067923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sz="2200" dirty="0">
                <a:latin typeface="Cambria" pitchFamily="18" charset="0"/>
                <a:cs typeface="Calibri" panose="020F0502020204030204" pitchFamily="34" charset="0"/>
              </a:rPr>
              <a:t>Il existe plusieurs protocoles de couche réseau. Toutefois, il n'existe que deux </a:t>
            </a:r>
            <a:r>
              <a:rPr lang="fr-FR" sz="2200" dirty="0" smtClean="0">
                <a:latin typeface="Cambria" pitchFamily="18" charset="0"/>
                <a:cs typeface="Calibri" panose="020F0502020204030204" pitchFamily="34" charset="0"/>
              </a:rPr>
              <a:t>protocoles </a:t>
            </a:r>
            <a:r>
              <a:rPr lang="fr-FR" sz="2200" dirty="0">
                <a:latin typeface="Cambria" pitchFamily="18" charset="0"/>
                <a:cs typeface="Calibri" panose="020F0502020204030204" pitchFamily="34" charset="0"/>
              </a:rPr>
              <a:t>qui sont généralement mis en œuvre :</a:t>
            </a:r>
          </a:p>
          <a:p>
            <a:pPr algn="just"/>
            <a:endParaRPr lang="fr-FR" sz="2200" dirty="0">
              <a:latin typeface="Cambria" pitchFamily="18" charset="0"/>
              <a:cs typeface="Calibri" panose="020F0502020204030204" pitchFamily="34" charset="0"/>
            </a:endParaRPr>
          </a:p>
        </p:txBody>
      </p:sp>
      <p:sp>
        <p:nvSpPr>
          <p:cNvPr id="7" name="Titre 2">
            <a:extLst>
              <a:ext uri="{FF2B5EF4-FFF2-40B4-BE49-F238E27FC236}">
                <a16:creationId xmlns:a16="http://schemas.microsoft.com/office/drawing/2014/main" xmlns="" id="{A8A31180-A45D-42D7-8AC8-0BF8CDA4C6B0}"/>
              </a:ext>
            </a:extLst>
          </p:cNvPr>
          <p:cNvSpPr txBox="1">
            <a:spLocks/>
          </p:cNvSpPr>
          <p:nvPr/>
        </p:nvSpPr>
        <p:spPr>
          <a:xfrm>
            <a:off x="1350164" y="512867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b="1" i="1" dirty="0">
                <a:effectLst/>
                <a:latin typeface="Cambria" pitchFamily="18" charset="0"/>
                <a:cs typeface="Calibri" panose="020F0502020204030204" pitchFamily="34" charset="0"/>
              </a:rPr>
              <a:t>Les protocoles de la couche réseau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1E3FE2E5-C67A-47EE-B3B6-29D0C82BA5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9584" y="2709340"/>
            <a:ext cx="1704975" cy="15906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834B5C76-1A4C-4546-BCD1-33BD60A1E9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9584" y="4558956"/>
            <a:ext cx="1704975" cy="1666875"/>
          </a:xfrm>
          <a:prstGeom prst="rect">
            <a:avLst/>
          </a:prstGeom>
        </p:spPr>
      </p:pic>
      <p:pic>
        <p:nvPicPr>
          <p:cNvPr id="13316" name="Picture 4" descr="Modèle OSI">
            <a:extLst>
              <a:ext uri="{FF2B5EF4-FFF2-40B4-BE49-F238E27FC236}">
                <a16:creationId xmlns:a16="http://schemas.microsoft.com/office/drawing/2014/main" xmlns="" id="{7337A5D7-CA91-418C-B6FF-CA4BC538BB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571658" y="2046050"/>
            <a:ext cx="7137628" cy="481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2430DE20-9004-40A5-B953-4C103865573D}"/>
              </a:ext>
            </a:extLst>
          </p:cNvPr>
          <p:cNvSpPr/>
          <p:nvPr/>
        </p:nvSpPr>
        <p:spPr>
          <a:xfrm>
            <a:off x="4482060" y="5120959"/>
            <a:ext cx="479685" cy="239843"/>
          </a:xfrm>
          <a:prstGeom prst="rect">
            <a:avLst/>
          </a:prstGeom>
          <a:solidFill>
            <a:schemeClr val="accent1">
              <a:alpha val="3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12DB8CFD-1B16-489C-A8C0-693C43B00D45}"/>
              </a:ext>
            </a:extLst>
          </p:cNvPr>
          <p:cNvSpPr/>
          <p:nvPr/>
        </p:nvSpPr>
        <p:spPr>
          <a:xfrm>
            <a:off x="5026702" y="5120958"/>
            <a:ext cx="479685" cy="239843"/>
          </a:xfrm>
          <a:prstGeom prst="rect">
            <a:avLst/>
          </a:prstGeom>
          <a:solidFill>
            <a:schemeClr val="accent1">
              <a:alpha val="34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</p:spTree>
    <p:extLst>
      <p:ext uri="{BB962C8B-B14F-4D97-AF65-F5344CB8AC3E}">
        <p14:creationId xmlns:p14="http://schemas.microsoft.com/office/powerpoint/2010/main" xmlns="" val="3248981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7FE2968-9E5B-4C86-9765-3478FF887B5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fr-FR" smtClean="0"/>
              <a:pPr/>
              <a:t>7</a:t>
            </a:fld>
            <a:endParaRPr lang="fr-FR" dirty="0"/>
          </a:p>
        </p:txBody>
      </p:sp>
      <p:sp>
        <p:nvSpPr>
          <p:cNvPr id="7" name="Titre 2">
            <a:extLst>
              <a:ext uri="{FF2B5EF4-FFF2-40B4-BE49-F238E27FC236}">
                <a16:creationId xmlns:a16="http://schemas.microsoft.com/office/drawing/2014/main" xmlns="" id="{A8A31180-A45D-42D7-8AC8-0BF8CDA4C6B0}"/>
              </a:ext>
            </a:extLst>
          </p:cNvPr>
          <p:cNvSpPr txBox="1">
            <a:spLocks/>
          </p:cNvSpPr>
          <p:nvPr/>
        </p:nvSpPr>
        <p:spPr>
          <a:xfrm>
            <a:off x="1350164" y="512867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b="1" i="1" dirty="0" smtClean="0">
                <a:effectLst/>
                <a:latin typeface="Cambria" pitchFamily="18" charset="0"/>
                <a:cs typeface="Calibri" panose="020F0502020204030204" pitchFamily="34" charset="0"/>
              </a:rPr>
              <a:t>Options d’émission de message</a:t>
            </a:r>
            <a:endParaRPr lang="fr-FR" b="1" i="1" dirty="0">
              <a:effectLst/>
              <a:latin typeface="Cambria" pitchFamily="18" charset="0"/>
              <a:cs typeface="Calibri" panose="020F0502020204030204" pitchFamily="34" charset="0"/>
            </a:endParaRPr>
          </a:p>
        </p:txBody>
      </p:sp>
      <p:pic>
        <p:nvPicPr>
          <p:cNvPr id="20" name="Picture 2" descr="Introduction to Networks - Mozilla Firefox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20848" t="26447" r="45941" b="24223"/>
          <a:stretch/>
        </p:blipFill>
        <p:spPr>
          <a:xfrm>
            <a:off x="1291408" y="1715642"/>
            <a:ext cx="2694647" cy="2558859"/>
          </a:xfrm>
          <a:prstGeom prst="rect">
            <a:avLst/>
          </a:prstGeom>
        </p:spPr>
      </p:pic>
      <p:pic>
        <p:nvPicPr>
          <p:cNvPr id="21" name="Picture 3" descr="Introduction to Networks - Mozilla Firefox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20531" t="25066" r="45841" b="25174"/>
          <a:stretch/>
        </p:blipFill>
        <p:spPr>
          <a:xfrm>
            <a:off x="4540280" y="1715642"/>
            <a:ext cx="2724261" cy="2558859"/>
          </a:xfrm>
          <a:prstGeom prst="rect">
            <a:avLst/>
          </a:prstGeom>
        </p:spPr>
      </p:pic>
      <p:pic>
        <p:nvPicPr>
          <p:cNvPr id="22" name="Picture 4" descr="Introduction to Networks - Mozilla Firefox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20443" t="27667" r="48141" b="23787"/>
          <a:stretch/>
        </p:blipFill>
        <p:spPr>
          <a:xfrm>
            <a:off x="7877701" y="1715642"/>
            <a:ext cx="2563126" cy="2558859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1206872" y="4554628"/>
            <a:ext cx="304656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« </a:t>
            </a:r>
            <a:r>
              <a:rPr lang="fr-FR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 à un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»</a:t>
            </a:r>
          </a:p>
          <a:p>
            <a:pPr algn="just"/>
            <a:r>
              <a:rPr lang="fr-FR" sz="24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</a:t>
            </a:r>
            <a:r>
              <a:rPr lang="fr-FR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monodiffusion.</a:t>
            </a:r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12">
            <a:extLst>
              <a:ext uri="{FF2B5EF4-FFF2-40B4-BE49-F238E27FC236}">
                <a16:creationId xmlns:a16="http://schemas.microsoft.com/office/drawing/2014/main" xmlns="" id="{C0136DF2-592E-4301-B61F-C760FA9823CE}"/>
              </a:ext>
            </a:extLst>
          </p:cNvPr>
          <p:cNvSpPr txBox="1"/>
          <p:nvPr/>
        </p:nvSpPr>
        <p:spPr>
          <a:xfrm>
            <a:off x="4511346" y="4532694"/>
            <a:ext cx="395271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« </a:t>
            </a:r>
            <a:r>
              <a:rPr lang="fr-FR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 à plusieurs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 »</a:t>
            </a:r>
          </a:p>
          <a:p>
            <a:pPr algn="just"/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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multidiffusion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x-none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13">
            <a:extLst>
              <a:ext uri="{FF2B5EF4-FFF2-40B4-BE49-F238E27FC236}">
                <a16:creationId xmlns:a16="http://schemas.microsoft.com/office/drawing/2014/main" xmlns="" id="{14BC07C5-FEE8-4D09-B587-A6CE009B72E9}"/>
              </a:ext>
            </a:extLst>
          </p:cNvPr>
          <p:cNvSpPr txBox="1"/>
          <p:nvPr/>
        </p:nvSpPr>
        <p:spPr>
          <a:xfrm>
            <a:off x="7739521" y="4500594"/>
            <a:ext cx="368104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« </a:t>
            </a:r>
            <a:r>
              <a:rPr lang="fr-FR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 à tous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 »</a:t>
            </a:r>
          </a:p>
          <a:p>
            <a:pPr algn="ctr"/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 </a:t>
            </a:r>
            <a:r>
              <a:rPr lang="fr-FR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diffusion.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 </a:t>
            </a:r>
            <a:endParaRPr lang="x-none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248981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F5085796-0425-4863-B588-37AE7254C9A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fr-FR" smtClean="0"/>
              <a:pPr/>
              <a:t>8</a:t>
            </a:fld>
            <a:endParaRPr lang="fr-FR" dirty="0"/>
          </a:p>
        </p:txBody>
      </p:sp>
      <p:sp>
        <p:nvSpPr>
          <p:cNvPr id="5" name="Titre 2">
            <a:extLst>
              <a:ext uri="{FF2B5EF4-FFF2-40B4-BE49-F238E27FC236}">
                <a16:creationId xmlns:a16="http://schemas.microsoft.com/office/drawing/2014/main" xmlns="" id="{E71F6139-D464-4744-9D89-E5E2522C09C8}"/>
              </a:ext>
            </a:extLst>
          </p:cNvPr>
          <p:cNvSpPr txBox="1">
            <a:spLocks/>
          </p:cNvSpPr>
          <p:nvPr/>
        </p:nvSpPr>
        <p:spPr>
          <a:xfrm>
            <a:off x="1350163" y="463463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b="1" i="1" dirty="0">
                <a:effectLst/>
                <a:latin typeface="Cambria" pitchFamily="18" charset="0"/>
                <a:cs typeface="Calibri" panose="020F0502020204030204" pitchFamily="34" charset="0"/>
              </a:rPr>
              <a:t>Caractéristiques du protocole </a:t>
            </a:r>
            <a:r>
              <a:rPr lang="fr-FR" b="1" i="1" dirty="0" smtClean="0">
                <a:effectLst/>
                <a:latin typeface="Cambria" pitchFamily="18" charset="0"/>
                <a:cs typeface="Calibri" panose="020F0502020204030204" pitchFamily="34" charset="0"/>
              </a:rPr>
              <a:t>IP </a:t>
            </a:r>
            <a:r>
              <a:rPr lang="fr-FR" sz="2800" b="1" i="1" dirty="0" smtClean="0">
                <a:effectLst/>
                <a:latin typeface="Cambria" pitchFamily="18" charset="0"/>
                <a:cs typeface="Calibri" panose="020F0502020204030204" pitchFamily="34" charset="0"/>
              </a:rPr>
              <a:t>(1/4)</a:t>
            </a:r>
            <a:endParaRPr lang="fr-FR" b="1" i="1" dirty="0">
              <a:effectLst/>
              <a:latin typeface="Cambria" pitchFamily="18" charset="0"/>
              <a:cs typeface="Calibri" panose="020F0502020204030204" pitchFamily="34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xmlns="" id="{BDB14114-13C4-434C-B0C3-73D0A63E8867}"/>
              </a:ext>
            </a:extLst>
          </p:cNvPr>
          <p:cNvSpPr txBox="1">
            <a:spLocks/>
          </p:cNvSpPr>
          <p:nvPr/>
        </p:nvSpPr>
        <p:spPr>
          <a:xfrm>
            <a:off x="-179882" y="1789026"/>
            <a:ext cx="6068317" cy="4293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Wingdings" panose="05000000000000000000" pitchFamily="2" charset="2"/>
              <a:buChar char="§"/>
              <a:defRPr sz="24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71500" lvl="1" indent="0" algn="just">
              <a:buNone/>
            </a:pPr>
            <a:r>
              <a:rPr lang="fr-FR" altLang="en-US" sz="2000" kern="0" dirty="0">
                <a:latin typeface="Cambria" pitchFamily="18" charset="0"/>
                <a:cs typeface="Calibri" panose="020F0502020204030204" pitchFamily="34" charset="0"/>
              </a:rPr>
              <a:t>IP a été conçu comme un protocole à faible surcharge – il ne fournit que les fonctions requises pour livrer un paquet de la source à une destination.</a:t>
            </a:r>
          </a:p>
          <a:p>
            <a:pPr marL="571500" lvl="1" indent="0" algn="just">
              <a:buNone/>
            </a:pPr>
            <a:endParaRPr lang="fr-FR" altLang="en-US" sz="2000" kern="0" dirty="0">
              <a:latin typeface="Cambria" pitchFamily="18" charset="0"/>
              <a:cs typeface="Calibri" panose="020F0502020204030204" pitchFamily="34" charset="0"/>
            </a:endParaRPr>
          </a:p>
          <a:p>
            <a:pPr marL="571500" lvl="1" indent="0" algn="just">
              <a:buNone/>
            </a:pPr>
            <a:r>
              <a:rPr lang="fr-FR" altLang="en-US" sz="2000" kern="0" dirty="0">
                <a:latin typeface="Cambria" pitchFamily="18" charset="0"/>
                <a:cs typeface="Calibri" panose="020F0502020204030204" pitchFamily="34" charset="0"/>
              </a:rPr>
              <a:t>Un paquet IP est envoyé à destination sans établissement préalable de connexion</a:t>
            </a:r>
            <a:endParaRPr lang="en-CA" altLang="en-US" sz="2000" kern="0" dirty="0">
              <a:latin typeface="Cambria" pitchFamily="18" charset="0"/>
              <a:cs typeface="Calibri" panose="020F0502020204030204" pitchFamily="34" charset="0"/>
            </a:endParaRPr>
          </a:p>
          <a:p>
            <a:pPr marL="571500" lvl="1" indent="0" algn="just">
              <a:buNone/>
            </a:pPr>
            <a:endParaRPr lang="en-CA" altLang="en-US" sz="2000" kern="0" dirty="0">
              <a:latin typeface="Cambria" pitchFamily="18" charset="0"/>
              <a:cs typeface="Calibri" panose="020F0502020204030204" pitchFamily="34" charset="0"/>
            </a:endParaRPr>
          </a:p>
          <a:p>
            <a:pPr marL="571500" lvl="1" indent="0" algn="just">
              <a:buNone/>
            </a:pPr>
            <a:r>
              <a:rPr lang="fr-FR" altLang="en-US" sz="2000" kern="0" dirty="0">
                <a:latin typeface="Cambria" pitchFamily="18" charset="0"/>
                <a:cs typeface="Calibri" panose="020F0502020204030204" pitchFamily="34" charset="0"/>
              </a:rPr>
              <a:t>IP n'a pas été conçu pour suivre et gérer le flux de paquets.</a:t>
            </a:r>
            <a:endParaRPr lang="en-CA" altLang="en-US" sz="2000" kern="0" dirty="0">
              <a:latin typeface="Cambria" pitchFamily="18" charset="0"/>
              <a:cs typeface="Calibri" panose="020F0502020204030204" pitchFamily="34" charset="0"/>
            </a:endParaRPr>
          </a:p>
          <a:p>
            <a:pPr marL="571500" lvl="1" indent="0" algn="just">
              <a:buNone/>
            </a:pPr>
            <a:endParaRPr lang="en-CA" altLang="en-US" sz="2000" kern="0" dirty="0">
              <a:latin typeface="Cambria" pitchFamily="18" charset="0"/>
              <a:cs typeface="Calibri" panose="020F0502020204030204" pitchFamily="34" charset="0"/>
            </a:endParaRPr>
          </a:p>
          <a:p>
            <a:pPr marL="571500" lvl="1" indent="0" algn="just">
              <a:buNone/>
            </a:pPr>
            <a:r>
              <a:rPr lang="fr-FR" altLang="en-US" sz="2000" kern="0" dirty="0">
                <a:latin typeface="Cambria" pitchFamily="18" charset="0"/>
                <a:cs typeface="Calibri" panose="020F0502020204030204" pitchFamily="34" charset="0"/>
              </a:rPr>
              <a:t>Ces fonctions, si nécessaire, sont exécutées par d'autres couches - principalement TCP,</a:t>
            </a:r>
            <a:endParaRPr lang="en-CA" altLang="en-US" sz="2000" kern="0" dirty="0">
              <a:latin typeface="Cambria" pitchFamily="18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5F7D47F0-4B3C-4BFB-A839-13A4ECB473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2098623"/>
            <a:ext cx="5769763" cy="3373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7142880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467C555C-7603-4016-A9E8-0C15CE6D9B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fr-FR" smtClean="0"/>
              <a:pPr/>
              <a:t>9</a:t>
            </a:fld>
            <a:endParaRPr lang="fr-FR" dirty="0"/>
          </a:p>
        </p:txBody>
      </p:sp>
      <p:sp>
        <p:nvSpPr>
          <p:cNvPr id="5" name="Titre 2">
            <a:extLst>
              <a:ext uri="{FF2B5EF4-FFF2-40B4-BE49-F238E27FC236}">
                <a16:creationId xmlns:a16="http://schemas.microsoft.com/office/drawing/2014/main" xmlns="" id="{834EC639-0B16-433B-9574-264C7C435E45}"/>
              </a:ext>
            </a:extLst>
          </p:cNvPr>
          <p:cNvSpPr txBox="1">
            <a:spLocks/>
          </p:cNvSpPr>
          <p:nvPr/>
        </p:nvSpPr>
        <p:spPr>
          <a:xfrm>
            <a:off x="1350163" y="463463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b="1" i="1" dirty="0">
                <a:effectLst/>
                <a:latin typeface="Cambria" pitchFamily="18" charset="0"/>
                <a:cs typeface="Calibri" panose="020F0502020204030204" pitchFamily="34" charset="0"/>
              </a:rPr>
              <a:t>Caractéristiques du protocole </a:t>
            </a:r>
            <a:r>
              <a:rPr lang="fr-FR" b="1" i="1" dirty="0" smtClean="0">
                <a:latin typeface="Cambria" pitchFamily="18" charset="0"/>
                <a:cs typeface="Calibri" panose="020F0502020204030204" pitchFamily="34" charset="0"/>
              </a:rPr>
              <a:t>IP </a:t>
            </a:r>
            <a:r>
              <a:rPr lang="fr-FR" sz="2800" b="1" i="1" dirty="0" smtClean="0">
                <a:latin typeface="Cambria" pitchFamily="18" charset="0"/>
                <a:cs typeface="Calibri" panose="020F0502020204030204" pitchFamily="34" charset="0"/>
              </a:rPr>
              <a:t>(2/4</a:t>
            </a:r>
            <a:r>
              <a:rPr lang="fr-FR" sz="3200" b="1" i="1" dirty="0" smtClean="0">
                <a:latin typeface="Cambria" pitchFamily="18" charset="0"/>
                <a:cs typeface="Calibri" panose="020F0502020204030204" pitchFamily="34" charset="0"/>
              </a:rPr>
              <a:t>)</a:t>
            </a:r>
            <a:endParaRPr lang="fr-FR" b="1" i="1" dirty="0">
              <a:effectLst/>
              <a:latin typeface="Cambria" pitchFamily="18" charset="0"/>
              <a:cs typeface="Calibri" panose="020F0502020204030204" pitchFamily="34" charset="0"/>
            </a:endParaRPr>
          </a:p>
          <a:p>
            <a:r>
              <a:rPr lang="en-US" altLang="en-US" sz="2800" b="1" i="1" dirty="0">
                <a:solidFill>
                  <a:schemeClr val="accent5">
                    <a:lumMod val="75000"/>
                  </a:schemeClr>
                </a:solidFill>
                <a:latin typeface="Cambria" pitchFamily="18" charset="0"/>
                <a:cs typeface="Calibri" panose="020F0502020204030204" pitchFamily="34" charset="0"/>
              </a:rPr>
              <a:t>IP - </a:t>
            </a:r>
            <a:r>
              <a:rPr lang="en-US" sz="2800" b="1" i="1" dirty="0">
                <a:solidFill>
                  <a:schemeClr val="accent5">
                    <a:lumMod val="75000"/>
                  </a:schemeClr>
                </a:solidFill>
                <a:latin typeface="Cambria" pitchFamily="18" charset="0"/>
                <a:cs typeface="Calibri" panose="020F0502020204030204" pitchFamily="34" charset="0"/>
              </a:rPr>
              <a:t>Sans </a:t>
            </a:r>
            <a:r>
              <a:rPr lang="fr-FR" sz="2800" b="1" i="1" dirty="0">
                <a:solidFill>
                  <a:schemeClr val="accent5">
                    <a:lumMod val="75000"/>
                  </a:schemeClr>
                </a:solidFill>
                <a:latin typeface="Cambria" pitchFamily="18" charset="0"/>
                <a:cs typeface="Calibri" panose="020F0502020204030204" pitchFamily="34" charset="0"/>
              </a:rPr>
              <a:t>connexion</a:t>
            </a:r>
          </a:p>
          <a:p>
            <a:pPr algn="l"/>
            <a:endParaRPr lang="fr-FR" sz="2600" b="1" i="1" dirty="0">
              <a:effectLst/>
              <a:latin typeface="Cambria" pitchFamily="18" charset="0"/>
              <a:cs typeface="Calibri" panose="020F0502020204030204" pitchFamily="34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xmlns="" id="{C6A94F65-C729-452A-919F-F4D65F5645FD}"/>
              </a:ext>
            </a:extLst>
          </p:cNvPr>
          <p:cNvSpPr txBox="1">
            <a:spLocks/>
          </p:cNvSpPr>
          <p:nvPr/>
        </p:nvSpPr>
        <p:spPr>
          <a:xfrm>
            <a:off x="0" y="1789026"/>
            <a:ext cx="5276538" cy="4044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Wingdings" panose="05000000000000000000" pitchFamily="2" charset="2"/>
              <a:buChar char="§"/>
              <a:defRPr sz="24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71500" lvl="1" indent="0" algn="just">
              <a:buNone/>
            </a:pPr>
            <a:r>
              <a:rPr lang="fr-FR" altLang="en-US" sz="2000" b="1" kern="0" dirty="0">
                <a:solidFill>
                  <a:srgbClr val="C00000"/>
                </a:solidFill>
                <a:latin typeface="Cambria" pitchFamily="18" charset="0"/>
                <a:cs typeface="Calibri" panose="020F0502020204030204" pitchFamily="34" charset="0"/>
              </a:rPr>
              <a:t>IP est un protocole sans connexion :</a:t>
            </a:r>
            <a:endParaRPr lang="en-CA" altLang="en-US" sz="2000" b="1" kern="0" dirty="0">
              <a:solidFill>
                <a:srgbClr val="C00000"/>
              </a:solidFill>
              <a:latin typeface="Cambria" pitchFamily="18" charset="0"/>
              <a:cs typeface="Calibri" panose="020F0502020204030204" pitchFamily="34" charset="0"/>
            </a:endParaRPr>
          </a:p>
          <a:p>
            <a:pPr lvl="2" algn="just"/>
            <a:r>
              <a:rPr lang="fr-FR" altLang="en-US" sz="2000" kern="0" dirty="0">
                <a:latin typeface="Cambria" pitchFamily="18" charset="0"/>
                <a:cs typeface="Calibri" panose="020F0502020204030204" pitchFamily="34" charset="0"/>
              </a:rPr>
              <a:t>Aucune connexion dédiée de bout en bout n'est créée avant l'envoi des données.</a:t>
            </a:r>
            <a:endParaRPr lang="en-CA" altLang="en-US" sz="2000" kern="0" dirty="0">
              <a:latin typeface="Cambria" pitchFamily="18" charset="0"/>
              <a:cs typeface="Calibri" panose="020F0502020204030204" pitchFamily="34" charset="0"/>
            </a:endParaRPr>
          </a:p>
          <a:p>
            <a:pPr lvl="2" algn="just"/>
            <a:r>
              <a:rPr lang="fr-FR" altLang="en-US" sz="2000" kern="0" dirty="0">
                <a:latin typeface="Cambria" pitchFamily="18" charset="0"/>
                <a:cs typeface="Calibri" panose="020F0502020204030204" pitchFamily="34" charset="0"/>
              </a:rPr>
              <a:t>Processus très similaire à l'envoi d'une lettre à quelqu'un par courrier postal.</a:t>
            </a:r>
            <a:r>
              <a:rPr lang="en-CA" altLang="en-US" sz="2000" kern="0" dirty="0">
                <a:latin typeface="Cambria" pitchFamily="18" charset="0"/>
                <a:cs typeface="Calibri" panose="020F0502020204030204" pitchFamily="34" charset="0"/>
              </a:rPr>
              <a:t>.</a:t>
            </a:r>
          </a:p>
          <a:p>
            <a:pPr lvl="2" algn="just"/>
            <a:r>
              <a:rPr lang="fr-FR" altLang="en-US" sz="2000" kern="0" dirty="0">
                <a:latin typeface="Cambria" pitchFamily="18" charset="0"/>
                <a:cs typeface="Calibri" panose="020F0502020204030204" pitchFamily="34" charset="0"/>
              </a:rPr>
              <a:t>Les expéditeurs ne savent pas si la destination est présente, accessible ou fonctionnelle avant d'envoyer des paquets.</a:t>
            </a:r>
            <a:endParaRPr lang="en-CA" altLang="en-US" sz="2000" kern="0" dirty="0">
              <a:latin typeface="Cambria" pitchFamily="18" charset="0"/>
              <a:cs typeface="Calibri" panose="020F0502020204030204" pitchFamily="34" charset="0"/>
            </a:endParaRPr>
          </a:p>
          <a:p>
            <a:pPr lvl="2" algn="just"/>
            <a:r>
              <a:rPr lang="fr-FR" altLang="en-US" sz="2000" kern="0" dirty="0">
                <a:latin typeface="Cambria" pitchFamily="18" charset="0"/>
                <a:cs typeface="Calibri" panose="020F0502020204030204" pitchFamily="34" charset="0"/>
              </a:rPr>
              <a:t>Cette fonctionnalité contribue au faible surcoût d'IP.</a:t>
            </a:r>
            <a:endParaRPr lang="en-CA" altLang="en-US" sz="2000" kern="0" dirty="0">
              <a:latin typeface="Cambria" pitchFamily="18" charset="0"/>
              <a:cs typeface="Calibri" panose="020F0502020204030204" pitchFamily="34" charset="0"/>
            </a:endParaRPr>
          </a:p>
          <a:p>
            <a:pPr lvl="1"/>
            <a:endParaRPr lang="en-CA" altLang="en-US" sz="2000" kern="0" dirty="0">
              <a:latin typeface="Cambria" pitchFamily="18" charset="0"/>
              <a:cs typeface="Calibri" panose="020F0502020204030204" pitchFamily="34" charset="0"/>
            </a:endParaRPr>
          </a:p>
          <a:p>
            <a:pPr lvl="1"/>
            <a:endParaRPr lang="en-CA" altLang="en-US" sz="2000" kern="0" dirty="0">
              <a:latin typeface="Cambria" pitchFamily="18" charset="0"/>
              <a:cs typeface="Calibri" panose="020F0502020204030204" pitchFamily="34" charset="0"/>
            </a:endParaRPr>
          </a:p>
          <a:p>
            <a:pPr lvl="1"/>
            <a:endParaRPr lang="en-CA" altLang="en-US" sz="2000" kern="0" dirty="0">
              <a:latin typeface="Cambria" pitchFamily="18" charset="0"/>
              <a:cs typeface="Calibri" panose="020F0502020204030204" pitchFamily="34" charset="0"/>
            </a:endParaRPr>
          </a:p>
          <a:p>
            <a:pPr lvl="1"/>
            <a:endParaRPr lang="en-CA" altLang="en-US" sz="2000" kern="0" dirty="0">
              <a:latin typeface="Cambria" pitchFamily="18" charset="0"/>
              <a:cs typeface="Calibri" panose="020F0502020204030204" pitchFamily="34" charset="0"/>
            </a:endParaRPr>
          </a:p>
          <a:p>
            <a:pPr lvl="1"/>
            <a:endParaRPr lang="en-CA" altLang="en-US" sz="2000" kern="0" dirty="0">
              <a:latin typeface="Cambria" pitchFamily="18" charset="0"/>
              <a:cs typeface="Calibri" panose="020F0502020204030204" pitchFamily="34" charset="0"/>
            </a:endParaRPr>
          </a:p>
          <a:p>
            <a:pPr lvl="1"/>
            <a:endParaRPr lang="en-CA" altLang="en-US" sz="2000" kern="0" dirty="0">
              <a:latin typeface="Cambria" pitchFamily="18" charset="0"/>
              <a:cs typeface="Calibri" panose="020F0502020204030204" pitchFamily="34" charset="0"/>
            </a:endParaRPr>
          </a:p>
          <a:p>
            <a:pPr lvl="1"/>
            <a:endParaRPr lang="en-CA" altLang="en-US" sz="2000" kern="0" dirty="0">
              <a:latin typeface="Cambria" pitchFamily="18" charset="0"/>
              <a:cs typeface="Calibri" panose="020F0502020204030204" pitchFamily="34" charset="0"/>
            </a:endParaRPr>
          </a:p>
          <a:p>
            <a:pPr lvl="1"/>
            <a:endParaRPr lang="en-CA" altLang="en-US" sz="2000" kern="0" dirty="0">
              <a:latin typeface="Cambria" pitchFamily="18" charset="0"/>
              <a:cs typeface="Calibri" panose="020F0502020204030204" pitchFamily="34" charset="0"/>
            </a:endParaRPr>
          </a:p>
          <a:p>
            <a:pPr lvl="1"/>
            <a:endParaRPr lang="en-CA" altLang="en-US" sz="2000" kern="0" dirty="0">
              <a:latin typeface="Cambria" pitchFamily="18" charset="0"/>
              <a:cs typeface="Calibri" panose="020F0502020204030204" pitchFamily="34" charset="0"/>
            </a:endParaRPr>
          </a:p>
          <a:p>
            <a:pPr lvl="1"/>
            <a:endParaRPr lang="en-CA" altLang="en-US" sz="2000" kern="0" dirty="0">
              <a:latin typeface="Cambria" pitchFamily="18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C294B761-938A-43F1-9403-83E309DD9B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4122" y="3961094"/>
            <a:ext cx="6559511" cy="21512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37CDC979-014B-46E4-AE18-1CB0DE7D1E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5901" y="1425388"/>
            <a:ext cx="5952906" cy="2077161"/>
          </a:xfrm>
          <a:prstGeom prst="rect">
            <a:avLst/>
          </a:prstGeom>
        </p:spPr>
      </p:pic>
      <p:sp>
        <p:nvSpPr>
          <p:cNvPr id="2" name="Arrow: Down 1">
            <a:extLst>
              <a:ext uri="{FF2B5EF4-FFF2-40B4-BE49-F238E27FC236}">
                <a16:creationId xmlns:a16="http://schemas.microsoft.com/office/drawing/2014/main" xmlns="" id="{A9E17477-5C4F-4C33-A6C2-824188B18C8C}"/>
              </a:ext>
            </a:extLst>
          </p:cNvPr>
          <p:cNvSpPr/>
          <p:nvPr/>
        </p:nvSpPr>
        <p:spPr>
          <a:xfrm>
            <a:off x="8477163" y="3530460"/>
            <a:ext cx="296715" cy="40272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</p:spTree>
    <p:extLst>
      <p:ext uri="{BB962C8B-B14F-4D97-AF65-F5344CB8AC3E}">
        <p14:creationId xmlns:p14="http://schemas.microsoft.com/office/powerpoint/2010/main" xmlns="" val="12792106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467C555C-7603-4016-A9E8-0C15CE6D9B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fr-FR" smtClean="0"/>
              <a:pPr/>
              <a:t>10</a:t>
            </a:fld>
            <a:endParaRPr lang="fr-FR" dirty="0"/>
          </a:p>
        </p:txBody>
      </p:sp>
      <p:sp>
        <p:nvSpPr>
          <p:cNvPr id="5" name="Titre 2">
            <a:extLst>
              <a:ext uri="{FF2B5EF4-FFF2-40B4-BE49-F238E27FC236}">
                <a16:creationId xmlns:a16="http://schemas.microsoft.com/office/drawing/2014/main" xmlns="" id="{834EC639-0B16-433B-9574-264C7C435E45}"/>
              </a:ext>
            </a:extLst>
          </p:cNvPr>
          <p:cNvSpPr txBox="1">
            <a:spLocks/>
          </p:cNvSpPr>
          <p:nvPr/>
        </p:nvSpPr>
        <p:spPr>
          <a:xfrm>
            <a:off x="1350163" y="463463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b="1" i="1" dirty="0">
                <a:effectLst/>
                <a:latin typeface="Cambria" pitchFamily="18" charset="0"/>
                <a:cs typeface="Calibri" panose="020F0502020204030204" pitchFamily="34" charset="0"/>
              </a:rPr>
              <a:t>Caractéristiques du protocole </a:t>
            </a:r>
            <a:r>
              <a:rPr lang="fr-FR" b="1" i="1" dirty="0" smtClean="0">
                <a:latin typeface="Cambria" pitchFamily="18" charset="0"/>
                <a:cs typeface="Calibri" panose="020F0502020204030204" pitchFamily="34" charset="0"/>
              </a:rPr>
              <a:t>IP </a:t>
            </a:r>
            <a:r>
              <a:rPr lang="fr-FR" sz="2800" b="1" i="1" dirty="0" smtClean="0">
                <a:latin typeface="Cambria" pitchFamily="18" charset="0"/>
                <a:cs typeface="Calibri" panose="020F0502020204030204" pitchFamily="34" charset="0"/>
              </a:rPr>
              <a:t>(3/4</a:t>
            </a:r>
            <a:r>
              <a:rPr lang="fr-FR" sz="2800" b="1" i="1" dirty="0" smtClean="0">
                <a:latin typeface="Cambria" pitchFamily="18" charset="0"/>
                <a:cs typeface="Calibri" panose="020F0502020204030204" pitchFamily="34" charset="0"/>
              </a:rPr>
              <a:t>)</a:t>
            </a:r>
            <a:endParaRPr lang="fr-FR" b="1" i="1" dirty="0">
              <a:effectLst/>
              <a:latin typeface="Cambria" pitchFamily="18" charset="0"/>
              <a:cs typeface="Calibri" panose="020F0502020204030204" pitchFamily="34" charset="0"/>
            </a:endParaRPr>
          </a:p>
          <a:p>
            <a:r>
              <a:rPr lang="en-US" altLang="en-US" sz="2800" b="1" i="1" dirty="0">
                <a:solidFill>
                  <a:schemeClr val="accent5">
                    <a:lumMod val="75000"/>
                  </a:schemeClr>
                </a:solidFill>
                <a:latin typeface="Cambria" pitchFamily="18" charset="0"/>
                <a:cs typeface="Calibri" panose="020F0502020204030204" pitchFamily="34" charset="0"/>
              </a:rPr>
              <a:t>IP - </a:t>
            </a:r>
            <a:r>
              <a:rPr lang="fr-FR" sz="2800" b="1" i="1" dirty="0">
                <a:solidFill>
                  <a:schemeClr val="accent5">
                    <a:lumMod val="75000"/>
                  </a:schemeClr>
                </a:solidFill>
                <a:latin typeface="Cambria" pitchFamily="18" charset="0"/>
                <a:cs typeface="Calibri" panose="020F0502020204030204" pitchFamily="34" charset="0"/>
              </a:rPr>
              <a:t>Remise au mieux (Best effort)</a:t>
            </a:r>
          </a:p>
          <a:p>
            <a:pPr algn="l"/>
            <a:endParaRPr lang="fr-FR" sz="2600" b="1" i="1" dirty="0">
              <a:effectLst/>
              <a:latin typeface="Cambria" pitchFamily="18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343D3F2B-12EC-499F-A597-1EFFE07918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157" y="1789026"/>
            <a:ext cx="6313191" cy="4434235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xmlns="" id="{9D198F13-3C45-4FF6-B452-D45366FCC622}"/>
              </a:ext>
            </a:extLst>
          </p:cNvPr>
          <p:cNvSpPr txBox="1">
            <a:spLocks/>
          </p:cNvSpPr>
          <p:nvPr/>
        </p:nvSpPr>
        <p:spPr>
          <a:xfrm>
            <a:off x="345108" y="1809213"/>
            <a:ext cx="5004049" cy="4293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Wingdings" panose="05000000000000000000" pitchFamily="2" charset="2"/>
              <a:buChar char="§"/>
              <a:defRPr sz="24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 algn="just">
              <a:buNone/>
            </a:pPr>
            <a:r>
              <a:rPr lang="fr-FR" altLang="en-US" sz="2000" b="1" kern="0" dirty="0">
                <a:solidFill>
                  <a:srgbClr val="C00000"/>
                </a:solidFill>
                <a:latin typeface="Cambria" pitchFamily="18" charset="0"/>
                <a:cs typeface="Calibri" panose="020F0502020204030204" pitchFamily="34" charset="0"/>
              </a:rPr>
              <a:t>IP est un protocole de remise au mieux :</a:t>
            </a:r>
            <a:endParaRPr lang="en-CA" altLang="en-US" sz="2000" b="1" kern="0" dirty="0">
              <a:solidFill>
                <a:srgbClr val="C00000"/>
              </a:solidFill>
              <a:latin typeface="Cambria" pitchFamily="18" charset="0"/>
              <a:cs typeface="Calibri" panose="020F0502020204030204" pitchFamily="34" charset="0"/>
            </a:endParaRPr>
          </a:p>
          <a:p>
            <a:pPr lvl="1" algn="just"/>
            <a:r>
              <a:rPr lang="fr-FR" altLang="en-US" sz="2000" kern="0" dirty="0">
                <a:latin typeface="Cambria" pitchFamily="18" charset="0"/>
                <a:cs typeface="Calibri" panose="020F0502020204030204" pitchFamily="34" charset="0"/>
              </a:rPr>
              <a:t>IP est considéré comme « peu fiable » car il ne garantit pas que tous les paquets envoyés seront reçus.</a:t>
            </a:r>
            <a:endParaRPr lang="en-CA" altLang="en-US" sz="2000" kern="0" dirty="0">
              <a:latin typeface="Cambria" pitchFamily="18" charset="0"/>
              <a:cs typeface="Calibri" panose="020F0502020204030204" pitchFamily="34" charset="0"/>
            </a:endParaRPr>
          </a:p>
          <a:p>
            <a:pPr lvl="1" algn="just"/>
            <a:r>
              <a:rPr lang="fr-FR" altLang="en-US" sz="2000" kern="0" dirty="0">
                <a:latin typeface="Cambria" pitchFamily="18" charset="0"/>
                <a:cs typeface="Calibri" panose="020F0502020204030204" pitchFamily="34" charset="0"/>
              </a:rPr>
              <a:t>Non fiable signifie qu'IP n'a pas la capacité de gérer et de récupérer des paquets non remis, corrompus ou hors séquence.</a:t>
            </a:r>
          </a:p>
          <a:p>
            <a:pPr lvl="1" algn="just"/>
            <a:r>
              <a:rPr lang="fr-FR" altLang="en-US" sz="2000" kern="0" dirty="0">
                <a:latin typeface="Cambria" pitchFamily="18" charset="0"/>
                <a:cs typeface="Calibri" panose="020F0502020204030204" pitchFamily="34" charset="0"/>
              </a:rPr>
              <a:t>Si des paquets manquent ou ne sont pas dans le bon ordre à la destination, les protocoles/services de couche supérieure doivent résoudre ces problèmes.</a:t>
            </a:r>
            <a:endParaRPr lang="en-CA" altLang="en-US" sz="2000" kern="0" dirty="0">
              <a:latin typeface="Cambria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508886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467C555C-7603-4016-A9E8-0C15CE6D9B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fr-FR" smtClean="0"/>
              <a:pPr/>
              <a:t>11</a:t>
            </a:fld>
            <a:endParaRPr lang="fr-FR" dirty="0"/>
          </a:p>
        </p:txBody>
      </p:sp>
      <p:sp>
        <p:nvSpPr>
          <p:cNvPr id="5" name="Titre 2">
            <a:extLst>
              <a:ext uri="{FF2B5EF4-FFF2-40B4-BE49-F238E27FC236}">
                <a16:creationId xmlns:a16="http://schemas.microsoft.com/office/drawing/2014/main" xmlns="" id="{834EC639-0B16-433B-9574-264C7C435E45}"/>
              </a:ext>
            </a:extLst>
          </p:cNvPr>
          <p:cNvSpPr txBox="1">
            <a:spLocks/>
          </p:cNvSpPr>
          <p:nvPr/>
        </p:nvSpPr>
        <p:spPr>
          <a:xfrm>
            <a:off x="1350163" y="463463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b="1" i="1" dirty="0">
                <a:effectLst/>
                <a:latin typeface="Cambria" pitchFamily="18" charset="0"/>
                <a:cs typeface="Calibri" panose="020F0502020204030204" pitchFamily="34" charset="0"/>
              </a:rPr>
              <a:t>Caractéristiques du protocole </a:t>
            </a:r>
            <a:r>
              <a:rPr lang="fr-FR" b="1" i="1" dirty="0" smtClean="0">
                <a:latin typeface="Cambria" pitchFamily="18" charset="0"/>
                <a:cs typeface="Calibri" panose="020F0502020204030204" pitchFamily="34" charset="0"/>
              </a:rPr>
              <a:t>IP </a:t>
            </a:r>
            <a:r>
              <a:rPr lang="fr-FR" sz="2800" b="1" i="1" dirty="0" smtClean="0">
                <a:latin typeface="Cambria" pitchFamily="18" charset="0"/>
                <a:cs typeface="Calibri" panose="020F0502020204030204" pitchFamily="34" charset="0"/>
              </a:rPr>
              <a:t>(4/4</a:t>
            </a:r>
            <a:r>
              <a:rPr lang="fr-FR" sz="2800" b="1" i="1" dirty="0" smtClean="0">
                <a:latin typeface="Cambria" pitchFamily="18" charset="0"/>
                <a:cs typeface="Calibri" panose="020F0502020204030204" pitchFamily="34" charset="0"/>
              </a:rPr>
              <a:t>)</a:t>
            </a:r>
            <a:endParaRPr lang="fr-FR" b="1" i="1" dirty="0">
              <a:effectLst/>
              <a:latin typeface="Cambria" pitchFamily="18" charset="0"/>
              <a:cs typeface="Calibri" panose="020F0502020204030204" pitchFamily="34" charset="0"/>
            </a:endParaRPr>
          </a:p>
          <a:p>
            <a:r>
              <a:rPr lang="en-US" altLang="en-US" sz="2800" b="1" i="1" dirty="0">
                <a:solidFill>
                  <a:schemeClr val="accent5">
                    <a:lumMod val="75000"/>
                  </a:schemeClr>
                </a:solidFill>
                <a:latin typeface="Cambria" pitchFamily="18" charset="0"/>
                <a:cs typeface="Calibri" panose="020F0502020204030204" pitchFamily="34" charset="0"/>
              </a:rPr>
              <a:t>IP - </a:t>
            </a:r>
            <a:r>
              <a:rPr lang="en-US" sz="2800" b="1" i="1" dirty="0" err="1">
                <a:solidFill>
                  <a:schemeClr val="accent5">
                    <a:lumMod val="75000"/>
                  </a:schemeClr>
                </a:solidFill>
                <a:latin typeface="Cambria" pitchFamily="18" charset="0"/>
                <a:cs typeface="Calibri" panose="020F0502020204030204" pitchFamily="34" charset="0"/>
              </a:rPr>
              <a:t>Indépendant</a:t>
            </a:r>
            <a:r>
              <a:rPr lang="en-US" sz="2800" b="1" i="1" dirty="0">
                <a:solidFill>
                  <a:schemeClr val="accent5">
                    <a:lumMod val="75000"/>
                  </a:schemeClr>
                </a:solidFill>
                <a:latin typeface="Cambria" pitchFamily="18" charset="0"/>
                <a:cs typeface="Calibri" panose="020F0502020204030204" pitchFamily="34" charset="0"/>
              </a:rPr>
              <a:t> du support</a:t>
            </a:r>
          </a:p>
          <a:p>
            <a:pPr algn="l"/>
            <a:endParaRPr lang="fr-FR" sz="2600" b="1" i="1" dirty="0">
              <a:effectLst/>
              <a:latin typeface="Cambria" pitchFamily="18" charset="0"/>
              <a:cs typeface="Calibri" panose="020F0502020204030204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xmlns="" id="{5B263697-A8DD-4E23-ACE5-57BD1050DB9C}"/>
              </a:ext>
            </a:extLst>
          </p:cNvPr>
          <p:cNvSpPr txBox="1">
            <a:spLocks/>
          </p:cNvSpPr>
          <p:nvPr/>
        </p:nvSpPr>
        <p:spPr>
          <a:xfrm>
            <a:off x="100007" y="2219437"/>
            <a:ext cx="5731166" cy="422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Wingdings" panose="05000000000000000000" pitchFamily="2" charset="2"/>
              <a:buChar char="§"/>
              <a:defRPr sz="24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1" algn="just"/>
            <a:r>
              <a:rPr lang="fr-FR" altLang="en-US" sz="2000" kern="0" dirty="0">
                <a:latin typeface="Cambria" pitchFamily="18" charset="0"/>
                <a:cs typeface="Calibri" panose="020F0502020204030204" pitchFamily="34" charset="0"/>
              </a:rPr>
              <a:t>IP fonctionne indépendamment du support qui transporte les données dans les couches inférieures de la pile de protocoles - il ne se soucie pas si le support est constitué de câbles en cuivre, de fibre optique ou sans fil.</a:t>
            </a:r>
          </a:p>
          <a:p>
            <a:pPr lvl="1" algn="just"/>
            <a:r>
              <a:rPr lang="fr-FR" altLang="en-US" sz="2000" kern="0" dirty="0">
                <a:latin typeface="Cambria" pitchFamily="18" charset="0"/>
                <a:cs typeface="Calibri" panose="020F0502020204030204" pitchFamily="34" charset="0"/>
              </a:rPr>
              <a:t>La couche liaison de données OSI est chargée de prendre le paquet IP et de le préparer pour la transmission sur le support de communication.</a:t>
            </a:r>
          </a:p>
          <a:p>
            <a:pPr lvl="1" algn="just"/>
            <a:r>
              <a:rPr lang="fr-FR" altLang="en-US" sz="2000" kern="0" dirty="0">
                <a:latin typeface="Cambria" pitchFamily="18" charset="0"/>
                <a:cs typeface="Calibri" panose="020F0502020204030204" pitchFamily="34" charset="0"/>
              </a:rPr>
              <a:t>La couche réseau a une taille maximale de la PDU qui peut être transportée - appelée MTU (unité de transmission maximale).</a:t>
            </a:r>
          </a:p>
          <a:p>
            <a:pPr lvl="1" algn="just"/>
            <a:r>
              <a:rPr lang="fr-FR" altLang="en-US" sz="2000" kern="0" dirty="0">
                <a:latin typeface="Cambria" pitchFamily="18" charset="0"/>
                <a:cs typeface="Calibri" panose="020F0502020204030204" pitchFamily="34" charset="0"/>
              </a:rPr>
              <a:t>La couche liaison de données indique à la couche réseau le MTU.</a:t>
            </a:r>
            <a:endParaRPr lang="en-CA" altLang="en-US" sz="2000" kern="0" dirty="0">
              <a:latin typeface="Cambria" pitchFamily="18" charset="0"/>
              <a:cs typeface="Calibri" panose="020F0502020204030204" pitchFamily="34" charset="0"/>
            </a:endParaRPr>
          </a:p>
          <a:p>
            <a:pPr lvl="1" algn="just"/>
            <a:endParaRPr lang="en-CA" altLang="en-US" sz="2000" kern="0" dirty="0">
              <a:latin typeface="Cambria" pitchFamily="18" charset="0"/>
              <a:cs typeface="Calibri" panose="020F0502020204030204" pitchFamily="34" charset="0"/>
            </a:endParaRPr>
          </a:p>
          <a:p>
            <a:pPr lvl="1" algn="just"/>
            <a:endParaRPr lang="en-CA" altLang="en-US" sz="2000" kern="0" dirty="0">
              <a:latin typeface="Cambria" pitchFamily="18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986135BE-2B99-4AF9-86B5-21AE236300BD}"/>
              </a:ext>
            </a:extLst>
          </p:cNvPr>
          <p:cNvSpPr txBox="1"/>
          <p:nvPr/>
        </p:nvSpPr>
        <p:spPr>
          <a:xfrm>
            <a:off x="438734" y="1871346"/>
            <a:ext cx="53924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altLang="en-US" sz="2000" b="1" dirty="0">
                <a:solidFill>
                  <a:srgbClr val="C00000"/>
                </a:solidFill>
                <a:latin typeface="Cambria" pitchFamily="18" charset="0"/>
                <a:cs typeface="Calibri" panose="020F0502020204030204" pitchFamily="34" charset="0"/>
              </a:rPr>
              <a:t>IP est un protocole indépendant du support:</a:t>
            </a:r>
            <a:endParaRPr lang="en-CA" altLang="en-US" sz="2000" b="1" dirty="0">
              <a:solidFill>
                <a:srgbClr val="C00000"/>
              </a:solidFill>
              <a:latin typeface="Cambria" pitchFamily="18" charset="0"/>
              <a:cs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51E5997D-FFCD-4B85-B35A-6D70901BCC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941353"/>
            <a:ext cx="6002845" cy="4039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7341720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9AFB31E2-6544-42AE-A87B-73C009800BF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fr-FR" smtClean="0"/>
              <a:pPr/>
              <a:t>12</a:t>
            </a:fld>
            <a:endParaRPr lang="fr-FR" dirty="0"/>
          </a:p>
        </p:txBody>
      </p:sp>
      <p:sp>
        <p:nvSpPr>
          <p:cNvPr id="7" name="Titre 2">
            <a:extLst>
              <a:ext uri="{FF2B5EF4-FFF2-40B4-BE49-F238E27FC236}">
                <a16:creationId xmlns:a16="http://schemas.microsoft.com/office/drawing/2014/main" xmlns="" id="{CAED83BF-433D-4D56-96E0-3765CE9DC7EE}"/>
              </a:ext>
            </a:extLst>
          </p:cNvPr>
          <p:cNvSpPr txBox="1">
            <a:spLocks/>
          </p:cNvSpPr>
          <p:nvPr/>
        </p:nvSpPr>
        <p:spPr>
          <a:xfrm>
            <a:off x="1335173" y="493442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b="1" i="1" dirty="0" smtClean="0">
                <a:effectLst/>
                <a:latin typeface="Cambria" pitchFamily="18" charset="0"/>
                <a:cs typeface="Calibri" panose="020F0502020204030204" pitchFamily="34" charset="0"/>
              </a:rPr>
              <a:t>Encapsulation IP</a:t>
            </a:r>
            <a:endParaRPr lang="fr-FR" b="1" i="1" dirty="0">
              <a:effectLst/>
              <a:latin typeface="Cambria" pitchFamily="18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4D233572-F2CD-4312-B60C-18323E5944A1}"/>
              </a:ext>
            </a:extLst>
          </p:cNvPr>
          <p:cNvSpPr txBox="1"/>
          <p:nvPr/>
        </p:nvSpPr>
        <p:spPr>
          <a:xfrm>
            <a:off x="6911106" y="1411150"/>
            <a:ext cx="4736251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000000"/>
                </a:solidFill>
                <a:latin typeface="Cambria" pitchFamily="18" charset="0"/>
              </a:rPr>
              <a:t>Au niveau de la couche réseau, IP encapsule le segment de la couche transport </a:t>
            </a:r>
            <a:r>
              <a:rPr lang="fr-FR" sz="2000" b="1" dirty="0">
                <a:solidFill>
                  <a:srgbClr val="C00000"/>
                </a:solidFill>
                <a:latin typeface="Cambria" pitchFamily="18" charset="0"/>
              </a:rPr>
              <a:t>en ajoutant un en-tête IP</a:t>
            </a:r>
            <a:r>
              <a:rPr lang="fr-FR" sz="2000" dirty="0">
                <a:solidFill>
                  <a:srgbClr val="C00000"/>
                </a:solidFill>
                <a:latin typeface="Cambria" pitchFamily="18" charset="0"/>
              </a:rPr>
              <a:t> </a:t>
            </a:r>
            <a:r>
              <a:rPr lang="fr-FR" sz="2000" dirty="0">
                <a:solidFill>
                  <a:srgbClr val="000000"/>
                </a:solidFill>
                <a:latin typeface="Cambria" pitchFamily="18" charset="0"/>
              </a:rPr>
              <a:t>aux fins de la livraison à l'hôte de destination.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fr-FR" sz="2000" dirty="0">
              <a:solidFill>
                <a:srgbClr val="000000"/>
              </a:solidFill>
              <a:latin typeface="Cambria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000000"/>
                </a:solidFill>
                <a:latin typeface="Cambria" pitchFamily="18" charset="0"/>
              </a:rPr>
              <a:t>Le processus d'encapsulation des données couche par couche permet aux services de différentes couches de s'adapter </a:t>
            </a:r>
            <a:r>
              <a:rPr lang="fr-FR" sz="2000" b="1" dirty="0">
                <a:solidFill>
                  <a:srgbClr val="C00000"/>
                </a:solidFill>
                <a:latin typeface="Cambria" pitchFamily="18" charset="0"/>
              </a:rPr>
              <a:t>sans affecter les autres couches.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fr-FR" sz="2000" b="1" dirty="0">
              <a:solidFill>
                <a:srgbClr val="000000"/>
              </a:solidFill>
              <a:latin typeface="Cambria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000000"/>
                </a:solidFill>
                <a:latin typeface="Cambria" pitchFamily="18" charset="0"/>
              </a:rPr>
              <a:t>Les routeurs implémentent simultanément différents protocoles de couche réseau sur un réseau </a:t>
            </a:r>
            <a:r>
              <a:rPr lang="fr-FR" sz="2000" b="1" dirty="0">
                <a:solidFill>
                  <a:srgbClr val="C00000"/>
                </a:solidFill>
                <a:latin typeface="Cambria" pitchFamily="18" charset="0"/>
              </a:rPr>
              <a:t>et utilisent l'en-tête de paquet de couche réseau pour le routage.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7852" y="1402507"/>
            <a:ext cx="5772150" cy="3971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Rectangle 7"/>
          <p:cNvSpPr/>
          <p:nvPr/>
        </p:nvSpPr>
        <p:spPr>
          <a:xfrm>
            <a:off x="1543994" y="2959842"/>
            <a:ext cx="35004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fr-FR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80C1FBCF-76AA-42F0-8DC8-8D4798E4E2FB}"/>
              </a:ext>
            </a:extLst>
          </p:cNvPr>
          <p:cNvSpPr/>
          <p:nvPr/>
        </p:nvSpPr>
        <p:spPr>
          <a:xfrm>
            <a:off x="3818101" y="3306147"/>
            <a:ext cx="1631942" cy="5963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43008973-9646-4A71-9EAB-4227565AAF0B}"/>
              </a:ext>
            </a:extLst>
          </p:cNvPr>
          <p:cNvSpPr/>
          <p:nvPr/>
        </p:nvSpPr>
        <p:spPr>
          <a:xfrm>
            <a:off x="2606043" y="1788885"/>
            <a:ext cx="2844000" cy="64198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xmlns="" id="{917B70A8-EB6D-43EF-B044-0C94CAB4EBE5}"/>
              </a:ext>
            </a:extLst>
          </p:cNvPr>
          <p:cNvGrpSpPr/>
          <p:nvPr/>
        </p:nvGrpSpPr>
        <p:grpSpPr>
          <a:xfrm>
            <a:off x="874160" y="4314457"/>
            <a:ext cx="4922504" cy="2543543"/>
            <a:chOff x="4059324" y="3628161"/>
            <a:chExt cx="4922504" cy="2543543"/>
          </a:xfrm>
        </p:grpSpPr>
        <p:sp>
          <p:nvSpPr>
            <p:cNvPr id="15" name="ZoneTexte 14">
              <a:extLst>
                <a:ext uri="{FF2B5EF4-FFF2-40B4-BE49-F238E27FC236}">
                  <a16:creationId xmlns:a16="http://schemas.microsoft.com/office/drawing/2014/main" xmlns="" id="{C779AEDC-E3C0-4E35-8576-CF011B7D13D9}"/>
                </a:ext>
              </a:extLst>
            </p:cNvPr>
            <p:cNvSpPr txBox="1"/>
            <p:nvPr/>
          </p:nvSpPr>
          <p:spPr>
            <a:xfrm>
              <a:off x="6871378" y="3628161"/>
              <a:ext cx="21104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400" b="1" dirty="0">
                  <a:solidFill>
                    <a:srgbClr val="FF0000"/>
                  </a:solidFill>
                </a:rPr>
                <a:t>SDU (layer (n)) </a:t>
              </a:r>
            </a:p>
          </p:txBody>
        </p:sp>
        <p:sp>
          <p:nvSpPr>
            <p:cNvPr id="16" name="ZoneTexte 15">
              <a:extLst>
                <a:ext uri="{FF2B5EF4-FFF2-40B4-BE49-F238E27FC236}">
                  <a16:creationId xmlns:a16="http://schemas.microsoft.com/office/drawing/2014/main" xmlns="" id="{DAA5271C-697A-4E1E-A271-D250E33FD1D6}"/>
                </a:ext>
              </a:extLst>
            </p:cNvPr>
            <p:cNvSpPr txBox="1"/>
            <p:nvPr/>
          </p:nvSpPr>
          <p:spPr>
            <a:xfrm>
              <a:off x="4059324" y="5340707"/>
              <a:ext cx="3224216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400" b="1" dirty="0">
                  <a:solidFill>
                    <a:srgbClr val="FF0000"/>
                  </a:solidFill>
                </a:rPr>
                <a:t>PDU: Protocol data Unit</a:t>
              </a:r>
            </a:p>
            <a:p>
              <a:r>
                <a:rPr lang="fr-FR" sz="2400" b="1" dirty="0">
                  <a:solidFill>
                    <a:srgbClr val="FF0000"/>
                  </a:solidFill>
                </a:rPr>
                <a:t>SDU: Service Data Unit</a:t>
              </a: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A599FB87-D369-4443-A5CF-65F2DEB29273}"/>
              </a:ext>
            </a:extLst>
          </p:cNvPr>
          <p:cNvSpPr/>
          <p:nvPr/>
        </p:nvSpPr>
        <p:spPr>
          <a:xfrm>
            <a:off x="2606043" y="3282701"/>
            <a:ext cx="1155177" cy="598892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grpSp>
        <p:nvGrpSpPr>
          <p:cNvPr id="18" name="Groupe 17">
            <a:extLst>
              <a:ext uri="{FF2B5EF4-FFF2-40B4-BE49-F238E27FC236}">
                <a16:creationId xmlns:a16="http://schemas.microsoft.com/office/drawing/2014/main" xmlns="" id="{5102E1C1-999F-49AF-BBC1-9675A027E615}"/>
              </a:ext>
            </a:extLst>
          </p:cNvPr>
          <p:cNvGrpSpPr/>
          <p:nvPr/>
        </p:nvGrpSpPr>
        <p:grpSpPr>
          <a:xfrm>
            <a:off x="874160" y="4315984"/>
            <a:ext cx="4424481" cy="1795729"/>
            <a:chOff x="4059324" y="3231106"/>
            <a:chExt cx="4424481" cy="1795729"/>
          </a:xfrm>
        </p:grpSpPr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xmlns="" id="{EC15EFA1-5B65-4152-8F30-8EB329FC9F61}"/>
                </a:ext>
              </a:extLst>
            </p:cNvPr>
            <p:cNvSpPr txBox="1"/>
            <p:nvPr/>
          </p:nvSpPr>
          <p:spPr>
            <a:xfrm>
              <a:off x="6010333" y="3231106"/>
              <a:ext cx="66236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400" b="1" dirty="0">
                  <a:solidFill>
                    <a:schemeClr val="accent4"/>
                  </a:solidFill>
                </a:rPr>
                <a:t>PCI </a:t>
              </a:r>
            </a:p>
          </p:txBody>
        </p:sp>
        <p:sp>
          <p:nvSpPr>
            <p:cNvPr id="20" name="ZoneTexte 19">
              <a:extLst>
                <a:ext uri="{FF2B5EF4-FFF2-40B4-BE49-F238E27FC236}">
                  <a16:creationId xmlns:a16="http://schemas.microsoft.com/office/drawing/2014/main" xmlns="" id="{844A2DCE-E09C-4317-BB47-B080BF35EC96}"/>
                </a:ext>
              </a:extLst>
            </p:cNvPr>
            <p:cNvSpPr txBox="1"/>
            <p:nvPr/>
          </p:nvSpPr>
          <p:spPr>
            <a:xfrm>
              <a:off x="4059324" y="4565170"/>
              <a:ext cx="442448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400" b="1" dirty="0" err="1">
                  <a:solidFill>
                    <a:schemeClr val="accent4"/>
                  </a:solidFill>
                </a:rPr>
                <a:t>PCI:Protocol</a:t>
              </a:r>
              <a:r>
                <a:rPr lang="fr-FR" sz="2400" b="1" dirty="0">
                  <a:solidFill>
                    <a:schemeClr val="accent4"/>
                  </a:solidFill>
                </a:rPr>
                <a:t> Control Information </a:t>
              </a:r>
            </a:p>
          </p:txBody>
        </p:sp>
      </p:grp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xmlns="" id="{A50F7070-17CE-46F3-967F-2C8D75EC33FD}"/>
              </a:ext>
            </a:extLst>
          </p:cNvPr>
          <p:cNvCxnSpPr/>
          <p:nvPr/>
        </p:nvCxnSpPr>
        <p:spPr>
          <a:xfrm>
            <a:off x="2220511" y="2389994"/>
            <a:ext cx="0" cy="82012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ZoneTexte 21">
            <a:extLst>
              <a:ext uri="{FF2B5EF4-FFF2-40B4-BE49-F238E27FC236}">
                <a16:creationId xmlns:a16="http://schemas.microsoft.com/office/drawing/2014/main" xmlns="" id="{D73693CD-9AF7-422E-AF3A-5C477BFECD44}"/>
              </a:ext>
            </a:extLst>
          </p:cNvPr>
          <p:cNvSpPr txBox="1"/>
          <p:nvPr/>
        </p:nvSpPr>
        <p:spPr>
          <a:xfrm>
            <a:off x="3110260" y="2504371"/>
            <a:ext cx="26741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>
                <a:solidFill>
                  <a:srgbClr val="FF0000"/>
                </a:solidFill>
              </a:rPr>
              <a:t>PDU (layer(n+1</a:t>
            </a:r>
            <a:r>
              <a:rPr lang="fr-FR" sz="2400" b="1" dirty="0" smtClean="0">
                <a:solidFill>
                  <a:srgbClr val="FF0000"/>
                </a:solidFill>
              </a:rPr>
              <a:t>)) </a:t>
            </a:r>
            <a:endParaRPr lang="fr-FR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776648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3" grpId="1" animBg="1"/>
      <p:bldP spid="17" grpId="0" animBg="1"/>
      <p:bldP spid="2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F46A9BB0-5CFC-4BCF-B869-FD74D2238F9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fr-FR" smtClean="0"/>
              <a:pPr/>
              <a:t>13</a:t>
            </a:fld>
            <a:endParaRPr lang="fr-FR" dirty="0"/>
          </a:p>
        </p:txBody>
      </p:sp>
      <p:sp>
        <p:nvSpPr>
          <p:cNvPr id="5" name="Titre 2">
            <a:extLst>
              <a:ext uri="{FF2B5EF4-FFF2-40B4-BE49-F238E27FC236}">
                <a16:creationId xmlns:a16="http://schemas.microsoft.com/office/drawing/2014/main" xmlns="" id="{D0B8C59D-6929-4D1F-B056-AD56475FC80F}"/>
              </a:ext>
            </a:extLst>
          </p:cNvPr>
          <p:cNvSpPr txBox="1">
            <a:spLocks/>
          </p:cNvSpPr>
          <p:nvPr/>
        </p:nvSpPr>
        <p:spPr>
          <a:xfrm>
            <a:off x="1350163" y="463463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b="1" i="1" dirty="0">
                <a:effectLst/>
                <a:latin typeface="Cambria" pitchFamily="18" charset="0"/>
                <a:cs typeface="Calibri" panose="020F0502020204030204" pitchFamily="34" charset="0"/>
              </a:rPr>
              <a:t>Entête IPv4 (1/3)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91D15714-B2B6-4843-8F88-606DB13A8BB3}"/>
              </a:ext>
            </a:extLst>
          </p:cNvPr>
          <p:cNvSpPr txBox="1"/>
          <p:nvPr/>
        </p:nvSpPr>
        <p:spPr>
          <a:xfrm>
            <a:off x="6587738" y="1710197"/>
            <a:ext cx="441565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2000" b="1" i="0" dirty="0">
                <a:solidFill>
                  <a:srgbClr val="C00000"/>
                </a:solidFill>
                <a:effectLst/>
                <a:latin typeface="Cambria" pitchFamily="18" charset="0"/>
                <a:cs typeface="Calibri" panose="020F0502020204030204" pitchFamily="34" charset="0"/>
              </a:rPr>
              <a:t>L'en-tête de paquet IPv4 </a:t>
            </a:r>
            <a:r>
              <a:rPr lang="fr-FR" sz="2000" b="0" i="0" dirty="0">
                <a:effectLst/>
                <a:latin typeface="Cambria" pitchFamily="18" charset="0"/>
                <a:cs typeface="Calibri" panose="020F0502020204030204" pitchFamily="34" charset="0"/>
              </a:rPr>
              <a:t>est utilisé pour s'assurer que ce paquet est livré à son prochain arrêt sur le chemin de son périphérique final de destination.</a:t>
            </a:r>
          </a:p>
          <a:p>
            <a:pPr algn="just"/>
            <a:endParaRPr lang="fr-FR" sz="2000" dirty="0">
              <a:latin typeface="Cambria" pitchFamily="18" charset="0"/>
              <a:cs typeface="Calibri" panose="020F0502020204030204" pitchFamily="34" charset="0"/>
            </a:endParaRPr>
          </a:p>
          <a:p>
            <a:pPr algn="just"/>
            <a:endParaRPr lang="fr-FR" sz="2000" b="0" i="0" dirty="0">
              <a:effectLst/>
              <a:latin typeface="Cambria" pitchFamily="18" charset="0"/>
              <a:cs typeface="Calibri" panose="020F0502020204030204" pitchFamily="34" charset="0"/>
            </a:endParaRPr>
          </a:p>
          <a:p>
            <a:pPr algn="just"/>
            <a:r>
              <a:rPr lang="fr-FR" sz="2000" b="1" i="0" dirty="0">
                <a:solidFill>
                  <a:srgbClr val="C00000"/>
                </a:solidFill>
                <a:effectLst/>
                <a:latin typeface="Cambria" pitchFamily="18" charset="0"/>
                <a:cs typeface="Calibri" panose="020F0502020204030204" pitchFamily="34" charset="0"/>
              </a:rPr>
              <a:t>Un en-tête de paquet IPv4 </a:t>
            </a:r>
            <a:r>
              <a:rPr lang="fr-FR" sz="2000" b="0" i="0" dirty="0">
                <a:effectLst/>
                <a:latin typeface="Cambria" pitchFamily="18" charset="0"/>
                <a:cs typeface="Calibri" panose="020F0502020204030204" pitchFamily="34" charset="0"/>
              </a:rPr>
              <a:t>est constitué de champs contenant des informations importantes sur le paquet. </a:t>
            </a:r>
          </a:p>
          <a:p>
            <a:pPr algn="just"/>
            <a:endParaRPr lang="fr-FR" sz="2000" dirty="0">
              <a:latin typeface="Cambria" pitchFamily="18" charset="0"/>
              <a:cs typeface="Calibri" panose="020F0502020204030204" pitchFamily="34" charset="0"/>
            </a:endParaRPr>
          </a:p>
          <a:p>
            <a:pPr algn="just"/>
            <a:r>
              <a:rPr lang="fr-FR" sz="2000" b="0" i="0" dirty="0">
                <a:effectLst/>
                <a:latin typeface="Cambria" pitchFamily="18" charset="0"/>
                <a:cs typeface="Calibri" panose="020F0502020204030204" pitchFamily="34" charset="0"/>
              </a:rPr>
              <a:t>Ces champs contiennent des nombres binaires, examinés par le processus de couche 3.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823262CE-7C83-4195-BF04-B3B707EB12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7099"/>
            <a:ext cx="5457825" cy="461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7679646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82E4431A-9DCB-462A-AA4F-F55060E4259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fr-FR" smtClean="0"/>
              <a:pPr/>
              <a:t>14</a:t>
            </a:fld>
            <a:endParaRPr lang="fr-FR" dirty="0"/>
          </a:p>
        </p:txBody>
      </p:sp>
      <p:sp>
        <p:nvSpPr>
          <p:cNvPr id="5" name="Titre 2">
            <a:extLst>
              <a:ext uri="{FF2B5EF4-FFF2-40B4-BE49-F238E27FC236}">
                <a16:creationId xmlns:a16="http://schemas.microsoft.com/office/drawing/2014/main" xmlns="" id="{0620B682-731C-41CC-B6C9-967CC27E19CE}"/>
              </a:ext>
            </a:extLst>
          </p:cNvPr>
          <p:cNvSpPr txBox="1">
            <a:spLocks/>
          </p:cNvSpPr>
          <p:nvPr/>
        </p:nvSpPr>
        <p:spPr>
          <a:xfrm>
            <a:off x="1350163" y="463463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b="1" i="1" dirty="0">
                <a:effectLst/>
                <a:latin typeface="Cambria" pitchFamily="18" charset="0"/>
                <a:cs typeface="Calibri" panose="020F0502020204030204" pitchFamily="34" charset="0"/>
              </a:rPr>
              <a:t>Entête IPv4 (2/3)</a:t>
            </a:r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xmlns="" id="{A4F060B6-C6A7-4D64-94B0-7F82F56F55FA}"/>
              </a:ext>
            </a:extLst>
          </p:cNvPr>
          <p:cNvSpPr txBox="1">
            <a:spLocks/>
          </p:cNvSpPr>
          <p:nvPr/>
        </p:nvSpPr>
        <p:spPr>
          <a:xfrm>
            <a:off x="5449348" y="1764242"/>
            <a:ext cx="6162207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Wingdings" panose="05000000000000000000" pitchFamily="2" charset="2"/>
              <a:buChar char="§"/>
              <a:defRPr sz="24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fr-FR" b="1" kern="0" dirty="0">
                <a:solidFill>
                  <a:srgbClr val="C00000"/>
                </a:solidFill>
                <a:latin typeface="Cambria" pitchFamily="18" charset="0"/>
                <a:cs typeface="Calibri" panose="020F0502020204030204" pitchFamily="34" charset="0"/>
              </a:rPr>
              <a:t>Version d’IP</a:t>
            </a:r>
            <a:r>
              <a:rPr lang="fr-FR" kern="0" dirty="0">
                <a:solidFill>
                  <a:srgbClr val="C00000"/>
                </a:solidFill>
                <a:latin typeface="Cambria" pitchFamily="18" charset="0"/>
                <a:cs typeface="Calibri" panose="020F0502020204030204" pitchFamily="34" charset="0"/>
              </a:rPr>
              <a:t>: </a:t>
            </a:r>
            <a:r>
              <a:rPr lang="fr-FR" kern="0" dirty="0">
                <a:latin typeface="Cambria" pitchFamily="18" charset="0"/>
                <a:cs typeface="Calibri" panose="020F0502020204030204" pitchFamily="34" charset="0"/>
              </a:rPr>
              <a:t>numéro de version de protocole IP</a:t>
            </a:r>
          </a:p>
          <a:p>
            <a:pPr algn="just"/>
            <a:r>
              <a:rPr lang="fr-FR" b="1" kern="0" dirty="0">
                <a:solidFill>
                  <a:srgbClr val="C00000"/>
                </a:solidFill>
                <a:latin typeface="Cambria" pitchFamily="18" charset="0"/>
                <a:cs typeface="Calibri" panose="020F0502020204030204" pitchFamily="34" charset="0"/>
              </a:rPr>
              <a:t>Longueur de l’entête (IHL) </a:t>
            </a:r>
            <a:r>
              <a:rPr lang="fr-FR" kern="0" dirty="0">
                <a:latin typeface="Cambria" pitchFamily="18" charset="0"/>
                <a:cs typeface="Calibri" panose="020F0502020204030204" pitchFamily="34" charset="0"/>
              </a:rPr>
              <a:t>: longueur de l'en-tête en mots de 32 bits, généralement égal à 5 (pas d'option)</a:t>
            </a:r>
          </a:p>
          <a:p>
            <a:pPr algn="just"/>
            <a:r>
              <a:rPr lang="fr-FR" b="1" kern="0" dirty="0">
                <a:solidFill>
                  <a:srgbClr val="C00000"/>
                </a:solidFill>
                <a:latin typeface="Cambria" pitchFamily="18" charset="0"/>
                <a:cs typeface="Calibri" panose="020F0502020204030204" pitchFamily="34" charset="0"/>
              </a:rPr>
              <a:t>Type de service:</a:t>
            </a:r>
            <a:r>
              <a:rPr lang="fr-FR" kern="0" dirty="0">
                <a:solidFill>
                  <a:srgbClr val="C00000"/>
                </a:solidFill>
                <a:latin typeface="Cambria" pitchFamily="18" charset="0"/>
                <a:cs typeface="Calibri" panose="020F0502020204030204" pitchFamily="34" charset="0"/>
              </a:rPr>
              <a:t> </a:t>
            </a:r>
            <a:r>
              <a:rPr lang="fr-FR" kern="0" dirty="0">
                <a:latin typeface="Cambria" pitchFamily="18" charset="0"/>
                <a:cs typeface="Calibri" panose="020F0502020204030204" pitchFamily="34" charset="0"/>
              </a:rPr>
              <a:t>ancien type de service codé sur 8 bits. Utilisé pour donner une priorité plus élevée que les autres à un paquet. Mais cela a été très peu utilisé</a:t>
            </a:r>
          </a:p>
          <a:p>
            <a:pPr algn="just"/>
            <a:r>
              <a:rPr lang="fr-FR" b="1" kern="0" dirty="0">
                <a:solidFill>
                  <a:srgbClr val="C00000"/>
                </a:solidFill>
                <a:latin typeface="Cambria" pitchFamily="18" charset="0"/>
                <a:cs typeface="Calibri" panose="020F0502020204030204" pitchFamily="34" charset="0"/>
              </a:rPr>
              <a:t>Longueur totale </a:t>
            </a:r>
            <a:r>
              <a:rPr lang="fr-FR" kern="0" dirty="0">
                <a:solidFill>
                  <a:srgbClr val="C00000"/>
                </a:solidFill>
                <a:latin typeface="Cambria" pitchFamily="18" charset="0"/>
                <a:cs typeface="Calibri" panose="020F0502020204030204" pitchFamily="34" charset="0"/>
              </a:rPr>
              <a:t>:</a:t>
            </a:r>
            <a:r>
              <a:rPr lang="fr-FR" kern="0" dirty="0">
                <a:latin typeface="Cambria" pitchFamily="18" charset="0"/>
                <a:cs typeface="Calibri" panose="020F0502020204030204" pitchFamily="34" charset="0"/>
              </a:rPr>
              <a:t> longueur totale du datagramme en octets (en-tête + données)</a:t>
            </a:r>
          </a:p>
          <a:p>
            <a:pPr algn="just"/>
            <a:r>
              <a:rPr lang="fr-FR" b="1" kern="0" dirty="0">
                <a:solidFill>
                  <a:srgbClr val="C00000"/>
                </a:solidFill>
                <a:latin typeface="Cambria" pitchFamily="18" charset="0"/>
                <a:cs typeface="Calibri" panose="020F0502020204030204" pitchFamily="34" charset="0"/>
              </a:rPr>
              <a:t>Identification</a:t>
            </a:r>
            <a:r>
              <a:rPr lang="fr-FR" kern="0" dirty="0">
                <a:latin typeface="Cambria" pitchFamily="18" charset="0"/>
                <a:cs typeface="Calibri" panose="020F0502020204030204" pitchFamily="34" charset="0"/>
              </a:rPr>
              <a:t> – ce champ de 16 bits identifie de manière unique le fragment d'un paquet IP d'origine</a:t>
            </a:r>
          </a:p>
          <a:p>
            <a:pPr algn="just"/>
            <a:r>
              <a:rPr lang="fr-FR" b="1" kern="0" dirty="0">
                <a:solidFill>
                  <a:srgbClr val="C00000"/>
                </a:solidFill>
                <a:latin typeface="Cambria" pitchFamily="18" charset="0"/>
                <a:cs typeface="Calibri" panose="020F0502020204030204" pitchFamily="34" charset="0"/>
              </a:rPr>
              <a:t>Flags (Indicateurs)</a:t>
            </a:r>
            <a:r>
              <a:rPr lang="fr-FR" kern="0" dirty="0">
                <a:solidFill>
                  <a:srgbClr val="C00000"/>
                </a:solidFill>
                <a:latin typeface="Cambria" pitchFamily="18" charset="0"/>
                <a:cs typeface="Calibri" panose="020F0502020204030204" pitchFamily="34" charset="0"/>
              </a:rPr>
              <a:t> </a:t>
            </a:r>
            <a:r>
              <a:rPr lang="fr-FR" kern="0" dirty="0">
                <a:latin typeface="Cambria" pitchFamily="18" charset="0"/>
                <a:cs typeface="Calibri" panose="020F0502020204030204" pitchFamily="34" charset="0"/>
              </a:rPr>
              <a:t>: ce champ de 3 bits donne une information sur la fragmentation</a:t>
            </a:r>
          </a:p>
          <a:p>
            <a:pPr algn="just"/>
            <a:r>
              <a:rPr lang="fr-FR" b="1" kern="0" dirty="0">
                <a:solidFill>
                  <a:srgbClr val="C00000"/>
                </a:solidFill>
                <a:latin typeface="Cambria" pitchFamily="18" charset="0"/>
                <a:cs typeface="Calibri" panose="020F0502020204030204" pitchFamily="34" charset="0"/>
              </a:rPr>
              <a:t>Fragment offset (Décalage du fragment)</a:t>
            </a:r>
            <a:r>
              <a:rPr lang="fr-FR" kern="0" dirty="0">
                <a:solidFill>
                  <a:srgbClr val="C00000"/>
                </a:solidFill>
                <a:latin typeface="Cambria" pitchFamily="18" charset="0"/>
                <a:cs typeface="Calibri" panose="020F0502020204030204" pitchFamily="34" charset="0"/>
              </a:rPr>
              <a:t> </a:t>
            </a:r>
            <a:r>
              <a:rPr lang="fr-FR" kern="0" dirty="0">
                <a:latin typeface="Cambria" pitchFamily="18" charset="0"/>
                <a:cs typeface="Calibri" panose="020F0502020204030204" pitchFamily="34" charset="0"/>
              </a:rPr>
              <a:t>: ce champ de 13 bits indique la position du fragment dans le paquet d'origine</a:t>
            </a:r>
            <a:endParaRPr lang="fr-FR" kern="0" dirty="0">
              <a:latin typeface="Cambria" pitchFamily="18" charset="0"/>
              <a:ea typeface="ＭＳ Ｐゴシック"/>
              <a:cs typeface="Calibri" panose="020F050202020403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8857ED19-747E-44D0-A52E-F5C3C8C14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7099"/>
            <a:ext cx="5457825" cy="461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5760250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457824" y="1581310"/>
            <a:ext cx="6399395" cy="4619625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fr-FR" b="1" dirty="0">
                <a:solidFill>
                  <a:srgbClr val="C00000"/>
                </a:solidFill>
                <a:latin typeface="Cambria" pitchFamily="18" charset="0"/>
                <a:cs typeface="Calibri" panose="020F0502020204030204" pitchFamily="34" charset="0"/>
              </a:rPr>
              <a:t>Durée de vie</a:t>
            </a:r>
            <a:r>
              <a:rPr lang="fr-FR" dirty="0">
                <a:solidFill>
                  <a:srgbClr val="C00000"/>
                </a:solidFill>
                <a:latin typeface="Cambria" pitchFamily="18" charset="0"/>
                <a:cs typeface="Calibri" panose="020F0502020204030204" pitchFamily="34" charset="0"/>
              </a:rPr>
              <a:t> </a:t>
            </a:r>
            <a:r>
              <a:rPr lang="fr-FR" dirty="0">
                <a:latin typeface="Cambria" pitchFamily="18" charset="0"/>
                <a:cs typeface="Calibri" panose="020F0502020204030204" pitchFamily="34" charset="0"/>
              </a:rPr>
              <a:t>: codé sur 8 bits. Il est utilisé pour limiter la durée de vie d’un paquet. Les passerelles qui traitent le datagramme  doivent décrémenter cette valeur de 1. Lorsque cette valeur atteint 0 (expire) le datagramme est détruit et un message d'erreur est renvoyé à l'émetteur</a:t>
            </a:r>
          </a:p>
          <a:p>
            <a:pPr algn="just"/>
            <a:r>
              <a:rPr lang="fr-FR" b="1" dirty="0">
                <a:solidFill>
                  <a:srgbClr val="C00000"/>
                </a:solidFill>
                <a:latin typeface="Cambria" pitchFamily="18" charset="0"/>
                <a:cs typeface="Calibri" panose="020F0502020204030204" pitchFamily="34" charset="0"/>
              </a:rPr>
              <a:t>Protocole</a:t>
            </a:r>
            <a:r>
              <a:rPr lang="fr-FR" dirty="0">
                <a:latin typeface="Cambria" pitchFamily="18" charset="0"/>
                <a:cs typeface="Calibri" panose="020F0502020204030204" pitchFamily="34" charset="0"/>
              </a:rPr>
              <a:t>: Ce champ identifie le protocole de niveau supérieur véhiculé dans le champ données du datagramme : TCP:6, UDP:17, ICMP:1</a:t>
            </a:r>
          </a:p>
          <a:p>
            <a:pPr algn="just"/>
            <a:r>
              <a:rPr lang="fr-FR" b="1" dirty="0">
                <a:solidFill>
                  <a:srgbClr val="C00000"/>
                </a:solidFill>
                <a:latin typeface="Cambria" pitchFamily="18" charset="0"/>
                <a:cs typeface="Calibri" panose="020F0502020204030204" pitchFamily="34" charset="0"/>
              </a:rPr>
              <a:t>Somme de contrôle de l'en-tête (Header checksum)</a:t>
            </a:r>
            <a:r>
              <a:rPr lang="fr-FR" dirty="0">
                <a:solidFill>
                  <a:srgbClr val="C00000"/>
                </a:solidFill>
                <a:latin typeface="Cambria" pitchFamily="18" charset="0"/>
                <a:cs typeface="Calibri" panose="020F0502020204030204" pitchFamily="34" charset="0"/>
              </a:rPr>
              <a:t> </a:t>
            </a:r>
            <a:r>
              <a:rPr lang="fr-FR" dirty="0">
                <a:latin typeface="Cambria" pitchFamily="18" charset="0"/>
                <a:cs typeface="Calibri" panose="020F0502020204030204" pitchFamily="34" charset="0"/>
              </a:rPr>
              <a:t>: champ de 16 bits utilisé pour le contrôle des erreurs sur l'en-tête IP</a:t>
            </a:r>
          </a:p>
          <a:p>
            <a:pPr algn="just"/>
            <a:r>
              <a:rPr lang="fr-FR" b="1" dirty="0">
                <a:solidFill>
                  <a:srgbClr val="C00000"/>
                </a:solidFill>
                <a:latin typeface="Cambria" pitchFamily="18" charset="0"/>
                <a:cs typeface="Calibri" panose="020F0502020204030204" pitchFamily="34" charset="0"/>
              </a:rPr>
              <a:t>Adresse IP source</a:t>
            </a:r>
            <a:r>
              <a:rPr lang="fr-FR" dirty="0">
                <a:solidFill>
                  <a:srgbClr val="C00000"/>
                </a:solidFill>
                <a:latin typeface="Cambria" pitchFamily="18" charset="0"/>
                <a:cs typeface="Calibri" panose="020F0502020204030204" pitchFamily="34" charset="0"/>
              </a:rPr>
              <a:t> </a:t>
            </a:r>
            <a:r>
              <a:rPr lang="fr-FR" dirty="0">
                <a:latin typeface="Cambria" pitchFamily="18" charset="0"/>
                <a:cs typeface="Calibri" panose="020F0502020204030204" pitchFamily="34" charset="0"/>
              </a:rPr>
              <a:t>: contient une valeur binaire de 32 bits qui représente l'adresse IP source du paquet</a:t>
            </a:r>
          </a:p>
          <a:p>
            <a:pPr algn="just"/>
            <a:r>
              <a:rPr lang="fr-FR" b="1" dirty="0">
                <a:solidFill>
                  <a:srgbClr val="C00000"/>
                </a:solidFill>
                <a:latin typeface="Cambria" pitchFamily="18" charset="0"/>
                <a:cs typeface="Calibri" panose="020F0502020204030204" pitchFamily="34" charset="0"/>
              </a:rPr>
              <a:t>Adresse IP de destination</a:t>
            </a:r>
            <a:r>
              <a:rPr lang="fr-FR" dirty="0">
                <a:solidFill>
                  <a:srgbClr val="C00000"/>
                </a:solidFill>
                <a:latin typeface="Cambria" pitchFamily="18" charset="0"/>
                <a:cs typeface="Calibri" panose="020F0502020204030204" pitchFamily="34" charset="0"/>
              </a:rPr>
              <a:t>: </a:t>
            </a:r>
            <a:r>
              <a:rPr lang="fr-FR" dirty="0">
                <a:latin typeface="Cambria" pitchFamily="18" charset="0"/>
                <a:cs typeface="Calibri" panose="020F0502020204030204" pitchFamily="34" charset="0"/>
              </a:rPr>
              <a:t>contient une valeur binaire de 32 bits qui représente l'adresse IP de destination du paquet</a:t>
            </a:r>
          </a:p>
          <a:p>
            <a:pPr algn="just">
              <a:lnSpc>
                <a:spcPct val="150000"/>
              </a:lnSpc>
              <a:buClr>
                <a:schemeClr val="accent1"/>
              </a:buClr>
            </a:pPr>
            <a:endParaRPr lang="fr-FR" dirty="0">
              <a:latin typeface="Cambria" pitchFamily="18" charset="0"/>
              <a:cs typeface="Calibri" panose="020F0502020204030204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11003388" y="6369608"/>
            <a:ext cx="350400" cy="338514"/>
          </a:xfrm>
        </p:spPr>
        <p:txBody>
          <a:bodyPr/>
          <a:lstStyle/>
          <a:p>
            <a:fld id="{194EA0E9-6AA5-4C72-ADD8-CBD3FCBC5038}" type="slidenum">
              <a:rPr lang="fr-FR" smtClean="0"/>
              <a:pPr/>
              <a:t>15</a:t>
            </a:fld>
            <a:endParaRPr lang="fr-FR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6631226D-319B-4B00-AEDE-F6CD463DEA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7099"/>
            <a:ext cx="5457825" cy="4619625"/>
          </a:xfrm>
          <a:prstGeom prst="rect">
            <a:avLst/>
          </a:prstGeom>
        </p:spPr>
      </p:pic>
      <p:sp>
        <p:nvSpPr>
          <p:cNvPr id="8" name="Titre 2">
            <a:extLst>
              <a:ext uri="{FF2B5EF4-FFF2-40B4-BE49-F238E27FC236}">
                <a16:creationId xmlns:a16="http://schemas.microsoft.com/office/drawing/2014/main" xmlns="" id="{9662C55C-D956-4024-A010-874784039C07}"/>
              </a:ext>
            </a:extLst>
          </p:cNvPr>
          <p:cNvSpPr txBox="1">
            <a:spLocks/>
          </p:cNvSpPr>
          <p:nvPr/>
        </p:nvSpPr>
        <p:spPr>
          <a:xfrm>
            <a:off x="1350163" y="463463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b="1" i="1" dirty="0">
                <a:effectLst/>
                <a:latin typeface="Cambria" pitchFamily="18" charset="0"/>
                <a:cs typeface="Calibri" panose="020F0502020204030204" pitchFamily="34" charset="0"/>
              </a:rPr>
              <a:t>Entête IPv4 (3/3)</a:t>
            </a:r>
          </a:p>
        </p:txBody>
      </p:sp>
    </p:spTree>
    <p:extLst>
      <p:ext uri="{BB962C8B-B14F-4D97-AF65-F5344CB8AC3E}">
        <p14:creationId xmlns:p14="http://schemas.microsoft.com/office/powerpoint/2010/main" xmlns="" val="34469509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7">
            <a:extLst>
              <a:ext uri="{FF2B5EF4-FFF2-40B4-BE49-F238E27FC236}">
                <a16:creationId xmlns:a16="http://schemas.microsoft.com/office/drawing/2014/main" xmlns="" id="{27C0C73C-35AC-4473-879B-C8935831FF8E}"/>
              </a:ext>
            </a:extLst>
          </p:cNvPr>
          <p:cNvSpPr txBox="1"/>
          <p:nvPr/>
        </p:nvSpPr>
        <p:spPr>
          <a:xfrm>
            <a:off x="1259174" y="1113737"/>
            <a:ext cx="10223292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5000" b="1" i="1" dirty="0" smtClean="0">
                <a:solidFill>
                  <a:srgbClr val="002060"/>
                </a:solidFill>
                <a:latin typeface="Cambria" pitchFamily="18" charset="0"/>
                <a:cs typeface="Calibri" panose="020F0502020204030204" pitchFamily="34" charset="0"/>
              </a:rPr>
              <a:t>L’ adresse IPv4</a:t>
            </a:r>
          </a:p>
          <a:p>
            <a:pPr marL="1260475">
              <a:buFont typeface="Wingdings" pitchFamily="2" charset="2"/>
              <a:buChar char="Ø"/>
            </a:pPr>
            <a:r>
              <a:rPr lang="fr-FR" sz="2800" b="1" i="1" dirty="0" smtClean="0">
                <a:solidFill>
                  <a:schemeClr val="bg2">
                    <a:lumMod val="50000"/>
                  </a:schemeClr>
                </a:solidFill>
                <a:latin typeface="Cambria" pitchFamily="18" charset="0"/>
                <a:cs typeface="Calibri" panose="020F0502020204030204" pitchFamily="34" charset="0"/>
              </a:rPr>
              <a:t>Format</a:t>
            </a:r>
          </a:p>
          <a:p>
            <a:pPr marL="1260475">
              <a:buFont typeface="Wingdings" pitchFamily="2" charset="2"/>
              <a:buChar char="Ø"/>
            </a:pPr>
            <a:r>
              <a:rPr lang="fr-FR" sz="2800" b="1" i="1" dirty="0" smtClean="0">
                <a:solidFill>
                  <a:schemeClr val="bg2">
                    <a:lumMod val="50000"/>
                  </a:schemeClr>
                </a:solidFill>
                <a:latin typeface="Cambria" pitchFamily="18" charset="0"/>
                <a:cs typeface="Calibri" panose="020F0502020204030204" pitchFamily="34" charset="0"/>
              </a:rPr>
              <a:t> structure</a:t>
            </a:r>
          </a:p>
          <a:p>
            <a:pPr marL="1260475">
              <a:buFont typeface="Wingdings" pitchFamily="2" charset="2"/>
              <a:buChar char="Ø"/>
            </a:pPr>
            <a:r>
              <a:rPr lang="fr-FR" sz="2800" b="1" i="1" dirty="0" smtClean="0">
                <a:solidFill>
                  <a:schemeClr val="bg2">
                    <a:lumMod val="50000"/>
                  </a:schemeClr>
                </a:solidFill>
                <a:latin typeface="Cambria" pitchFamily="18" charset="0"/>
                <a:cs typeface="Calibri" panose="020F0502020204030204" pitchFamily="34" charset="0"/>
              </a:rPr>
              <a:t>Notion de masque sous réseau, @réseau</a:t>
            </a:r>
          </a:p>
          <a:p>
            <a:pPr marL="1260475">
              <a:buFont typeface="Wingdings" pitchFamily="2" charset="2"/>
              <a:buChar char="Ø"/>
            </a:pPr>
            <a:r>
              <a:rPr lang="fr-FR" sz="2800" b="1" i="1" dirty="0" smtClean="0">
                <a:solidFill>
                  <a:schemeClr val="bg2">
                    <a:lumMod val="50000"/>
                  </a:schemeClr>
                </a:solidFill>
                <a:latin typeface="Cambria" pitchFamily="18" charset="0"/>
                <a:cs typeface="Calibri" panose="020F0502020204030204" pitchFamily="34" charset="0"/>
              </a:rPr>
              <a:t>@hôtes</a:t>
            </a:r>
          </a:p>
          <a:p>
            <a:pPr marL="1260475">
              <a:buFont typeface="Wingdings" pitchFamily="2" charset="2"/>
              <a:buChar char="Ø"/>
            </a:pPr>
            <a:r>
              <a:rPr lang="fr-FR" sz="2800" b="1" i="1" dirty="0" smtClean="0">
                <a:solidFill>
                  <a:schemeClr val="bg2">
                    <a:lumMod val="50000"/>
                  </a:schemeClr>
                </a:solidFill>
                <a:latin typeface="Cambria" pitchFamily="18" charset="0"/>
                <a:cs typeface="Calibri" panose="020F0502020204030204" pitchFamily="34" charset="0"/>
              </a:rPr>
              <a:t>Types d’@IPv4</a:t>
            </a:r>
          </a:p>
          <a:p>
            <a:pPr marL="1260475">
              <a:buFont typeface="Wingdings" pitchFamily="2" charset="2"/>
              <a:buChar char="Ø"/>
            </a:pPr>
            <a:r>
              <a:rPr lang="fr-FR" sz="2800" b="1" i="1" dirty="0" smtClean="0">
                <a:solidFill>
                  <a:schemeClr val="bg2">
                    <a:lumMod val="50000"/>
                  </a:schemeClr>
                </a:solidFill>
                <a:latin typeface="Cambria" pitchFamily="18" charset="0"/>
                <a:cs typeface="Calibri" panose="020F0502020204030204" pitchFamily="34" charset="0"/>
              </a:rPr>
              <a:t>Classes d’@IPv4</a:t>
            </a:r>
          </a:p>
          <a:p>
            <a:pPr marL="1260475">
              <a:buFont typeface="Wingdings" pitchFamily="2" charset="2"/>
              <a:buChar char="Ø"/>
            </a:pPr>
            <a:r>
              <a:rPr lang="fr-FR" sz="2800" b="1" i="1" dirty="0" smtClean="0">
                <a:solidFill>
                  <a:schemeClr val="bg2">
                    <a:lumMod val="50000"/>
                  </a:schemeClr>
                </a:solidFill>
                <a:latin typeface="Cambria" pitchFamily="18" charset="0"/>
                <a:cs typeface="Calibri" panose="020F0502020204030204" pitchFamily="34" charset="0"/>
              </a:rPr>
              <a:t>Attribution d’@IPv4</a:t>
            </a:r>
          </a:p>
          <a:p>
            <a:pPr algn="ctr"/>
            <a:r>
              <a:rPr lang="fr-FR" sz="5000" b="1" i="1" dirty="0" smtClean="0">
                <a:solidFill>
                  <a:srgbClr val="002060"/>
                </a:solidFill>
                <a:latin typeface="Cambria" pitchFamily="18" charset="0"/>
                <a:cs typeface="Calibri" panose="020F0502020204030204" pitchFamily="34" charset="0"/>
              </a:rPr>
              <a:t>  </a:t>
            </a:r>
            <a:endParaRPr lang="fr-FR" sz="5000" b="1" i="1" dirty="0">
              <a:solidFill>
                <a:srgbClr val="002060"/>
              </a:solidFill>
              <a:latin typeface="Cambria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933216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1647357" y="6519486"/>
            <a:ext cx="323022" cy="338514"/>
          </a:xfrm>
        </p:spPr>
        <p:txBody>
          <a:bodyPr/>
          <a:lstStyle/>
          <a:p>
            <a:fld id="{194EA0E9-6AA5-4C72-ADD8-CBD3FCBC5038}" type="slidenum">
              <a:rPr lang="fr-FR" sz="1600" b="1" smtClean="0"/>
              <a:pPr/>
              <a:t>17</a:t>
            </a:fld>
            <a:endParaRPr lang="fr-FR" sz="1600" b="1" dirty="0"/>
          </a:p>
        </p:txBody>
      </p:sp>
      <p:sp>
        <p:nvSpPr>
          <p:cNvPr id="12" name="Espace réservé du contenu 2">
            <a:extLst>
              <a:ext uri="{FF2B5EF4-FFF2-40B4-BE49-F238E27FC236}">
                <a16:creationId xmlns:a16="http://schemas.microsoft.com/office/drawing/2014/main" xmlns="" id="{7E0D9D3D-73D5-4424-A1A6-C1C8F7D332D9}"/>
              </a:ext>
            </a:extLst>
          </p:cNvPr>
          <p:cNvSpPr txBox="1">
            <a:spLocks/>
          </p:cNvSpPr>
          <p:nvPr/>
        </p:nvSpPr>
        <p:spPr>
          <a:xfrm>
            <a:off x="984016" y="5782000"/>
            <a:ext cx="10515600" cy="1164112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 algn="just"/>
            <a:r>
              <a:rPr lang="x-none" sz="2200" kern="0" dirty="0">
                <a:latin typeface="Cambria" pitchFamily="18" charset="0"/>
                <a:cs typeface="Calibri" panose="020F0502020204030204" pitchFamily="34" charset="0"/>
              </a:rPr>
              <a:t>Le système de numérotation binaire se compose des nombres 0 et 1 appelés bits</a:t>
            </a:r>
            <a:r>
              <a:rPr lang="fr-FR" sz="2200" kern="0" dirty="0">
                <a:latin typeface="Cambria" pitchFamily="18" charset="0"/>
                <a:cs typeface="Calibri" panose="020F0502020204030204" pitchFamily="34" charset="0"/>
              </a:rPr>
              <a:t>.</a:t>
            </a:r>
          </a:p>
          <a:p>
            <a:pPr marL="285750" indent="-285750" algn="just"/>
            <a:r>
              <a:rPr lang="x-none" sz="2200" kern="0" dirty="0">
                <a:latin typeface="Cambria" pitchFamily="18" charset="0"/>
                <a:cs typeface="Calibri" panose="020F0502020204030204" pitchFamily="34" charset="0"/>
              </a:rPr>
              <a:t>Les adresses IPv4 sont exprimées en 32 bits binaires divisés en 4 octets de 8 bits</a:t>
            </a:r>
            <a:r>
              <a:rPr lang="fr-FR" sz="2200" kern="0" dirty="0">
                <a:latin typeface="Cambria" pitchFamily="18" charset="0"/>
                <a:cs typeface="Calibri" panose="020F0502020204030204" pitchFamily="34" charset="0"/>
              </a:rPr>
              <a:t>.</a:t>
            </a:r>
          </a:p>
          <a:p>
            <a:pPr marL="285750" indent="-285750" algn="just"/>
            <a:r>
              <a:rPr lang="fr-FR" sz="2200" kern="0" dirty="0">
                <a:latin typeface="Cambria" pitchFamily="18" charset="0"/>
                <a:cs typeface="Calibri" panose="020F0502020204030204" pitchFamily="34" charset="0"/>
              </a:rPr>
              <a:t>Les adresses IPv4 sont généralement exprimées en notation décimale pointée.</a:t>
            </a:r>
            <a:endParaRPr lang="x-none" sz="2200" kern="0" dirty="0">
              <a:latin typeface="Cambria" pitchFamily="18" charset="0"/>
              <a:cs typeface="Calibri" panose="020F0502020204030204" pitchFamily="34" charset="0"/>
            </a:endParaRPr>
          </a:p>
          <a:p>
            <a:endParaRPr lang="en-US" sz="2200" kern="0" dirty="0">
              <a:latin typeface="Cambria" pitchFamily="18" charset="0"/>
              <a:cs typeface="Calibri" panose="020F0502020204030204" pitchFamily="34" charset="0"/>
            </a:endParaRP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xmlns="" id="{2D96C586-0603-4777-8485-59850A06DE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35602" y="1985881"/>
            <a:ext cx="5660398" cy="35808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" name="Picture 3">
            <a:extLst>
              <a:ext uri="{FF2B5EF4-FFF2-40B4-BE49-F238E27FC236}">
                <a16:creationId xmlns:a16="http://schemas.microsoft.com/office/drawing/2014/main" xmlns="" id="{0F6078FD-B299-453C-9C04-0E3141708F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228752" y="1985880"/>
            <a:ext cx="5741627" cy="35808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87116BD0-77FE-4DE7-B9D0-99B50A811292}"/>
              </a:ext>
            </a:extLst>
          </p:cNvPr>
          <p:cNvSpPr/>
          <p:nvPr/>
        </p:nvSpPr>
        <p:spPr>
          <a:xfrm>
            <a:off x="613736" y="4347415"/>
            <a:ext cx="2289885" cy="160420"/>
          </a:xfrm>
          <a:prstGeom prst="rect">
            <a:avLst/>
          </a:prstGeom>
          <a:solidFill>
            <a:srgbClr val="C00000">
              <a:alpha val="8000"/>
            </a:srgbClr>
          </a:solidFill>
          <a:ln>
            <a:solidFill>
              <a:srgbClr val="CA18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2539783C-8FD9-4A6D-9057-6C5CC20FE23D}"/>
              </a:ext>
            </a:extLst>
          </p:cNvPr>
          <p:cNvSpPr/>
          <p:nvPr/>
        </p:nvSpPr>
        <p:spPr>
          <a:xfrm>
            <a:off x="7106653" y="4347415"/>
            <a:ext cx="914400" cy="160420"/>
          </a:xfrm>
          <a:prstGeom prst="rect">
            <a:avLst/>
          </a:prstGeom>
          <a:solidFill>
            <a:srgbClr val="C00000">
              <a:alpha val="8000"/>
            </a:srgbClr>
          </a:solidFill>
          <a:ln>
            <a:solidFill>
              <a:srgbClr val="CA18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pic>
        <p:nvPicPr>
          <p:cNvPr id="6" name="Graphic 5" descr="Back RTL">
            <a:extLst>
              <a:ext uri="{FF2B5EF4-FFF2-40B4-BE49-F238E27FC236}">
                <a16:creationId xmlns:a16="http://schemas.microsoft.com/office/drawing/2014/main" xmlns="" id="{F53B3463-7ABD-495A-AA29-1DFEA83043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 rot="681467">
            <a:off x="4846320" y="3244519"/>
            <a:ext cx="1859280" cy="914400"/>
          </a:xfrm>
          <a:prstGeom prst="rect">
            <a:avLst/>
          </a:prstGeom>
        </p:spPr>
      </p:pic>
      <p:sp>
        <p:nvSpPr>
          <p:cNvPr id="10" name="Titre 2">
            <a:extLst>
              <a:ext uri="{FF2B5EF4-FFF2-40B4-BE49-F238E27FC236}">
                <a16:creationId xmlns:a16="http://schemas.microsoft.com/office/drawing/2014/main" xmlns="" id="{9662C55C-D956-4024-A010-874784039C07}"/>
              </a:ext>
            </a:extLst>
          </p:cNvPr>
          <p:cNvSpPr txBox="1">
            <a:spLocks/>
          </p:cNvSpPr>
          <p:nvPr/>
        </p:nvSpPr>
        <p:spPr>
          <a:xfrm>
            <a:off x="1350163" y="463463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b="1" i="1" dirty="0" smtClean="0">
                <a:latin typeface="Cambria" pitchFamily="18" charset="0"/>
                <a:cs typeface="Calibri" panose="020F0502020204030204" pitchFamily="34" charset="0"/>
              </a:rPr>
              <a:t>Format d’une @</a:t>
            </a:r>
            <a:r>
              <a:rPr lang="fr-FR" b="1" i="1" dirty="0" smtClean="0">
                <a:effectLst/>
                <a:latin typeface="Cambria" pitchFamily="18" charset="0"/>
                <a:cs typeface="Calibri" panose="020F0502020204030204" pitchFamily="34" charset="0"/>
              </a:rPr>
              <a:t>IPv4 (1/2) </a:t>
            </a:r>
            <a:endParaRPr lang="fr-FR" b="1" i="1" dirty="0">
              <a:effectLst/>
              <a:latin typeface="Cambria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310463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2">
            <a:extLst>
              <a:ext uri="{FF2B5EF4-FFF2-40B4-BE49-F238E27FC236}">
                <a16:creationId xmlns:a16="http://schemas.microsoft.com/office/drawing/2014/main" xmlns="" id="{1BA0A028-3AE9-45BD-BBE5-35FA80FE3A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81009" y="3649086"/>
            <a:ext cx="6753726" cy="29045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xfrm>
            <a:off x="11796887" y="6403763"/>
            <a:ext cx="350400" cy="584735"/>
          </a:xfrm>
        </p:spPr>
        <p:txBody>
          <a:bodyPr/>
          <a:lstStyle/>
          <a:p>
            <a:fld id="{194EA0E9-6AA5-4C72-ADD8-CBD3FCBC5038}" type="slidenum">
              <a:rPr lang="fr-FR" smtClean="0"/>
              <a:pPr/>
              <a:t>18</a:t>
            </a:fld>
            <a:endParaRPr lang="fr-FR"/>
          </a:p>
        </p:txBody>
      </p:sp>
      <p:sp>
        <p:nvSpPr>
          <p:cNvPr id="14" name="Espace réservé du contenu 2">
            <a:extLst>
              <a:ext uri="{FF2B5EF4-FFF2-40B4-BE49-F238E27FC236}">
                <a16:creationId xmlns:a16="http://schemas.microsoft.com/office/drawing/2014/main" xmlns="" id="{02064739-2169-459D-83C0-AEC5445591D7}"/>
              </a:ext>
            </a:extLst>
          </p:cNvPr>
          <p:cNvSpPr txBox="1">
            <a:spLocks/>
          </p:cNvSpPr>
          <p:nvPr/>
        </p:nvSpPr>
        <p:spPr>
          <a:xfrm>
            <a:off x="568458" y="1467431"/>
            <a:ext cx="11578829" cy="246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Wingdings" panose="05000000000000000000" pitchFamily="2" charset="2"/>
              <a:buChar char="§"/>
              <a:defRPr sz="24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 algn="just">
              <a:buNone/>
            </a:pPr>
            <a:r>
              <a:rPr lang="fr-FR" sz="2200" kern="0" dirty="0">
                <a:latin typeface="Cambria" pitchFamily="18" charset="0"/>
                <a:cs typeface="Calibri" panose="020F0502020204030204" pitchFamily="34" charset="0"/>
              </a:rPr>
              <a:t>Pour convertir une adresse IPv4 binaire au format décimal:</a:t>
            </a:r>
          </a:p>
          <a:p>
            <a:pPr lvl="1" algn="just">
              <a:buFont typeface="Arial" pitchFamily="34" charset="0"/>
              <a:buChar char="•"/>
            </a:pPr>
            <a:r>
              <a:rPr lang="fr-FR" sz="2000" kern="0" dirty="0">
                <a:latin typeface="Cambria" pitchFamily="18" charset="0"/>
                <a:cs typeface="Calibri" panose="020F0502020204030204" pitchFamily="34" charset="0"/>
              </a:rPr>
              <a:t>Diviser l'adresse IPv4 en quatre octets de 8 </a:t>
            </a:r>
            <a:r>
              <a:rPr lang="fr-FR" sz="2000" kern="0" dirty="0" smtClean="0">
                <a:latin typeface="Cambria" pitchFamily="18" charset="0"/>
                <a:cs typeface="Calibri" panose="020F0502020204030204" pitchFamily="34" charset="0"/>
              </a:rPr>
              <a:t>bits</a:t>
            </a:r>
            <a:r>
              <a:rPr lang="fr-FR" sz="2000" kern="0" dirty="0" smtClean="0">
                <a:latin typeface="Cambria" pitchFamily="18" charset="0"/>
                <a:cs typeface="Calibri" panose="020F0502020204030204" pitchFamily="34" charset="0"/>
              </a:rPr>
              <a:t> </a:t>
            </a:r>
            <a:r>
              <a:rPr lang="fr-FR" sz="2000" kern="0" dirty="0" smtClean="0">
                <a:latin typeface="Cambria" pitchFamily="18" charset="0"/>
                <a:cs typeface="Calibri" panose="020F0502020204030204" pitchFamily="34" charset="0"/>
              </a:rPr>
              <a:t>chacun.</a:t>
            </a:r>
            <a:endParaRPr lang="fr-FR" sz="2000" kern="0" dirty="0">
              <a:latin typeface="Cambria" pitchFamily="18" charset="0"/>
              <a:cs typeface="Calibri" panose="020F0502020204030204" pitchFamily="34" charset="0"/>
            </a:endParaRPr>
          </a:p>
          <a:p>
            <a:pPr lvl="1" algn="just">
              <a:buFont typeface="Arial" pitchFamily="34" charset="0"/>
              <a:buChar char="•"/>
            </a:pPr>
            <a:r>
              <a:rPr lang="fr-FR" sz="2000" kern="0" dirty="0">
                <a:latin typeface="Cambria" pitchFamily="18" charset="0"/>
                <a:cs typeface="Calibri" panose="020F0502020204030204" pitchFamily="34" charset="0"/>
              </a:rPr>
              <a:t>Appliquer ensuite la valeur pondérée binaire au premier octet binaire </a:t>
            </a:r>
          </a:p>
          <a:p>
            <a:pPr lvl="1" algn="just">
              <a:buFont typeface="Arial" pitchFamily="34" charset="0"/>
              <a:buChar char="•"/>
            </a:pPr>
            <a:r>
              <a:rPr lang="fr-FR" sz="2000" kern="0" dirty="0">
                <a:latin typeface="Cambria" pitchFamily="18" charset="0"/>
                <a:cs typeface="Calibri" panose="020F0502020204030204" pitchFamily="34" charset="0"/>
              </a:rPr>
              <a:t>Faire le calcul.</a:t>
            </a:r>
          </a:p>
          <a:p>
            <a:pPr lvl="1" algn="just">
              <a:buFont typeface="Arial" pitchFamily="34" charset="0"/>
              <a:buChar char="•"/>
            </a:pPr>
            <a:r>
              <a:rPr lang="fr-FR" sz="2000" kern="0" dirty="0">
                <a:latin typeface="Cambria" pitchFamily="18" charset="0"/>
                <a:cs typeface="Calibri" panose="020F0502020204030204" pitchFamily="34" charset="0"/>
              </a:rPr>
              <a:t>Répéter la même chose pour les autres octets.</a:t>
            </a:r>
          </a:p>
          <a:p>
            <a:pPr algn="just">
              <a:buNone/>
            </a:pPr>
            <a:endParaRPr lang="en-US" sz="2200" kern="0" dirty="0">
              <a:latin typeface="Cambria" pitchFamily="18" charset="0"/>
              <a:cs typeface="Calibri" panose="020F050202020403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xmlns="" id="{6C43764A-1378-4C86-8B36-77E3338005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 xmlns="">
                  <a14:imgLayer r:embed="rId4"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981009" y="5297581"/>
            <a:ext cx="6753726" cy="1410589"/>
          </a:xfrm>
          <a:prstGeom prst="rect">
            <a:avLst/>
          </a:prstGeom>
        </p:spPr>
      </p:pic>
      <p:sp>
        <p:nvSpPr>
          <p:cNvPr id="7" name="Titre 2">
            <a:extLst>
              <a:ext uri="{FF2B5EF4-FFF2-40B4-BE49-F238E27FC236}">
                <a16:creationId xmlns:a16="http://schemas.microsoft.com/office/drawing/2014/main" xmlns="" id="{9662C55C-D956-4024-A010-874784039C07}"/>
              </a:ext>
            </a:extLst>
          </p:cNvPr>
          <p:cNvSpPr txBox="1">
            <a:spLocks/>
          </p:cNvSpPr>
          <p:nvPr/>
        </p:nvSpPr>
        <p:spPr>
          <a:xfrm>
            <a:off x="1350163" y="463463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b="1" i="1" dirty="0" smtClean="0">
                <a:latin typeface="Cambria" pitchFamily="18" charset="0"/>
                <a:cs typeface="Calibri" panose="020F0502020204030204" pitchFamily="34" charset="0"/>
              </a:rPr>
              <a:t>Format d’une @</a:t>
            </a:r>
            <a:r>
              <a:rPr lang="fr-FR" b="1" i="1" dirty="0" smtClean="0">
                <a:effectLst/>
                <a:latin typeface="Cambria" pitchFamily="18" charset="0"/>
                <a:cs typeface="Calibri" panose="020F0502020204030204" pitchFamily="34" charset="0"/>
              </a:rPr>
              <a:t>IPv4 (2/2)</a:t>
            </a:r>
          </a:p>
          <a:p>
            <a:pPr algn="l"/>
            <a:r>
              <a:rPr lang="fr-FR" sz="2800" b="1" i="1" dirty="0" smtClean="0">
                <a:solidFill>
                  <a:schemeClr val="accent5">
                    <a:lumMod val="75000"/>
                  </a:schemeClr>
                </a:solidFill>
                <a:latin typeface="Cambria" pitchFamily="18" charset="0"/>
                <a:cs typeface="Calibri" panose="020F0502020204030204" pitchFamily="34" charset="0"/>
              </a:rPr>
              <a:t>Conversion </a:t>
            </a:r>
            <a:r>
              <a:rPr lang="fr-FR" sz="2800" b="1" i="1" dirty="0" smtClean="0">
                <a:solidFill>
                  <a:schemeClr val="accent5">
                    <a:lumMod val="75000"/>
                  </a:schemeClr>
                </a:solidFill>
                <a:latin typeface="Cambria" pitchFamily="18" charset="0"/>
                <a:cs typeface="Calibri" panose="020F0502020204030204" pitchFamily="34" charset="0"/>
              </a:rPr>
              <a:t>binaire/décimale </a:t>
            </a:r>
            <a:r>
              <a:rPr lang="fr-FR" sz="2800" b="1" i="1" dirty="0" smtClean="0">
                <a:solidFill>
                  <a:schemeClr val="accent5">
                    <a:lumMod val="75000"/>
                  </a:schemeClr>
                </a:solidFill>
                <a:latin typeface="Cambria" pitchFamily="18" charset="0"/>
                <a:cs typeface="Calibri" panose="020F0502020204030204" pitchFamily="34" charset="0"/>
              </a:rPr>
              <a:t>(1/5)</a:t>
            </a:r>
            <a:endParaRPr lang="fr-FR" sz="2800" b="1" i="1" dirty="0">
              <a:solidFill>
                <a:schemeClr val="accent5">
                  <a:lumMod val="75000"/>
                </a:schemeClr>
              </a:solidFill>
              <a:latin typeface="Cambria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359441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1928000" y="6519486"/>
            <a:ext cx="264000" cy="338514"/>
          </a:xfrm>
        </p:spPr>
        <p:txBody>
          <a:bodyPr/>
          <a:lstStyle/>
          <a:p>
            <a:fld id="{194EA0E9-6AA5-4C72-ADD8-CBD3FCBC5038}" type="slidenum">
              <a:rPr lang="fr-FR" sz="1600" b="1" smtClean="0"/>
              <a:pPr/>
              <a:t>19</a:t>
            </a:fld>
            <a:endParaRPr lang="fr-FR" sz="1600" b="1" dirty="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xmlns="" id="{35467226-D175-4127-99B9-912433177C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6508" y="1525420"/>
            <a:ext cx="4605358" cy="2447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" name="Picture 2">
            <a:extLst>
              <a:ext uri="{FF2B5EF4-FFF2-40B4-BE49-F238E27FC236}">
                <a16:creationId xmlns:a16="http://schemas.microsoft.com/office/drawing/2014/main" xmlns="" id="{2195513C-B35D-4BA6-A3E7-D4C7510A4E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748442" y="1500799"/>
            <a:ext cx="4605358" cy="24725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" name="Picture 2">
            <a:extLst>
              <a:ext uri="{FF2B5EF4-FFF2-40B4-BE49-F238E27FC236}">
                <a16:creationId xmlns:a16="http://schemas.microsoft.com/office/drawing/2014/main" xmlns="" id="{0984E3A5-E571-46FF-9C6E-02C652AD9D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628973" y="4108641"/>
            <a:ext cx="5198641" cy="2749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itre 2">
            <a:extLst>
              <a:ext uri="{FF2B5EF4-FFF2-40B4-BE49-F238E27FC236}">
                <a16:creationId xmlns:a16="http://schemas.microsoft.com/office/drawing/2014/main" xmlns="" id="{9662C55C-D956-4024-A010-874784039C07}"/>
              </a:ext>
            </a:extLst>
          </p:cNvPr>
          <p:cNvSpPr txBox="1">
            <a:spLocks/>
          </p:cNvSpPr>
          <p:nvPr/>
        </p:nvSpPr>
        <p:spPr>
          <a:xfrm>
            <a:off x="1350163" y="463463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b="1" i="1" dirty="0" smtClean="0">
                <a:latin typeface="Cambria" pitchFamily="18" charset="0"/>
                <a:cs typeface="Calibri" panose="020F0502020204030204" pitchFamily="34" charset="0"/>
              </a:rPr>
              <a:t>Format d’une @</a:t>
            </a:r>
            <a:r>
              <a:rPr lang="fr-FR" b="1" i="1" dirty="0" smtClean="0">
                <a:effectLst/>
                <a:latin typeface="Cambria" pitchFamily="18" charset="0"/>
                <a:cs typeface="Calibri" panose="020F0502020204030204" pitchFamily="34" charset="0"/>
              </a:rPr>
              <a:t>IPv4 (2/2)</a:t>
            </a:r>
          </a:p>
          <a:p>
            <a:pPr algn="l"/>
            <a:r>
              <a:rPr lang="fr-FR" sz="2800" b="1" i="1" dirty="0" smtClean="0">
                <a:solidFill>
                  <a:schemeClr val="accent5">
                    <a:lumMod val="75000"/>
                  </a:schemeClr>
                </a:solidFill>
                <a:latin typeface="Cambria" pitchFamily="18" charset="0"/>
                <a:cs typeface="Calibri" panose="020F0502020204030204" pitchFamily="34" charset="0"/>
              </a:rPr>
              <a:t>Conversion </a:t>
            </a:r>
            <a:r>
              <a:rPr lang="fr-FR" sz="2800" b="1" i="1" dirty="0" smtClean="0">
                <a:solidFill>
                  <a:schemeClr val="accent5">
                    <a:lumMod val="75000"/>
                  </a:schemeClr>
                </a:solidFill>
                <a:latin typeface="Cambria" pitchFamily="18" charset="0"/>
                <a:cs typeface="Calibri" panose="020F0502020204030204" pitchFamily="34" charset="0"/>
              </a:rPr>
              <a:t>binaire/décimale </a:t>
            </a:r>
            <a:r>
              <a:rPr lang="fr-FR" sz="2800" b="1" i="1" dirty="0" smtClean="0">
                <a:solidFill>
                  <a:schemeClr val="accent5">
                    <a:lumMod val="75000"/>
                  </a:schemeClr>
                </a:solidFill>
                <a:latin typeface="Cambria" pitchFamily="18" charset="0"/>
                <a:cs typeface="Calibri" panose="020F0502020204030204" pitchFamily="34" charset="0"/>
              </a:rPr>
              <a:t>(2/5)</a:t>
            </a:r>
            <a:endParaRPr lang="fr-FR" sz="2800" b="1" i="1" dirty="0">
              <a:solidFill>
                <a:schemeClr val="accent5">
                  <a:lumMod val="75000"/>
                </a:schemeClr>
              </a:solidFill>
              <a:latin typeface="Cambria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041045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94975B89-8F75-446A-AA40-5A110D031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37298" y="6519484"/>
            <a:ext cx="454702" cy="338515"/>
          </a:xfrm>
        </p:spPr>
        <p:txBody>
          <a:bodyPr/>
          <a:lstStyle/>
          <a:p>
            <a:fld id="{194EA0E9-6AA5-4C72-ADD8-CBD3FCBC5038}" type="slidenum">
              <a:rPr lang="fr-FR" sz="1600" b="1" smtClean="0"/>
              <a:pPr/>
              <a:t>20</a:t>
            </a:fld>
            <a:endParaRPr lang="fr-FR" sz="1600" b="1" dirty="0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xmlns="" id="{D6A3A1D3-0C82-4264-A436-ADD2182635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80500" y="3488835"/>
            <a:ext cx="4054191" cy="15267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" name="Picture 3">
            <a:extLst>
              <a:ext uri="{FF2B5EF4-FFF2-40B4-BE49-F238E27FC236}">
                <a16:creationId xmlns:a16="http://schemas.microsoft.com/office/drawing/2014/main" xmlns="" id="{6CF93AA5-767E-42BA-8378-234D60FE2E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984996" y="5337571"/>
            <a:ext cx="4097321" cy="15354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" name="Picture 4">
            <a:extLst>
              <a:ext uri="{FF2B5EF4-FFF2-40B4-BE49-F238E27FC236}">
                <a16:creationId xmlns:a16="http://schemas.microsoft.com/office/drawing/2014/main" xmlns="" id="{BBA59626-F2A6-4B2E-9318-26619AB5DB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639125" y="3349554"/>
            <a:ext cx="4062817" cy="15612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" name="Picture 5">
            <a:extLst>
              <a:ext uri="{FF2B5EF4-FFF2-40B4-BE49-F238E27FC236}">
                <a16:creationId xmlns:a16="http://schemas.microsoft.com/office/drawing/2014/main" xmlns="" id="{1B6A0A68-FFB5-437E-BC3D-23FEC0BFED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656378" y="5311694"/>
            <a:ext cx="4045565" cy="15612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" name="Picture 6">
            <a:extLst>
              <a:ext uri="{FF2B5EF4-FFF2-40B4-BE49-F238E27FC236}">
                <a16:creationId xmlns:a16="http://schemas.microsoft.com/office/drawing/2014/main" xmlns="" id="{EF162F40-B3ED-49B8-8B22-0E1162809D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978702" y="1468975"/>
            <a:ext cx="4036939" cy="161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7" name="Picture 7">
            <a:extLst>
              <a:ext uri="{FF2B5EF4-FFF2-40B4-BE49-F238E27FC236}">
                <a16:creationId xmlns:a16="http://schemas.microsoft.com/office/drawing/2014/main" xmlns="" id="{D26A8471-B87C-40CB-AB4C-5AFF9EB5A4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6578742" y="1396635"/>
            <a:ext cx="4123199" cy="1604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8" name="Connecteur droit 9">
            <a:extLst>
              <a:ext uri="{FF2B5EF4-FFF2-40B4-BE49-F238E27FC236}">
                <a16:creationId xmlns:a16="http://schemas.microsoft.com/office/drawing/2014/main" xmlns="" id="{DD847534-FEF1-4DC2-81BD-C2D50E76B2D3}"/>
              </a:ext>
            </a:extLst>
          </p:cNvPr>
          <p:cNvCxnSpPr/>
          <p:nvPr/>
        </p:nvCxnSpPr>
        <p:spPr>
          <a:xfrm>
            <a:off x="2421041" y="3015621"/>
            <a:ext cx="8280901" cy="13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9">
            <a:extLst>
              <a:ext uri="{FF2B5EF4-FFF2-40B4-BE49-F238E27FC236}">
                <a16:creationId xmlns:a16="http://schemas.microsoft.com/office/drawing/2014/main" xmlns="" id="{30342C70-C6FF-48FE-8063-84F89FE4C772}"/>
              </a:ext>
            </a:extLst>
          </p:cNvPr>
          <p:cNvCxnSpPr/>
          <p:nvPr/>
        </p:nvCxnSpPr>
        <p:spPr>
          <a:xfrm>
            <a:off x="2306741" y="5124965"/>
            <a:ext cx="8280901" cy="13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itre 2">
            <a:extLst>
              <a:ext uri="{FF2B5EF4-FFF2-40B4-BE49-F238E27FC236}">
                <a16:creationId xmlns:a16="http://schemas.microsoft.com/office/drawing/2014/main" xmlns="" id="{9662C55C-D956-4024-A010-874784039C07}"/>
              </a:ext>
            </a:extLst>
          </p:cNvPr>
          <p:cNvSpPr txBox="1">
            <a:spLocks/>
          </p:cNvSpPr>
          <p:nvPr/>
        </p:nvSpPr>
        <p:spPr>
          <a:xfrm>
            <a:off x="1350163" y="463463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b="1" i="1" dirty="0" smtClean="0">
                <a:latin typeface="Cambria" pitchFamily="18" charset="0"/>
                <a:cs typeface="Calibri" panose="020F0502020204030204" pitchFamily="34" charset="0"/>
              </a:rPr>
              <a:t>Format d’une @</a:t>
            </a:r>
            <a:r>
              <a:rPr lang="fr-FR" b="1" i="1" dirty="0" smtClean="0">
                <a:effectLst/>
                <a:latin typeface="Cambria" pitchFamily="18" charset="0"/>
                <a:cs typeface="Calibri" panose="020F0502020204030204" pitchFamily="34" charset="0"/>
              </a:rPr>
              <a:t>IPv4 (2/2)</a:t>
            </a:r>
          </a:p>
          <a:p>
            <a:pPr algn="l"/>
            <a:r>
              <a:rPr lang="fr-FR" sz="2800" b="1" i="1" dirty="0" smtClean="0">
                <a:solidFill>
                  <a:schemeClr val="accent5">
                    <a:lumMod val="75000"/>
                  </a:schemeClr>
                </a:solidFill>
                <a:latin typeface="Cambria" pitchFamily="18" charset="0"/>
                <a:cs typeface="Calibri" panose="020F0502020204030204" pitchFamily="34" charset="0"/>
              </a:rPr>
              <a:t>Conversion </a:t>
            </a:r>
            <a:r>
              <a:rPr lang="fr-FR" sz="2800" b="1" i="1" dirty="0" smtClean="0">
                <a:solidFill>
                  <a:schemeClr val="accent5">
                    <a:lumMod val="75000"/>
                  </a:schemeClr>
                </a:solidFill>
                <a:latin typeface="Cambria" pitchFamily="18" charset="0"/>
                <a:cs typeface="Calibri" panose="020F0502020204030204" pitchFamily="34" charset="0"/>
              </a:rPr>
              <a:t>binaire/décimale </a:t>
            </a:r>
            <a:r>
              <a:rPr lang="fr-FR" sz="2800" b="1" i="1" dirty="0" smtClean="0">
                <a:solidFill>
                  <a:schemeClr val="accent5">
                    <a:lumMod val="75000"/>
                  </a:schemeClr>
                </a:solidFill>
                <a:latin typeface="Cambria" pitchFamily="18" charset="0"/>
                <a:cs typeface="Calibri" panose="020F0502020204030204" pitchFamily="34" charset="0"/>
              </a:rPr>
              <a:t>(3/5)</a:t>
            </a:r>
            <a:endParaRPr lang="fr-FR" sz="2800" b="1" i="1" dirty="0">
              <a:solidFill>
                <a:schemeClr val="accent5">
                  <a:lumMod val="75000"/>
                </a:schemeClr>
              </a:solidFill>
              <a:latin typeface="Cambria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56215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1907963" y="6513964"/>
            <a:ext cx="264000" cy="338514"/>
          </a:xfrm>
        </p:spPr>
        <p:txBody>
          <a:bodyPr/>
          <a:lstStyle/>
          <a:p>
            <a:fld id="{194EA0E9-6AA5-4C72-ADD8-CBD3FCBC5038}" type="slidenum">
              <a:rPr lang="fr-FR" sz="1600" b="1" smtClean="0"/>
              <a:pPr/>
              <a:t>21</a:t>
            </a:fld>
            <a:endParaRPr lang="fr-FR" sz="1600" b="1" dirty="0"/>
          </a:p>
        </p:txBody>
      </p:sp>
      <p:sp>
        <p:nvSpPr>
          <p:cNvPr id="27" name="Espace réservé du contenu 2">
            <a:extLst>
              <a:ext uri="{FF2B5EF4-FFF2-40B4-BE49-F238E27FC236}">
                <a16:creationId xmlns:a16="http://schemas.microsoft.com/office/drawing/2014/main" xmlns="" id="{6120678F-31ED-4A70-9AD2-B87C7D5878D1}"/>
              </a:ext>
            </a:extLst>
          </p:cNvPr>
          <p:cNvSpPr txBox="1">
            <a:spLocks/>
          </p:cNvSpPr>
          <p:nvPr/>
        </p:nvSpPr>
        <p:spPr>
          <a:xfrm>
            <a:off x="314991" y="1729365"/>
            <a:ext cx="5336247" cy="4351338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lvl="1" indent="-342900" algn="just">
              <a:buFont typeface="Arial" panose="020B0604020202020204" pitchFamily="34" charset="0"/>
              <a:buChar char="•"/>
            </a:pPr>
            <a:r>
              <a:rPr lang="fr-FR" sz="2200" kern="0" dirty="0">
                <a:latin typeface="Cambria" pitchFamily="18" charset="0"/>
                <a:cs typeface="Calibri" panose="020F0502020204030204" pitchFamily="34" charset="0"/>
              </a:rPr>
              <a:t>Utiliser le </a:t>
            </a:r>
            <a:r>
              <a:rPr lang="fr-FR" sz="2200" b="1" kern="0" dirty="0">
                <a:latin typeface="Cambria" pitchFamily="18" charset="0"/>
                <a:cs typeface="Calibri" panose="020F0502020204030204" pitchFamily="34" charset="0"/>
              </a:rPr>
              <a:t>graphique positionnel </a:t>
            </a:r>
            <a:r>
              <a:rPr lang="fr-FR" sz="2200" kern="0" dirty="0">
                <a:latin typeface="Cambria" pitchFamily="18" charset="0"/>
                <a:cs typeface="Calibri" panose="020F0502020204030204" pitchFamily="34" charset="0"/>
              </a:rPr>
              <a:t>et vérifier d'abord si le nombre est supérieur à 128 bits. </a:t>
            </a:r>
          </a:p>
          <a:p>
            <a:pPr marL="1257300" lvl="3" indent="-342900" algn="just">
              <a:buFont typeface="Arial" panose="020B0604020202020204" pitchFamily="34" charset="0"/>
              <a:buChar char="•"/>
            </a:pPr>
            <a:r>
              <a:rPr lang="fr-FR" sz="2200" kern="0" dirty="0">
                <a:latin typeface="Cambria" pitchFamily="18" charset="0"/>
                <a:cs typeface="Calibri" panose="020F0502020204030204" pitchFamily="34" charset="0"/>
              </a:rPr>
              <a:t> </a:t>
            </a:r>
            <a:r>
              <a:rPr lang="fr-FR" sz="2000" kern="0" dirty="0">
                <a:latin typeface="Cambria" pitchFamily="18" charset="0"/>
                <a:cs typeface="Calibri" panose="020F0502020204030204" pitchFamily="34" charset="0"/>
              </a:rPr>
              <a:t>Si non, un 0 est placé dans cette position. </a:t>
            </a:r>
          </a:p>
          <a:p>
            <a:pPr marL="1257300" lvl="3" indent="-342900" algn="just">
              <a:buFont typeface="Arial" panose="020B0604020202020204" pitchFamily="34" charset="0"/>
              <a:buChar char="•"/>
            </a:pPr>
            <a:r>
              <a:rPr lang="fr-FR" sz="2000" kern="0" dirty="0">
                <a:latin typeface="Cambria" pitchFamily="18" charset="0"/>
                <a:cs typeface="Calibri" panose="020F0502020204030204" pitchFamily="34" charset="0"/>
              </a:rPr>
              <a:t>Si oui, alors un 1 est placé dans cette position.</a:t>
            </a:r>
          </a:p>
          <a:p>
            <a:pPr marL="342900" lvl="1" indent="-342900" algn="just">
              <a:buFont typeface="Arial" panose="020B0604020202020204" pitchFamily="34" charset="0"/>
              <a:buChar char="•"/>
            </a:pPr>
            <a:r>
              <a:rPr lang="fr-FR" sz="2200" kern="0" dirty="0">
                <a:latin typeface="Cambria" pitchFamily="18" charset="0"/>
                <a:cs typeface="Calibri" panose="020F0502020204030204" pitchFamily="34" charset="0"/>
              </a:rPr>
              <a:t>128 est soustrait du nombre d'origine et le reste est ensuite comparé à la position suivante (64):</a:t>
            </a:r>
          </a:p>
          <a:p>
            <a:pPr marL="800100" lvl="2" indent="-342900" algn="just">
              <a:buFont typeface="Arial" panose="020B0604020202020204" pitchFamily="34" charset="0"/>
              <a:buChar char="•"/>
            </a:pPr>
            <a:r>
              <a:rPr lang="fr-FR" sz="2000" kern="0" dirty="0">
                <a:latin typeface="Cambria" pitchFamily="18" charset="0"/>
                <a:cs typeface="Calibri" panose="020F0502020204030204" pitchFamily="34" charset="0"/>
              </a:rPr>
              <a:t>S'il est inférieur à 64, un 0 est placé dans cette position. </a:t>
            </a:r>
          </a:p>
          <a:p>
            <a:pPr marL="800100" lvl="2" indent="-342900" algn="just">
              <a:buFont typeface="Arial" panose="020B0604020202020204" pitchFamily="34" charset="0"/>
              <a:buChar char="•"/>
            </a:pPr>
            <a:r>
              <a:rPr lang="fr-FR" sz="2000" kern="0" dirty="0">
                <a:latin typeface="Cambria" pitchFamily="18" charset="0"/>
                <a:cs typeface="Calibri" panose="020F0502020204030204" pitchFamily="34" charset="0"/>
              </a:rPr>
              <a:t>S'il est supérieur, un 1 est placé dans cette position et 64 est soustrait.</a:t>
            </a:r>
          </a:p>
          <a:p>
            <a:endParaRPr lang="en-US" sz="2200" kern="0" dirty="0">
              <a:latin typeface="Cambria" pitchFamily="18" charset="0"/>
              <a:cs typeface="Calibri" panose="020F0502020204030204" pitchFamily="34" charset="0"/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xmlns="" id="{3FB2F303-B6FE-47E1-A48C-79F13B691D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984421" y="1969994"/>
            <a:ext cx="5892588" cy="3067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555128BD-C815-48D1-9269-17AAED558E9D}"/>
              </a:ext>
            </a:extLst>
          </p:cNvPr>
          <p:cNvSpPr txBox="1"/>
          <p:nvPr/>
        </p:nvSpPr>
        <p:spPr>
          <a:xfrm>
            <a:off x="6248422" y="5042120"/>
            <a:ext cx="53694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just"/>
            <a:r>
              <a:rPr lang="fr-FR" sz="2200" b="1" i="1" kern="0" dirty="0">
                <a:solidFill>
                  <a:schemeClr val="accent5">
                    <a:lumMod val="50000"/>
                  </a:schemeClr>
                </a:solidFill>
                <a:latin typeface="Cambria" pitchFamily="18" charset="0"/>
                <a:cs typeface="Calibri" panose="020F0502020204030204" pitchFamily="34" charset="0"/>
              </a:rPr>
              <a:t>Le processus se répète jusqu'à ce que toutes les valeurs de position </a:t>
            </a:r>
            <a:r>
              <a:rPr lang="fr-FR" sz="2200" b="1" i="1" kern="0" dirty="0" smtClean="0">
                <a:solidFill>
                  <a:schemeClr val="accent5">
                    <a:lumMod val="50000"/>
                  </a:schemeClr>
                </a:solidFill>
                <a:latin typeface="Cambria" pitchFamily="18" charset="0"/>
                <a:cs typeface="Calibri" panose="020F0502020204030204" pitchFamily="34" charset="0"/>
              </a:rPr>
              <a:t>soient saisies</a:t>
            </a:r>
            <a:r>
              <a:rPr lang="fr-FR" sz="2200" b="1" i="1" kern="0" dirty="0">
                <a:solidFill>
                  <a:schemeClr val="accent5">
                    <a:lumMod val="50000"/>
                  </a:schemeClr>
                </a:solidFill>
                <a:latin typeface="Cambria" pitchFamily="18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38BD13E5-14E2-42FC-AC39-5FBED32E151F}"/>
              </a:ext>
            </a:extLst>
          </p:cNvPr>
          <p:cNvSpPr/>
          <p:nvPr/>
        </p:nvSpPr>
        <p:spPr>
          <a:xfrm>
            <a:off x="7347284" y="1969993"/>
            <a:ext cx="4529725" cy="917582"/>
          </a:xfrm>
          <a:prstGeom prst="rect">
            <a:avLst/>
          </a:prstGeom>
          <a:solidFill>
            <a:srgbClr val="FFFF00">
              <a:alpha val="22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9" name="Titre 2">
            <a:extLst>
              <a:ext uri="{FF2B5EF4-FFF2-40B4-BE49-F238E27FC236}">
                <a16:creationId xmlns:a16="http://schemas.microsoft.com/office/drawing/2014/main" xmlns="" id="{9662C55C-D956-4024-A010-874784039C07}"/>
              </a:ext>
            </a:extLst>
          </p:cNvPr>
          <p:cNvSpPr txBox="1">
            <a:spLocks/>
          </p:cNvSpPr>
          <p:nvPr/>
        </p:nvSpPr>
        <p:spPr>
          <a:xfrm>
            <a:off x="1350163" y="463463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b="1" i="1" dirty="0" smtClean="0">
                <a:latin typeface="Cambria" pitchFamily="18" charset="0"/>
                <a:cs typeface="Calibri" panose="020F0502020204030204" pitchFamily="34" charset="0"/>
              </a:rPr>
              <a:t>Format d’une @</a:t>
            </a:r>
            <a:r>
              <a:rPr lang="fr-FR" b="1" i="1" dirty="0" smtClean="0">
                <a:effectLst/>
                <a:latin typeface="Cambria" pitchFamily="18" charset="0"/>
                <a:cs typeface="Calibri" panose="020F0502020204030204" pitchFamily="34" charset="0"/>
              </a:rPr>
              <a:t>IPv4 (2/2)</a:t>
            </a:r>
          </a:p>
          <a:p>
            <a:pPr algn="l"/>
            <a:r>
              <a:rPr lang="fr-FR" sz="2800" b="1" i="1" dirty="0" smtClean="0">
                <a:solidFill>
                  <a:schemeClr val="accent5">
                    <a:lumMod val="75000"/>
                  </a:schemeClr>
                </a:solidFill>
                <a:latin typeface="Cambria" pitchFamily="18" charset="0"/>
                <a:cs typeface="Calibri" panose="020F0502020204030204" pitchFamily="34" charset="0"/>
              </a:rPr>
              <a:t>Conversion </a:t>
            </a:r>
            <a:r>
              <a:rPr lang="fr-FR" sz="2800" b="1" i="1" dirty="0" smtClean="0">
                <a:solidFill>
                  <a:schemeClr val="accent5">
                    <a:lumMod val="75000"/>
                  </a:schemeClr>
                </a:solidFill>
                <a:latin typeface="Cambria" pitchFamily="18" charset="0"/>
                <a:cs typeface="Calibri" panose="020F0502020204030204" pitchFamily="34" charset="0"/>
              </a:rPr>
              <a:t>binaire/décimale </a:t>
            </a:r>
            <a:r>
              <a:rPr lang="fr-FR" sz="2800" b="1" i="1" dirty="0" smtClean="0">
                <a:solidFill>
                  <a:schemeClr val="accent5">
                    <a:lumMod val="75000"/>
                  </a:schemeClr>
                </a:solidFill>
                <a:latin typeface="Cambria" pitchFamily="18" charset="0"/>
                <a:cs typeface="Calibri" panose="020F0502020204030204" pitchFamily="34" charset="0"/>
              </a:rPr>
              <a:t>(4/5)</a:t>
            </a:r>
            <a:endParaRPr lang="fr-FR" sz="2800" b="1" i="1" dirty="0">
              <a:solidFill>
                <a:schemeClr val="accent5">
                  <a:lumMod val="75000"/>
                </a:schemeClr>
              </a:solidFill>
              <a:latin typeface="Cambria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39321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6EFC1678-FA73-4CE6-BD08-4EA76DA53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535643"/>
            <a:ext cx="369678" cy="303807"/>
          </a:xfrm>
        </p:spPr>
        <p:txBody>
          <a:bodyPr/>
          <a:lstStyle/>
          <a:p>
            <a:fld id="{194EA0E9-6AA5-4C72-ADD8-CBD3FCBC5038}" type="slidenum">
              <a:rPr lang="fr-FR" sz="1600" b="1" smtClean="0"/>
              <a:pPr/>
              <a:t>22</a:t>
            </a:fld>
            <a:endParaRPr lang="fr-FR" sz="1600" b="1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xmlns="" id="{F4CF25FA-CDBB-4940-9D52-A859E34323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52492" y="1546508"/>
            <a:ext cx="5247567" cy="16891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" name="Picture 3">
            <a:extLst>
              <a:ext uri="{FF2B5EF4-FFF2-40B4-BE49-F238E27FC236}">
                <a16:creationId xmlns:a16="http://schemas.microsoft.com/office/drawing/2014/main" xmlns="" id="{8278E8CA-12EF-4938-B1F4-C2FFD93788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52492" y="3237220"/>
            <a:ext cx="5270089" cy="17229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4">
            <a:extLst>
              <a:ext uri="{FF2B5EF4-FFF2-40B4-BE49-F238E27FC236}">
                <a16:creationId xmlns:a16="http://schemas.microsoft.com/office/drawing/2014/main" xmlns="" id="{4408B706-5D9F-4E92-A789-0AFE802774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052494" y="4808855"/>
            <a:ext cx="5281350" cy="18017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" name="Picture 5">
            <a:extLst>
              <a:ext uri="{FF2B5EF4-FFF2-40B4-BE49-F238E27FC236}">
                <a16:creationId xmlns:a16="http://schemas.microsoft.com/office/drawing/2014/main" xmlns="" id="{C4C32EC5-4FCB-46CF-9077-C4B1FFF70E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676527" y="1546509"/>
            <a:ext cx="5292611" cy="17566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" name="Picture 6">
            <a:extLst>
              <a:ext uri="{FF2B5EF4-FFF2-40B4-BE49-F238E27FC236}">
                <a16:creationId xmlns:a16="http://schemas.microsoft.com/office/drawing/2014/main" xmlns="" id="{9A64E656-09F4-4707-AE30-A12A2CE8C6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652716" y="3165780"/>
            <a:ext cx="5337654" cy="18242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" name="Picture 7">
            <a:extLst>
              <a:ext uri="{FF2B5EF4-FFF2-40B4-BE49-F238E27FC236}">
                <a16:creationId xmlns:a16="http://schemas.microsoft.com/office/drawing/2014/main" xmlns="" id="{1CAB16A1-38FA-492F-A1A1-7E1188A135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6686054" y="4880294"/>
            <a:ext cx="5281350" cy="16553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5" name="Connecteur droit 9">
            <a:extLst>
              <a:ext uri="{FF2B5EF4-FFF2-40B4-BE49-F238E27FC236}">
                <a16:creationId xmlns:a16="http://schemas.microsoft.com/office/drawing/2014/main" xmlns="" id="{AD888CCD-70E0-48A4-9E79-FDF497B4D206}"/>
              </a:ext>
            </a:extLst>
          </p:cNvPr>
          <p:cNvCxnSpPr>
            <a:cxnSpLocks/>
          </p:cNvCxnSpPr>
          <p:nvPr/>
        </p:nvCxnSpPr>
        <p:spPr>
          <a:xfrm>
            <a:off x="1156965" y="3229833"/>
            <a:ext cx="10810439" cy="15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0">
            <a:extLst>
              <a:ext uri="{FF2B5EF4-FFF2-40B4-BE49-F238E27FC236}">
                <a16:creationId xmlns:a16="http://schemas.microsoft.com/office/drawing/2014/main" xmlns="" id="{13A7894F-E555-4A3B-872B-C7BC14518A8B}"/>
              </a:ext>
            </a:extLst>
          </p:cNvPr>
          <p:cNvCxnSpPr>
            <a:cxnSpLocks/>
          </p:cNvCxnSpPr>
          <p:nvPr/>
        </p:nvCxnSpPr>
        <p:spPr>
          <a:xfrm>
            <a:off x="1093467" y="4891866"/>
            <a:ext cx="10810439" cy="15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1">
            <a:extLst>
              <a:ext uri="{FF2B5EF4-FFF2-40B4-BE49-F238E27FC236}">
                <a16:creationId xmlns:a16="http://schemas.microsoft.com/office/drawing/2014/main" xmlns="" id="{65EA35E1-4A18-4040-B20D-1407170C3FF9}"/>
              </a:ext>
            </a:extLst>
          </p:cNvPr>
          <p:cNvCxnSpPr>
            <a:cxnSpLocks/>
          </p:cNvCxnSpPr>
          <p:nvPr/>
        </p:nvCxnSpPr>
        <p:spPr>
          <a:xfrm>
            <a:off x="6618931" y="1681899"/>
            <a:ext cx="289" cy="479202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itre 2">
            <a:extLst>
              <a:ext uri="{FF2B5EF4-FFF2-40B4-BE49-F238E27FC236}">
                <a16:creationId xmlns:a16="http://schemas.microsoft.com/office/drawing/2014/main" xmlns="" id="{9662C55C-D956-4024-A010-874784039C07}"/>
              </a:ext>
            </a:extLst>
          </p:cNvPr>
          <p:cNvSpPr txBox="1">
            <a:spLocks/>
          </p:cNvSpPr>
          <p:nvPr/>
        </p:nvSpPr>
        <p:spPr>
          <a:xfrm>
            <a:off x="1350163" y="463463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b="1" i="1" dirty="0" smtClean="0">
                <a:latin typeface="Cambria" pitchFamily="18" charset="0"/>
                <a:cs typeface="Calibri" panose="020F0502020204030204" pitchFamily="34" charset="0"/>
              </a:rPr>
              <a:t>Format d’une @</a:t>
            </a:r>
            <a:r>
              <a:rPr lang="fr-FR" b="1" i="1" dirty="0" smtClean="0">
                <a:effectLst/>
                <a:latin typeface="Cambria" pitchFamily="18" charset="0"/>
                <a:cs typeface="Calibri" panose="020F0502020204030204" pitchFamily="34" charset="0"/>
              </a:rPr>
              <a:t>IPv4 (2/2)</a:t>
            </a:r>
          </a:p>
          <a:p>
            <a:pPr algn="l"/>
            <a:r>
              <a:rPr lang="fr-FR" sz="2800" b="1" i="1" dirty="0" smtClean="0">
                <a:solidFill>
                  <a:schemeClr val="accent5">
                    <a:lumMod val="75000"/>
                  </a:schemeClr>
                </a:solidFill>
                <a:latin typeface="Cambria" pitchFamily="18" charset="0"/>
                <a:cs typeface="Calibri" panose="020F0502020204030204" pitchFamily="34" charset="0"/>
              </a:rPr>
              <a:t>Conversion </a:t>
            </a:r>
            <a:r>
              <a:rPr lang="fr-FR" sz="2800" b="1" i="1" dirty="0" smtClean="0">
                <a:solidFill>
                  <a:schemeClr val="accent5">
                    <a:lumMod val="75000"/>
                  </a:schemeClr>
                </a:solidFill>
                <a:latin typeface="Cambria" pitchFamily="18" charset="0"/>
                <a:cs typeface="Calibri" panose="020F0502020204030204" pitchFamily="34" charset="0"/>
              </a:rPr>
              <a:t>binaire/décimale </a:t>
            </a:r>
            <a:r>
              <a:rPr lang="fr-FR" sz="2800" b="1" i="1" dirty="0" smtClean="0">
                <a:solidFill>
                  <a:schemeClr val="accent5">
                    <a:lumMod val="75000"/>
                  </a:schemeClr>
                </a:solidFill>
                <a:latin typeface="Cambria" pitchFamily="18" charset="0"/>
                <a:cs typeface="Calibri" panose="020F0502020204030204" pitchFamily="34" charset="0"/>
              </a:rPr>
              <a:t>(5/5)</a:t>
            </a:r>
            <a:endParaRPr lang="fr-FR" sz="2800" b="1" i="1" dirty="0">
              <a:solidFill>
                <a:schemeClr val="accent5">
                  <a:lumMod val="75000"/>
                </a:schemeClr>
              </a:solidFill>
              <a:latin typeface="Cambria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13764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6E440AAA-97CB-423E-9E53-0857110FE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11308" y="6262518"/>
            <a:ext cx="427264" cy="584735"/>
          </a:xfrm>
        </p:spPr>
        <p:txBody>
          <a:bodyPr/>
          <a:lstStyle/>
          <a:p>
            <a:fld id="{194EA0E9-6AA5-4C72-ADD8-CBD3FCBC5038}" type="slidenum">
              <a:rPr lang="fr-FR" sz="1600" b="1" smtClean="0"/>
              <a:pPr/>
              <a:t>23</a:t>
            </a:fld>
            <a:endParaRPr lang="fr-FR" sz="1600" b="1" dirty="0"/>
          </a:p>
        </p:txBody>
      </p: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xmlns="" id="{1A139664-DC82-4156-B8D1-C4D642255389}"/>
              </a:ext>
            </a:extLst>
          </p:cNvPr>
          <p:cNvSpPr txBox="1">
            <a:spLocks/>
          </p:cNvSpPr>
          <p:nvPr/>
        </p:nvSpPr>
        <p:spPr>
          <a:xfrm>
            <a:off x="373854" y="2737448"/>
            <a:ext cx="5552090" cy="4351338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endParaRPr lang="fr-FR" sz="2200" kern="0" dirty="0">
              <a:latin typeface="Cambria" pitchFamily="18" charset="0"/>
              <a:cs typeface="Calibri" panose="020F050202020403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fr-FR" sz="2200" kern="0" dirty="0">
                <a:latin typeface="Cambria" pitchFamily="18" charset="0"/>
                <a:cs typeface="Calibri" panose="020F0502020204030204" pitchFamily="34" charset="0"/>
              </a:rPr>
              <a:t>Les adresses IP de tous les hôtes d’un même réseau doivent avoir la même partie réseau.</a:t>
            </a:r>
            <a:endParaRPr lang="en-US" sz="2200" kern="0" dirty="0">
              <a:latin typeface="Cambria" pitchFamily="18" charset="0"/>
              <a:cs typeface="Calibri" panose="020F050202020403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fr-FR" sz="2200" kern="0" dirty="0">
              <a:latin typeface="Cambria" pitchFamily="18" charset="0"/>
              <a:cs typeface="Calibri" panose="020F050202020403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fr-FR" sz="2200" kern="0" dirty="0">
                <a:latin typeface="Cambria" pitchFamily="18" charset="0"/>
                <a:cs typeface="Calibri" panose="020F0502020204030204" pitchFamily="34" charset="0"/>
              </a:rPr>
              <a:t>Le masque de sous-réseau permet d’identifier la partie réseau et la partie hôte au niveau d’une adresse IPv4.</a:t>
            </a:r>
            <a:endParaRPr lang="en-US" sz="2200" kern="0" dirty="0">
              <a:latin typeface="Cambria" pitchFamily="18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8B860BAA-89A5-4FDD-9DC6-8E1DE477903F}"/>
              </a:ext>
            </a:extLst>
          </p:cNvPr>
          <p:cNvSpPr txBox="1"/>
          <p:nvPr/>
        </p:nvSpPr>
        <p:spPr>
          <a:xfrm>
            <a:off x="736280" y="1756246"/>
            <a:ext cx="1078080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2200" kern="0" dirty="0">
                <a:latin typeface="Cambria" pitchFamily="18" charset="0"/>
                <a:cs typeface="Calibri" panose="020F0502020204030204" pitchFamily="34" charset="0"/>
              </a:rPr>
              <a:t>Une adresse IPv4 est composée d'une </a:t>
            </a:r>
            <a:r>
              <a:rPr lang="fr-FR" sz="2200" b="1" kern="0" dirty="0">
                <a:solidFill>
                  <a:srgbClr val="C00000"/>
                </a:solidFill>
                <a:latin typeface="Cambria" pitchFamily="18" charset="0"/>
                <a:cs typeface="Calibri" panose="020F0502020204030204" pitchFamily="34" charset="0"/>
              </a:rPr>
              <a:t>partie Réseau</a:t>
            </a:r>
            <a:r>
              <a:rPr lang="fr-FR" sz="2200" kern="0" dirty="0">
                <a:latin typeface="Cambria" pitchFamily="18" charset="0"/>
                <a:cs typeface="Calibri" panose="020F0502020204030204" pitchFamily="34" charset="0"/>
              </a:rPr>
              <a:t> et d'une </a:t>
            </a:r>
            <a:r>
              <a:rPr lang="fr-FR" sz="2200" b="1" kern="0" dirty="0">
                <a:solidFill>
                  <a:srgbClr val="C00000"/>
                </a:solidFill>
                <a:latin typeface="Cambria" pitchFamily="18" charset="0"/>
                <a:cs typeface="Calibri" panose="020F0502020204030204" pitchFamily="34" charset="0"/>
              </a:rPr>
              <a:t>partie Hôte</a:t>
            </a:r>
            <a:r>
              <a:rPr lang="fr-FR" sz="2200" kern="0" dirty="0">
                <a:latin typeface="Cambria" pitchFamily="18" charset="0"/>
                <a:cs typeface="Calibri" panose="020F0502020204030204" pitchFamily="34" charset="0"/>
              </a:rPr>
              <a:t>.</a:t>
            </a:r>
            <a:endParaRPr lang="en-US" sz="2200" kern="0" dirty="0">
              <a:latin typeface="Cambria" pitchFamily="18" charset="0"/>
              <a:cs typeface="Calibri" panose="020F0502020204030204" pitchFamily="34" charset="0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xmlns="" id="{133665D4-43D8-484C-8D16-DD43BCA202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266058" y="2187133"/>
            <a:ext cx="5935592" cy="4660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re 2">
            <a:extLst>
              <a:ext uri="{FF2B5EF4-FFF2-40B4-BE49-F238E27FC236}">
                <a16:creationId xmlns:a16="http://schemas.microsoft.com/office/drawing/2014/main" xmlns="" id="{9662C55C-D956-4024-A010-874784039C07}"/>
              </a:ext>
            </a:extLst>
          </p:cNvPr>
          <p:cNvSpPr txBox="1">
            <a:spLocks/>
          </p:cNvSpPr>
          <p:nvPr/>
        </p:nvSpPr>
        <p:spPr>
          <a:xfrm>
            <a:off x="1350163" y="463463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b="1" i="1" dirty="0" smtClean="0">
                <a:latin typeface="Cambria" pitchFamily="18" charset="0"/>
                <a:cs typeface="Calibri" panose="020F0502020204030204" pitchFamily="34" charset="0"/>
              </a:rPr>
              <a:t>Structure d’une @</a:t>
            </a:r>
            <a:r>
              <a:rPr lang="fr-FR" b="1" i="1" dirty="0" smtClean="0">
                <a:effectLst/>
                <a:latin typeface="Cambria" pitchFamily="18" charset="0"/>
                <a:cs typeface="Calibri" panose="020F0502020204030204" pitchFamily="34" charset="0"/>
              </a:rPr>
              <a:t>IPv4 </a:t>
            </a:r>
          </a:p>
          <a:p>
            <a:pPr algn="l"/>
            <a:r>
              <a:rPr lang="fr-FR" sz="2800" b="1" i="1" dirty="0" smtClean="0">
                <a:solidFill>
                  <a:schemeClr val="accent5">
                    <a:lumMod val="75000"/>
                  </a:schemeClr>
                </a:solidFill>
                <a:latin typeface="Cambria" pitchFamily="18" charset="0"/>
                <a:cs typeface="Calibri" panose="020F0502020204030204" pitchFamily="34" charset="0"/>
              </a:rPr>
              <a:t>Partie Réseau/Partie hôte</a:t>
            </a:r>
            <a:endParaRPr lang="fr-FR" sz="2800" b="1" i="1" dirty="0">
              <a:solidFill>
                <a:schemeClr val="accent5">
                  <a:lumMod val="75000"/>
                </a:schemeClr>
              </a:solidFill>
              <a:latin typeface="Cambria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681229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2">
            <a:extLst>
              <a:ext uri="{FF2B5EF4-FFF2-40B4-BE49-F238E27FC236}">
                <a16:creationId xmlns:a16="http://schemas.microsoft.com/office/drawing/2014/main" xmlns="" id="{9E2C3974-3124-4916-B2B5-C2B5F3820799}"/>
              </a:ext>
            </a:extLst>
          </p:cNvPr>
          <p:cNvSpPr txBox="1">
            <a:spLocks/>
          </p:cNvSpPr>
          <p:nvPr/>
        </p:nvSpPr>
        <p:spPr>
          <a:xfrm>
            <a:off x="1190794" y="473677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400" b="1" i="1" dirty="0">
                <a:latin typeface="Cambria" pitchFamily="18" charset="0"/>
                <a:cs typeface="Calibri" panose="020F0502020204030204" pitchFamily="34" charset="0"/>
              </a:rPr>
              <a:t>Le masque sous-réseaux </a:t>
            </a:r>
          </a:p>
          <a:p>
            <a:endParaRPr lang="fr-FR" sz="2600" b="1" i="1" dirty="0">
              <a:latin typeface="Cambria" pitchFamily="18" charset="0"/>
              <a:cs typeface="Calibri" panose="020F0502020204030204" pitchFamily="34" charset="0"/>
            </a:endParaRPr>
          </a:p>
        </p:txBody>
      </p:sp>
      <p:sp>
        <p:nvSpPr>
          <p:cNvPr id="7" name="AutoShape 3">
            <a:extLst>
              <a:ext uri="{FF2B5EF4-FFF2-40B4-BE49-F238E27FC236}">
                <a16:creationId xmlns:a16="http://schemas.microsoft.com/office/drawing/2014/main" xmlns="" id="{73E56815-B011-4C2A-8625-31BC5384088F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03428" y="1440455"/>
            <a:ext cx="208112" cy="207194"/>
          </a:xfrm>
          <a:prstGeom prst="triangle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12700">
            <a:solidFill>
              <a:srgbClr val="666666"/>
            </a:solidFill>
            <a:miter lim="800000"/>
            <a:headEnd/>
            <a:tailEnd/>
          </a:ln>
          <a:effectLst>
            <a:outerShdw dist="28398" dir="3806097" algn="ctr" rotWithShape="0">
              <a:srgbClr val="7F7F7F">
                <a:alpha val="50000"/>
              </a:srgb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3">
            <a:extLst>
              <a:ext uri="{FF2B5EF4-FFF2-40B4-BE49-F238E27FC236}">
                <a16:creationId xmlns:a16="http://schemas.microsoft.com/office/drawing/2014/main" xmlns="" id="{EF27B606-9B0E-4557-BF1B-D89D7159EBB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05192" y="2562875"/>
            <a:ext cx="208112" cy="207194"/>
          </a:xfrm>
          <a:prstGeom prst="triangle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12700">
            <a:solidFill>
              <a:srgbClr val="666666"/>
            </a:solidFill>
            <a:miter lim="800000"/>
            <a:headEnd/>
            <a:tailEnd/>
          </a:ln>
          <a:effectLst>
            <a:outerShdw dist="28398" dir="3806097" algn="ctr" rotWithShape="0">
              <a:srgbClr val="7F7F7F">
                <a:alpha val="50000"/>
              </a:srgb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3">
            <a:extLst>
              <a:ext uri="{FF2B5EF4-FFF2-40B4-BE49-F238E27FC236}">
                <a16:creationId xmlns:a16="http://schemas.microsoft.com/office/drawing/2014/main" xmlns="" id="{64E08809-0159-49A0-88FF-D100DAE296C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00603" y="3629903"/>
            <a:ext cx="208112" cy="207194"/>
          </a:xfrm>
          <a:prstGeom prst="triangle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12700">
            <a:solidFill>
              <a:srgbClr val="666666"/>
            </a:solidFill>
            <a:miter lim="800000"/>
            <a:headEnd/>
            <a:tailEnd/>
          </a:ln>
          <a:effectLst>
            <a:outerShdw dist="28398" dir="3806097" algn="ctr" rotWithShape="0">
              <a:srgbClr val="7F7F7F">
                <a:alpha val="50000"/>
              </a:srgb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C8EAC837-A32F-4001-9769-FF23FBD77E92}"/>
              </a:ext>
            </a:extLst>
          </p:cNvPr>
          <p:cNvSpPr txBox="1"/>
          <p:nvPr/>
        </p:nvSpPr>
        <p:spPr>
          <a:xfrm>
            <a:off x="1014678" y="1310736"/>
            <a:ext cx="5817846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2200" i="0" dirty="0">
                <a:solidFill>
                  <a:srgbClr val="202124"/>
                </a:solidFill>
                <a:effectLst/>
                <a:latin typeface="Cambria" pitchFamily="18" charset="0"/>
                <a:cs typeface="Calibri" panose="020F0502020204030204" pitchFamily="34" charset="0"/>
              </a:rPr>
              <a:t>Les masques de sous-réseaux </a:t>
            </a:r>
            <a:r>
              <a:rPr lang="fr-FR" sz="2200" b="0" i="0" dirty="0">
                <a:solidFill>
                  <a:srgbClr val="202124"/>
                </a:solidFill>
                <a:effectLst/>
                <a:latin typeface="Cambria" pitchFamily="18" charset="0"/>
                <a:cs typeface="Calibri" panose="020F0502020204030204" pitchFamily="34" charset="0"/>
              </a:rPr>
              <a:t>(</a:t>
            </a:r>
            <a:r>
              <a:rPr lang="fr-FR" sz="2200" b="1" i="0" dirty="0" err="1">
                <a:solidFill>
                  <a:srgbClr val="202124"/>
                </a:solidFill>
                <a:effectLst/>
                <a:latin typeface="Cambria" pitchFamily="18" charset="0"/>
                <a:cs typeface="Calibri" panose="020F0502020204030204" pitchFamily="34" charset="0"/>
              </a:rPr>
              <a:t>subnet</a:t>
            </a:r>
            <a:r>
              <a:rPr lang="fr-FR" sz="2200" b="1" i="0" dirty="0">
                <a:solidFill>
                  <a:srgbClr val="202124"/>
                </a:solidFill>
                <a:effectLst/>
                <a:latin typeface="Cambria" pitchFamily="18" charset="0"/>
                <a:cs typeface="Calibri" panose="020F0502020204030204" pitchFamily="34" charset="0"/>
              </a:rPr>
              <a:t> </a:t>
            </a:r>
            <a:r>
              <a:rPr lang="fr-FR" sz="2200" b="1" i="0" dirty="0" err="1">
                <a:solidFill>
                  <a:srgbClr val="202124"/>
                </a:solidFill>
                <a:effectLst/>
                <a:latin typeface="Cambria" pitchFamily="18" charset="0"/>
                <a:cs typeface="Calibri" panose="020F0502020204030204" pitchFamily="34" charset="0"/>
              </a:rPr>
              <a:t>mask</a:t>
            </a:r>
            <a:r>
              <a:rPr lang="fr-FR" sz="2200" b="0" i="0" dirty="0">
                <a:solidFill>
                  <a:srgbClr val="202124"/>
                </a:solidFill>
                <a:effectLst/>
                <a:latin typeface="Cambria" pitchFamily="18" charset="0"/>
                <a:cs typeface="Calibri" panose="020F0502020204030204" pitchFamily="34" charset="0"/>
              </a:rPr>
              <a:t>) </a:t>
            </a:r>
            <a:r>
              <a:rPr lang="fr-FR" sz="2200" i="0" dirty="0" smtClean="0">
                <a:solidFill>
                  <a:srgbClr val="202124"/>
                </a:solidFill>
                <a:effectLst/>
                <a:latin typeface="Cambria" pitchFamily="18" charset="0"/>
                <a:cs typeface="Calibri" panose="020F0502020204030204" pitchFamily="34" charset="0"/>
              </a:rPr>
              <a:t>permet de délimiter la partie réseau de la partie machine dans le réseau</a:t>
            </a:r>
            <a:endParaRPr lang="x-none" sz="2200" dirty="0">
              <a:solidFill>
                <a:srgbClr val="FF0000"/>
              </a:solidFill>
              <a:latin typeface="Cambria" pitchFamily="18" charset="0"/>
              <a:cs typeface="Calibri" panose="020F0502020204030204" pitchFamily="34" charset="0"/>
            </a:endParaRPr>
          </a:p>
        </p:txBody>
      </p:sp>
      <p:pic>
        <p:nvPicPr>
          <p:cNvPr id="5122" name="Picture 2" descr="Propriété de protocole Internet (TCP/IP)">
            <a:extLst>
              <a:ext uri="{FF2B5EF4-FFF2-40B4-BE49-F238E27FC236}">
                <a16:creationId xmlns:a16="http://schemas.microsoft.com/office/drawing/2014/main" xmlns="" id="{C0EFD756-F78C-4BA8-9067-72979F707C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418193" y="563459"/>
            <a:ext cx="4144396" cy="4595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3DCF562E-9FD8-4600-A4BC-C12CDAF210D4}"/>
              </a:ext>
            </a:extLst>
          </p:cNvPr>
          <p:cNvSpPr txBox="1"/>
          <p:nvPr/>
        </p:nvSpPr>
        <p:spPr>
          <a:xfrm>
            <a:off x="870872" y="2408841"/>
            <a:ext cx="5946661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/>
            <a:r>
              <a:rPr lang="fr-FR" sz="2200" dirty="0">
                <a:latin typeface="Cambria" pitchFamily="18" charset="0"/>
                <a:cs typeface="Calibri" panose="020F0502020204030204" pitchFamily="34" charset="0"/>
              </a:rPr>
              <a:t>    </a:t>
            </a:r>
            <a:r>
              <a:rPr lang="x-none" sz="2200" dirty="0">
                <a:latin typeface="Cambria" pitchFamily="18" charset="0"/>
                <a:cs typeface="Calibri" panose="020F0502020204030204" pitchFamily="34" charset="0"/>
              </a:rPr>
              <a:t>L'adresse IPv4 est comparée au masque de sous-réseau bit par bit, de gauche à droite.</a:t>
            </a:r>
            <a:endParaRPr lang="fr-FR" sz="2200" dirty="0">
              <a:latin typeface="Cambria" pitchFamily="18" charset="0"/>
              <a:cs typeface="Calibri" panose="020F0502020204030204" pitchFamily="34" charset="0"/>
            </a:endParaRPr>
          </a:p>
          <a:p>
            <a:pPr marL="285750" indent="-285750" algn="just"/>
            <a:endParaRPr lang="fr-FR" sz="2200" dirty="0">
              <a:latin typeface="Cambria" pitchFamily="18" charset="0"/>
              <a:cs typeface="Calibri" panose="020F0502020204030204" pitchFamily="34" charset="0"/>
            </a:endParaRPr>
          </a:p>
          <a:p>
            <a:pPr marL="285750" indent="-285750" algn="just"/>
            <a:r>
              <a:rPr lang="fr-FR" sz="2200" dirty="0">
                <a:latin typeface="Cambria" pitchFamily="18" charset="0"/>
                <a:cs typeface="Calibri" panose="020F0502020204030204" pitchFamily="34" charset="0"/>
              </a:rPr>
              <a:t>    </a:t>
            </a:r>
            <a:r>
              <a:rPr lang="x-none" sz="2200" dirty="0">
                <a:latin typeface="Cambria" pitchFamily="18" charset="0"/>
                <a:cs typeface="Calibri" panose="020F0502020204030204" pitchFamily="34" charset="0"/>
              </a:rPr>
              <a:t>Un 1 dans le masque de sous-réseau indique que le bit correspondant dans l'adresse IPv4 est un bit de réseau.</a:t>
            </a:r>
          </a:p>
        </p:txBody>
      </p:sp>
      <p:pic>
        <p:nvPicPr>
          <p:cNvPr id="17" name="Picture 6">
            <a:extLst>
              <a:ext uri="{FF2B5EF4-FFF2-40B4-BE49-F238E27FC236}">
                <a16:creationId xmlns:a16="http://schemas.microsoft.com/office/drawing/2014/main" xmlns="" id="{05BC7A88-A78C-4112-B024-B009406C4F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2094" y="4485435"/>
            <a:ext cx="4664799" cy="2123658"/>
          </a:xfrm>
          <a:prstGeom prst="rect">
            <a:avLst/>
          </a:prstGeom>
        </p:spPr>
      </p:pic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xmlns="" id="{FB0BA115-6981-4E0A-A7BD-61AB582E71D3}"/>
              </a:ext>
            </a:extLst>
          </p:cNvPr>
          <p:cNvSpPr txBox="1">
            <a:spLocks/>
          </p:cNvSpPr>
          <p:nvPr/>
        </p:nvSpPr>
        <p:spPr>
          <a:xfrm>
            <a:off x="11782158" y="6369585"/>
            <a:ext cx="3504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defPPr>
              <a:defRPr lang="en-US"/>
            </a:defPPr>
            <a:lvl1pPr marL="0" marR="0" lv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fr-FR" sz="1600" b="1" smtClean="0"/>
              <a:pPr/>
              <a:t>24</a:t>
            </a:fld>
            <a:endParaRPr lang="fr-FR" sz="1600" b="1" dirty="0"/>
          </a:p>
        </p:txBody>
      </p:sp>
    </p:spTree>
    <p:extLst>
      <p:ext uri="{BB962C8B-B14F-4D97-AF65-F5344CB8AC3E}">
        <p14:creationId xmlns:p14="http://schemas.microsoft.com/office/powerpoint/2010/main" xmlns="" val="32462456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re 2">
            <a:extLst>
              <a:ext uri="{FF2B5EF4-FFF2-40B4-BE49-F238E27FC236}">
                <a16:creationId xmlns:a16="http://schemas.microsoft.com/office/drawing/2014/main" xmlns="" id="{CCD3298C-6005-4F7D-91E2-F1F837E33E67}"/>
              </a:ext>
            </a:extLst>
          </p:cNvPr>
          <p:cNvSpPr txBox="1">
            <a:spLocks/>
          </p:cNvSpPr>
          <p:nvPr/>
        </p:nvSpPr>
        <p:spPr>
          <a:xfrm>
            <a:off x="1335173" y="328552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b="1" i="1" dirty="0">
                <a:latin typeface="Cambria" pitchFamily="18" charset="0"/>
                <a:cs typeface="Calibri" panose="020F0502020204030204" pitchFamily="34" charset="0"/>
              </a:rPr>
              <a:t>Longueur de préfixe</a:t>
            </a:r>
            <a:endParaRPr lang="fr-FR" sz="2600" b="1" i="1" dirty="0">
              <a:latin typeface="Cambria" pitchFamily="18" charset="0"/>
              <a:cs typeface="Calibri" panose="020F0502020204030204" pitchFamily="34" charset="0"/>
            </a:endParaRPr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xmlns="" id="{90D9C74B-4FE4-4468-866E-8080E8D68451}"/>
              </a:ext>
            </a:extLst>
          </p:cNvPr>
          <p:cNvSpPr txBox="1">
            <a:spLocks/>
          </p:cNvSpPr>
          <p:nvPr/>
        </p:nvSpPr>
        <p:spPr>
          <a:xfrm>
            <a:off x="247337" y="1873751"/>
            <a:ext cx="4150895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Wingdings" panose="05000000000000000000" pitchFamily="2" charset="2"/>
              <a:buChar char="§"/>
              <a:defRPr sz="24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fr-FR" sz="2200" kern="0" dirty="0">
                <a:latin typeface="Calibri" panose="020F0502020204030204" pitchFamily="34" charset="0"/>
                <a:cs typeface="Calibri" panose="020F0502020204030204" pitchFamily="34" charset="0"/>
              </a:rPr>
              <a:t>Il existe une méthode plus rapide d'identification du masque de sous-réseau, appelée la </a:t>
            </a:r>
            <a:r>
              <a:rPr lang="fr-FR" sz="2200" b="1" kern="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longueur de préfixe</a:t>
            </a:r>
            <a:r>
              <a:rPr lang="fr-FR" sz="2200" kern="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r>
              <a:rPr lang="fr-FR" sz="2200" kern="0" dirty="0">
                <a:latin typeface="Calibri" panose="020F0502020204030204" pitchFamily="34" charset="0"/>
                <a:cs typeface="Calibri" panose="020F0502020204030204" pitchFamily="34" charset="0"/>
              </a:rPr>
              <a:t>La longueur de préfixe correspond au nombre de bits définis sur 1 dans le masque de sous-réseau. </a:t>
            </a:r>
          </a:p>
          <a:p>
            <a:pPr algn="just"/>
            <a:r>
              <a:rPr lang="fr-FR" sz="2200" kern="0" dirty="0">
                <a:latin typeface="Calibri" panose="020F0502020204030204" pitchFamily="34" charset="0"/>
                <a:cs typeface="Calibri" panose="020F0502020204030204" pitchFamily="34" charset="0"/>
              </a:rPr>
              <a:t>  Elle est notée au moyen de la « notation de barre oblique », soit le signe « / ».</a:t>
            </a:r>
          </a:p>
          <a:p>
            <a:pPr algn="just"/>
            <a:endParaRPr lang="en-US" sz="2200" kern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xmlns="" id="{DB9E6D5F-8DF1-48C9-A87E-98E24D1135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46689" y="2035078"/>
            <a:ext cx="7645311" cy="3724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xmlns="" id="{F9A31CED-3E38-4DAF-8971-4321759CF24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841600" y="6273265"/>
            <a:ext cx="350400" cy="584735"/>
          </a:xfrm>
        </p:spPr>
        <p:txBody>
          <a:bodyPr/>
          <a:lstStyle/>
          <a:p>
            <a:fld id="{00000000-1234-1234-1234-123412341234}" type="slidenum">
              <a:rPr lang="fr-FR" smtClean="0"/>
              <a:pPr/>
              <a:t>25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xmlns="" val="2183946216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A44768B5-6C10-48C2-8D5F-46DBFC375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39770" y="6246498"/>
            <a:ext cx="350400" cy="584735"/>
          </a:xfrm>
        </p:spPr>
        <p:txBody>
          <a:bodyPr/>
          <a:lstStyle/>
          <a:p>
            <a:fld id="{194EA0E9-6AA5-4C72-ADD8-CBD3FCBC5038}" type="slidenum">
              <a:rPr lang="fr-FR" smtClean="0"/>
              <a:pPr/>
              <a:t>26</a:t>
            </a:fld>
            <a:endParaRPr lang="fr-FR" dirty="0"/>
          </a:p>
        </p:txBody>
      </p:sp>
      <p:sp>
        <p:nvSpPr>
          <p:cNvPr id="7" name="Titre 2">
            <a:extLst>
              <a:ext uri="{FF2B5EF4-FFF2-40B4-BE49-F238E27FC236}">
                <a16:creationId xmlns:a16="http://schemas.microsoft.com/office/drawing/2014/main" xmlns="" id="{94B5D1E4-AA51-4EE9-920F-406A89800483}"/>
              </a:ext>
            </a:extLst>
          </p:cNvPr>
          <p:cNvSpPr txBox="1">
            <a:spLocks/>
          </p:cNvSpPr>
          <p:nvPr/>
        </p:nvSpPr>
        <p:spPr>
          <a:xfrm>
            <a:off x="1319131" y="488973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b="1" i="1" dirty="0">
                <a:latin typeface="Cambria" pitchFamily="18" charset="0"/>
                <a:cs typeface="Calibri" panose="020F0502020204030204" pitchFamily="34" charset="0"/>
              </a:rPr>
              <a:t>Adresse Réseau</a:t>
            </a:r>
            <a:endParaRPr lang="x-none" sz="2800" b="1" i="1" dirty="0">
              <a:latin typeface="Cambria" pitchFamily="18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F4BB4D3B-F3EF-4218-98B2-E6F8E64B2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93721"/>
            <a:ext cx="7019925" cy="9715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BF6F0724-3DF1-4A79-BF04-EEDD7DB726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575" y="2026431"/>
            <a:ext cx="4295775" cy="321913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5C1806EE-2AB3-4A38-938E-9470EEE65BD7}"/>
              </a:ext>
            </a:extLst>
          </p:cNvPr>
          <p:cNvSpPr txBox="1"/>
          <p:nvPr/>
        </p:nvSpPr>
        <p:spPr>
          <a:xfrm>
            <a:off x="1310690" y="1294991"/>
            <a:ext cx="1088131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2200" b="1" dirty="0">
                <a:solidFill>
                  <a:srgbClr val="C00000"/>
                </a:solidFill>
                <a:effectLst/>
                <a:latin typeface="Cambria" pitchFamily="18" charset="0"/>
                <a:cs typeface="Calibri" panose="020F0502020204030204" pitchFamily="34" charset="0"/>
              </a:rPr>
              <a:t>Une adresse réseau </a:t>
            </a:r>
            <a:r>
              <a:rPr lang="fr-FR" sz="2200" dirty="0">
                <a:effectLst/>
                <a:latin typeface="Cambria" pitchFamily="18" charset="0"/>
                <a:cs typeface="Calibri" panose="020F0502020204030204" pitchFamily="34" charset="0"/>
              </a:rPr>
              <a:t>est une adresse qui représente un réseau spécifique.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AA594A21-A00D-431F-9BF5-E8125E0BBB8C}"/>
              </a:ext>
            </a:extLst>
          </p:cNvPr>
          <p:cNvSpPr txBox="1"/>
          <p:nvPr/>
        </p:nvSpPr>
        <p:spPr>
          <a:xfrm>
            <a:off x="6576931" y="1807867"/>
            <a:ext cx="5464425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2200" b="0" i="0" dirty="0">
                <a:effectLst/>
                <a:latin typeface="Cambria" pitchFamily="18" charset="0"/>
                <a:cs typeface="Calibri" panose="020F0502020204030204" pitchFamily="34" charset="0"/>
              </a:rPr>
              <a:t>Un périphérique appartient à ce réseau s'il répond à trois critères :</a:t>
            </a:r>
          </a:p>
          <a:p>
            <a:pPr algn="just"/>
            <a:endParaRPr lang="fr-FR" sz="2200" b="0" i="0" dirty="0">
              <a:effectLst/>
              <a:latin typeface="Cambria" pitchFamily="18" charset="0"/>
              <a:cs typeface="Calibri" panose="020F0502020204030204" pitchFamily="34" charset="0"/>
            </a:endParaRPr>
          </a:p>
          <a:p>
            <a:pPr lvl="1" algn="just"/>
            <a:r>
              <a:rPr lang="fr-FR" sz="2200" b="0" i="0" dirty="0">
                <a:effectLst/>
                <a:latin typeface="Cambria" pitchFamily="18" charset="0"/>
                <a:cs typeface="Calibri" panose="020F0502020204030204" pitchFamily="34" charset="0"/>
              </a:rPr>
              <a:t>Il a le même masque de sous-réseau que l'adresse du réseau.</a:t>
            </a:r>
          </a:p>
          <a:p>
            <a:pPr lvl="1" algn="just"/>
            <a:endParaRPr lang="fr-FR" sz="2200" b="0" i="0" dirty="0">
              <a:effectLst/>
              <a:latin typeface="Cambria" pitchFamily="18" charset="0"/>
              <a:cs typeface="Calibri" panose="020F0502020204030204" pitchFamily="34" charset="0"/>
            </a:endParaRPr>
          </a:p>
          <a:p>
            <a:pPr lvl="1" algn="just"/>
            <a:r>
              <a:rPr lang="fr-FR" sz="2200" b="0" i="0" dirty="0">
                <a:effectLst/>
                <a:latin typeface="Cambria" pitchFamily="18" charset="0"/>
                <a:cs typeface="Calibri" panose="020F0502020204030204" pitchFamily="34" charset="0"/>
              </a:rPr>
              <a:t>Il a les mêmes bits réseau que l'adresse réseau, comme indiqué par le masque de sous-réseau.</a:t>
            </a:r>
          </a:p>
          <a:p>
            <a:pPr lvl="1" algn="just"/>
            <a:endParaRPr lang="fr-FR" sz="2200" b="0" i="0" dirty="0">
              <a:effectLst/>
              <a:latin typeface="Cambria" pitchFamily="18" charset="0"/>
              <a:cs typeface="Calibri" panose="020F0502020204030204" pitchFamily="34" charset="0"/>
            </a:endParaRPr>
          </a:p>
          <a:p>
            <a:pPr lvl="1" algn="just"/>
            <a:r>
              <a:rPr lang="fr-FR" sz="2200" b="0" i="0" dirty="0">
                <a:effectLst/>
                <a:latin typeface="Cambria" pitchFamily="18" charset="0"/>
                <a:cs typeface="Calibri" panose="020F0502020204030204" pitchFamily="34" charset="0"/>
              </a:rPr>
              <a:t>Il est situé sur le même domaine de diffusion que les autres hôtes ayant la même adresse réseau.</a:t>
            </a:r>
          </a:p>
          <a:p>
            <a:pPr algn="l"/>
            <a:endParaRPr lang="fr-FR" sz="1800" b="0" i="0" dirty="0">
              <a:solidFill>
                <a:srgbClr val="58585B"/>
              </a:solidFill>
              <a:effectLst/>
              <a:latin typeface="Cambria" pitchFamily="18" charset="0"/>
              <a:cs typeface="Calibri" panose="020F050202020403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65F51712-25C0-4219-A62D-9902A544E03F}"/>
              </a:ext>
            </a:extLst>
          </p:cNvPr>
          <p:cNvSpPr/>
          <p:nvPr/>
        </p:nvSpPr>
        <p:spPr>
          <a:xfrm>
            <a:off x="2964451" y="5393721"/>
            <a:ext cx="933781" cy="971550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9" name="AutoShape 3">
            <a:extLst>
              <a:ext uri="{FF2B5EF4-FFF2-40B4-BE49-F238E27FC236}">
                <a16:creationId xmlns:a16="http://schemas.microsoft.com/office/drawing/2014/main" xmlns="" id="{16DA04AD-2D7E-4BF8-9D73-B1ADFD3E583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871737" y="2914109"/>
            <a:ext cx="145891" cy="186060"/>
          </a:xfrm>
          <a:prstGeom prst="triangle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12700">
            <a:solidFill>
              <a:srgbClr val="666666"/>
            </a:solidFill>
            <a:miter lim="800000"/>
            <a:headEnd/>
            <a:tailEnd/>
          </a:ln>
          <a:effectLst>
            <a:outerShdw dist="28398" dir="3806097" algn="ctr" rotWithShape="0">
              <a:srgbClr val="7F7F7F">
                <a:alpha val="50000"/>
              </a:srgb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3">
            <a:extLst>
              <a:ext uri="{FF2B5EF4-FFF2-40B4-BE49-F238E27FC236}">
                <a16:creationId xmlns:a16="http://schemas.microsoft.com/office/drawing/2014/main" xmlns="" id="{586C8F9C-EA1B-4583-80E9-572A8B35AFD9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863717" y="3932784"/>
            <a:ext cx="145891" cy="186060"/>
          </a:xfrm>
          <a:prstGeom prst="triangle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12700">
            <a:solidFill>
              <a:srgbClr val="666666"/>
            </a:solidFill>
            <a:miter lim="800000"/>
            <a:headEnd/>
            <a:tailEnd/>
          </a:ln>
          <a:effectLst>
            <a:outerShdw dist="28398" dir="3806097" algn="ctr" rotWithShape="0">
              <a:srgbClr val="7F7F7F">
                <a:alpha val="50000"/>
              </a:srgb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AutoShape 3">
            <a:extLst>
              <a:ext uri="{FF2B5EF4-FFF2-40B4-BE49-F238E27FC236}">
                <a16:creationId xmlns:a16="http://schemas.microsoft.com/office/drawing/2014/main" xmlns="" id="{A3A5DFB0-1C41-469E-BB76-81D029074545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895801" y="5296354"/>
            <a:ext cx="145891" cy="186060"/>
          </a:xfrm>
          <a:prstGeom prst="triangle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12700">
            <a:solidFill>
              <a:srgbClr val="666666"/>
            </a:solidFill>
            <a:miter lim="800000"/>
            <a:headEnd/>
            <a:tailEnd/>
          </a:ln>
          <a:effectLst>
            <a:outerShdw dist="28398" dir="3806097" algn="ctr" rotWithShape="0">
              <a:srgbClr val="7F7F7F">
                <a:alpha val="50000"/>
              </a:srgb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503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1F8F3BFA-1628-4DD0-838E-F1BD8DBEF4C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834731" y="6246498"/>
            <a:ext cx="350400" cy="584735"/>
          </a:xfrm>
        </p:spPr>
        <p:txBody>
          <a:bodyPr/>
          <a:lstStyle/>
          <a:p>
            <a:fld id="{00000000-1234-1234-1234-123412341234}" type="slidenum">
              <a:rPr lang="fr-FR" smtClean="0"/>
              <a:pPr/>
              <a:t>27</a:t>
            </a:fld>
            <a:endParaRPr lang="fr-FR" dirty="0"/>
          </a:p>
        </p:txBody>
      </p:sp>
      <p:sp>
        <p:nvSpPr>
          <p:cNvPr id="5" name="Titre 2">
            <a:extLst>
              <a:ext uri="{FF2B5EF4-FFF2-40B4-BE49-F238E27FC236}">
                <a16:creationId xmlns:a16="http://schemas.microsoft.com/office/drawing/2014/main" xmlns="" id="{8A25EAAC-181B-44EE-8910-AC522CC80C0D}"/>
              </a:ext>
            </a:extLst>
          </p:cNvPr>
          <p:cNvSpPr txBox="1">
            <a:spLocks/>
          </p:cNvSpPr>
          <p:nvPr/>
        </p:nvSpPr>
        <p:spPr>
          <a:xfrm>
            <a:off x="1319131" y="488973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b="1" i="1" dirty="0">
                <a:latin typeface="Cambria" pitchFamily="18" charset="0"/>
                <a:cs typeface="Calibri" panose="020F0502020204030204" pitchFamily="34" charset="0"/>
              </a:rPr>
              <a:t>Adresse Réseau</a:t>
            </a:r>
            <a:endParaRPr lang="x-none" sz="2800" b="1" i="1" dirty="0">
              <a:latin typeface="Cambria" pitchFamily="18" charset="0"/>
              <a:cs typeface="Calibri" panose="020F0502020204030204" pitchFamily="34" charset="0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xmlns="" id="{C446067E-6391-46DE-952B-5FAB5820B8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858000" y="1299137"/>
            <a:ext cx="5334000" cy="3343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097D1610-9B9E-4B5D-983A-81B1AD3E46E8}"/>
              </a:ext>
            </a:extLst>
          </p:cNvPr>
          <p:cNvSpPr txBox="1"/>
          <p:nvPr/>
        </p:nvSpPr>
        <p:spPr>
          <a:xfrm>
            <a:off x="818147" y="1573765"/>
            <a:ext cx="5974528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2200" b="0" i="0" dirty="0">
                <a:solidFill>
                  <a:srgbClr val="333333"/>
                </a:solidFill>
                <a:effectLst/>
                <a:latin typeface="Cambria" pitchFamily="18" charset="0"/>
                <a:cs typeface="Calibri" panose="020F0502020204030204" pitchFamily="34" charset="0"/>
              </a:rPr>
              <a:t>Le </a:t>
            </a:r>
            <a:r>
              <a:rPr lang="fr-FR" sz="2200" b="1" i="1" dirty="0">
                <a:solidFill>
                  <a:srgbClr val="333333"/>
                </a:solidFill>
                <a:effectLst/>
                <a:latin typeface="Cambria" pitchFamily="18" charset="0"/>
                <a:cs typeface="Calibri" panose="020F0502020204030204" pitchFamily="34" charset="0"/>
              </a:rPr>
              <a:t>net id</a:t>
            </a:r>
            <a:r>
              <a:rPr lang="fr-FR" sz="2200" b="0" i="0" dirty="0">
                <a:solidFill>
                  <a:srgbClr val="333333"/>
                </a:solidFill>
                <a:effectLst/>
                <a:latin typeface="Cambria" pitchFamily="18" charset="0"/>
                <a:cs typeface="Calibri" panose="020F0502020204030204" pitchFamily="34" charset="0"/>
              </a:rPr>
              <a:t>  </a:t>
            </a:r>
            <a:r>
              <a:rPr lang="fr-FR" sz="2200" b="0" i="0" dirty="0">
                <a:effectLst/>
                <a:latin typeface="Cambria" pitchFamily="18" charset="0"/>
                <a:cs typeface="Calibri" panose="020F0502020204030204" pitchFamily="34" charset="0"/>
              </a:rPr>
              <a:t>permet de déterminer à quel réseau appartient l'adresse, c'est à dire avec quelles autres machines elle peut directement communiquer .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fr-FR" dirty="0">
              <a:solidFill>
                <a:srgbClr val="333333"/>
              </a:solidFill>
              <a:latin typeface="Cambria" pitchFamily="18" charset="0"/>
              <a:cs typeface="Calibri" panose="020F0502020204030204" pitchFamily="34" charset="0"/>
            </a:endParaRPr>
          </a:p>
          <a:p>
            <a:pPr algn="just"/>
            <a:r>
              <a:rPr lang="fr-FR" sz="2200" b="0" i="0" dirty="0">
                <a:effectLst/>
                <a:latin typeface="Cambria" pitchFamily="18" charset="0"/>
                <a:cs typeface="Calibri" panose="020F0502020204030204" pitchFamily="34" charset="0"/>
              </a:rPr>
              <a:t>On détermine </a:t>
            </a:r>
            <a:r>
              <a:rPr lang="fr-FR" sz="2200" dirty="0" smtClean="0">
                <a:latin typeface="Cambria" pitchFamily="18" charset="0"/>
                <a:cs typeface="Calibri" panose="020F0502020204030204" pitchFamily="34" charset="0"/>
              </a:rPr>
              <a:t>l’@ Réseau d</a:t>
            </a:r>
            <a:r>
              <a:rPr lang="fr-FR" sz="2200" b="0" i="0" dirty="0" smtClean="0">
                <a:effectLst/>
                <a:latin typeface="Cambria" pitchFamily="18" charset="0"/>
                <a:cs typeface="Calibri" panose="020F0502020204030204" pitchFamily="34" charset="0"/>
              </a:rPr>
              <a:t>'une </a:t>
            </a:r>
            <a:r>
              <a:rPr lang="fr-FR" sz="2200" b="0" i="0" dirty="0">
                <a:effectLst/>
                <a:latin typeface="Cambria" pitchFamily="18" charset="0"/>
                <a:cs typeface="Calibri" panose="020F0502020204030204" pitchFamily="34" charset="0"/>
              </a:rPr>
              <a:t>adresse à l'aide d'une opération appelée</a:t>
            </a:r>
            <a:r>
              <a:rPr lang="fr-FR" sz="2200" b="0" i="0" dirty="0">
                <a:solidFill>
                  <a:srgbClr val="333333"/>
                </a:solidFill>
                <a:effectLst/>
                <a:latin typeface="Cambria" pitchFamily="18" charset="0"/>
                <a:cs typeface="Calibri" panose="020F0502020204030204" pitchFamily="34" charset="0"/>
              </a:rPr>
              <a:t> </a:t>
            </a:r>
            <a:r>
              <a:rPr lang="fr-FR" sz="2200" b="1" i="0" dirty="0">
                <a:solidFill>
                  <a:schemeClr val="accent5">
                    <a:lumMod val="75000"/>
                  </a:schemeClr>
                </a:solidFill>
                <a:effectLst/>
                <a:latin typeface="Cambria" pitchFamily="18" charset="0"/>
                <a:cs typeface="Calibri" panose="020F0502020204030204" pitchFamily="34" charset="0"/>
              </a:rPr>
              <a:t>ET logique</a:t>
            </a:r>
            <a:r>
              <a:rPr lang="fr-FR" sz="2200" b="0" i="0" dirty="0">
                <a:solidFill>
                  <a:srgbClr val="333333"/>
                </a:solidFill>
                <a:effectLst/>
                <a:latin typeface="Cambria" pitchFamily="18" charset="0"/>
                <a:cs typeface="Calibri" panose="020F0502020204030204" pitchFamily="34" charset="0"/>
              </a:rPr>
              <a:t>. 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xmlns="" id="{9C207E62-AF8D-4D61-9933-385D277482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289861" y="3856333"/>
            <a:ext cx="1467853" cy="1474744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F45FBE88-8530-40A4-AB79-5C4AB181DC15}"/>
              </a:ext>
            </a:extLst>
          </p:cNvPr>
          <p:cNvSpPr/>
          <p:nvPr/>
        </p:nvSpPr>
        <p:spPr>
          <a:xfrm>
            <a:off x="6847465" y="1244978"/>
            <a:ext cx="2490537" cy="3397433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xmlns="" id="{7394C090-4443-47BA-AC38-88E6D2F43BFC}"/>
              </a:ext>
            </a:extLst>
          </p:cNvPr>
          <p:cNvSpPr/>
          <p:nvPr/>
        </p:nvSpPr>
        <p:spPr>
          <a:xfrm>
            <a:off x="6313052" y="5009412"/>
            <a:ext cx="419987" cy="306676"/>
          </a:xfrm>
          <a:prstGeom prst="ellipse">
            <a:avLst/>
          </a:prstGeom>
          <a:solidFill>
            <a:srgbClr val="F43C4E">
              <a:alpha val="14000"/>
            </a:srgbClr>
          </a:solidFill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pic>
        <p:nvPicPr>
          <p:cNvPr id="25" name="Picture 6" descr=" le sous-réseautage et le masque de sous-réseau">
            <a:extLst>
              <a:ext uri="{FF2B5EF4-FFF2-40B4-BE49-F238E27FC236}">
                <a16:creationId xmlns:a16="http://schemas.microsoft.com/office/drawing/2014/main" xmlns="" id="{82DE37F8-4BBE-40DD-8A4F-D6EB7BC42A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234233" y="5580664"/>
            <a:ext cx="2490537" cy="1331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8">
            <a:extLst>
              <a:ext uri="{FF2B5EF4-FFF2-40B4-BE49-F238E27FC236}">
                <a16:creationId xmlns:a16="http://schemas.microsoft.com/office/drawing/2014/main" xmlns="" id="{02104A43-7688-4581-BA75-840B67736F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536711" y="4955851"/>
            <a:ext cx="4106779" cy="896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0F831654-959A-404B-8B20-22B68BC57B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41079" y="3907210"/>
            <a:ext cx="1409699" cy="974932"/>
          </a:xfrm>
          <a:prstGeom prst="rect">
            <a:avLst/>
          </a:prstGeom>
        </p:spPr>
      </p:pic>
      <p:pic>
        <p:nvPicPr>
          <p:cNvPr id="29" name="Graphic 28" descr="Line arrow Slight curve">
            <a:extLst>
              <a:ext uri="{FF2B5EF4-FFF2-40B4-BE49-F238E27FC236}">
                <a16:creationId xmlns:a16="http://schemas.microsoft.com/office/drawing/2014/main" xmlns="" id="{0787F01D-4A95-49A5-8F22-6634ABCD074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 rot="20765973">
            <a:off x="4865562" y="6155597"/>
            <a:ext cx="1605855" cy="914400"/>
          </a:xfrm>
          <a:prstGeom prst="rect">
            <a:avLst/>
          </a:prstGeom>
        </p:spPr>
      </p:pic>
      <p:pic>
        <p:nvPicPr>
          <p:cNvPr id="35" name="Graphic 34" descr="Line arrow Slight curve">
            <a:extLst>
              <a:ext uri="{FF2B5EF4-FFF2-40B4-BE49-F238E27FC236}">
                <a16:creationId xmlns:a16="http://schemas.microsoft.com/office/drawing/2014/main" xmlns="" id="{86C4ECAD-F4C6-4FBB-9FF0-1A3009C0D23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 rot="1512491" flipV="1">
            <a:off x="4742200" y="5168516"/>
            <a:ext cx="1867250" cy="92515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xmlns="" id="{CB43E6DB-5B85-4D7A-BC6C-AB7B22A9C3A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15300" y="5841953"/>
            <a:ext cx="1409700" cy="6381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xmlns="" id="{94EE2CFD-53B9-4D1A-967E-E331D40C082C}"/>
              </a:ext>
            </a:extLst>
          </p:cNvPr>
          <p:cNvSpPr txBox="1"/>
          <p:nvPr/>
        </p:nvSpPr>
        <p:spPr>
          <a:xfrm>
            <a:off x="1302736" y="1035592"/>
            <a:ext cx="6096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600" b="1" i="1" dirty="0" smtClean="0">
                <a:solidFill>
                  <a:srgbClr val="C00000"/>
                </a:solidFill>
                <a:latin typeface="Cambria" pitchFamily="18" charset="0"/>
                <a:cs typeface="Calibri" panose="020F0502020204030204" pitchFamily="34" charset="0"/>
              </a:rPr>
              <a:t>Calcul</a:t>
            </a:r>
            <a:endParaRPr lang="x-none" sz="2600" dirty="0">
              <a:latin typeface="Cambria" pitchFamily="18" charset="0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xmlns="" id="{0B84E9AD-4BA1-46C6-A39D-4C5EC7FFB9B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43323" y="5728208"/>
            <a:ext cx="1143000" cy="885825"/>
          </a:xfrm>
          <a:prstGeom prst="rect">
            <a:avLst/>
          </a:prstGeom>
        </p:spPr>
      </p:pic>
      <p:sp>
        <p:nvSpPr>
          <p:cNvPr id="20" name="AutoShape 3">
            <a:extLst>
              <a:ext uri="{FF2B5EF4-FFF2-40B4-BE49-F238E27FC236}">
                <a16:creationId xmlns:a16="http://schemas.microsoft.com/office/drawing/2014/main" xmlns="" id="{B0A1B6E3-8856-4E1C-9984-AEBEA925E77B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14742" y="1710939"/>
            <a:ext cx="208112" cy="207194"/>
          </a:xfrm>
          <a:prstGeom prst="triangle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12700">
            <a:solidFill>
              <a:srgbClr val="666666"/>
            </a:solidFill>
            <a:miter lim="800000"/>
            <a:headEnd/>
            <a:tailEnd/>
          </a:ln>
          <a:effectLst>
            <a:outerShdw dist="28398" dir="3806097" algn="ctr" rotWithShape="0">
              <a:srgbClr val="7F7F7F">
                <a:alpha val="50000"/>
              </a:srgb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AutoShape 3">
            <a:extLst>
              <a:ext uri="{FF2B5EF4-FFF2-40B4-BE49-F238E27FC236}">
                <a16:creationId xmlns:a16="http://schemas.microsoft.com/office/drawing/2014/main" xmlns="" id="{798A3F8F-2D6A-4022-8B8E-500D241CEE7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83099" y="3325403"/>
            <a:ext cx="208112" cy="207194"/>
          </a:xfrm>
          <a:prstGeom prst="triangle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12700">
            <a:solidFill>
              <a:srgbClr val="666666"/>
            </a:solidFill>
            <a:miter lim="800000"/>
            <a:headEnd/>
            <a:tailEnd/>
          </a:ln>
          <a:effectLst>
            <a:outerShdw dist="28398" dir="3806097" algn="ctr" rotWithShape="0">
              <a:srgbClr val="7F7F7F">
                <a:alpha val="50000"/>
              </a:srgb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53915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6857E263-7C3D-491A-A2E3-EACB0C6E12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251158" y="2269712"/>
            <a:ext cx="7918327" cy="456152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192DFAB-1E52-4D32-8D17-B4C6A446889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2515" y="6273265"/>
            <a:ext cx="350400" cy="584735"/>
          </a:xfrm>
        </p:spPr>
        <p:txBody>
          <a:bodyPr/>
          <a:lstStyle/>
          <a:p>
            <a:fld id="{00000000-1234-1234-1234-123412341234}" type="slidenum">
              <a:rPr lang="fr-FR" smtClean="0"/>
              <a:pPr/>
              <a:t>28</a:t>
            </a:fld>
            <a:endParaRPr lang="fr-FR" dirty="0"/>
          </a:p>
        </p:txBody>
      </p:sp>
      <p:sp>
        <p:nvSpPr>
          <p:cNvPr id="5" name="Titre 2">
            <a:extLst>
              <a:ext uri="{FF2B5EF4-FFF2-40B4-BE49-F238E27FC236}">
                <a16:creationId xmlns:a16="http://schemas.microsoft.com/office/drawing/2014/main" xmlns="" id="{A95B7DE5-9E2C-418E-A4A0-5908A1BDA78D}"/>
              </a:ext>
            </a:extLst>
          </p:cNvPr>
          <p:cNvSpPr txBox="1">
            <a:spLocks/>
          </p:cNvSpPr>
          <p:nvPr/>
        </p:nvSpPr>
        <p:spPr>
          <a:xfrm>
            <a:off x="1319131" y="488973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b="1" i="1" dirty="0">
                <a:latin typeface="Cambria" pitchFamily="18" charset="0"/>
                <a:cs typeface="Calibri" panose="020F0502020204030204" pitchFamily="34" charset="0"/>
              </a:rPr>
              <a:t>Adresse hôte</a:t>
            </a:r>
            <a:endParaRPr lang="x-none" sz="2800" b="1" i="1" dirty="0">
              <a:latin typeface="Cambria" pitchFamily="18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92FCB4E6-1510-4691-A9F4-295D8E5AA30B}"/>
              </a:ext>
            </a:extLst>
          </p:cNvPr>
          <p:cNvSpPr txBox="1"/>
          <p:nvPr/>
        </p:nvSpPr>
        <p:spPr>
          <a:xfrm>
            <a:off x="597728" y="1480850"/>
            <a:ext cx="10996543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2200" b="1" i="0" dirty="0">
                <a:solidFill>
                  <a:srgbClr val="C00000"/>
                </a:solidFill>
                <a:effectLst/>
                <a:latin typeface="Cambria" pitchFamily="18" charset="0"/>
                <a:cs typeface="Calibri" panose="020F0502020204030204" pitchFamily="34" charset="0"/>
              </a:rPr>
              <a:t>Les adresses hôtes </a:t>
            </a:r>
            <a:r>
              <a:rPr lang="fr-FR" sz="2200" b="0" i="0" dirty="0">
                <a:effectLst/>
                <a:latin typeface="Cambria" pitchFamily="18" charset="0"/>
                <a:cs typeface="Calibri" panose="020F0502020204030204" pitchFamily="34" charset="0"/>
              </a:rPr>
              <a:t>sont des adresses qui peuvent être affectées à un périphérique tel qu'un ordinateur hôte, un ordinateur portable, un téléphone intelligent, une caméra Web, une imprimante, un routeur, etc. </a:t>
            </a:r>
            <a:endParaRPr lang="x-none" sz="2200" dirty="0">
              <a:latin typeface="Cambria" pitchFamily="18" charset="0"/>
              <a:cs typeface="Calibri" panose="020F050202020403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D608AB32-9AB4-4916-9323-F20132387306}"/>
              </a:ext>
            </a:extLst>
          </p:cNvPr>
          <p:cNvSpPr/>
          <p:nvPr/>
        </p:nvSpPr>
        <p:spPr>
          <a:xfrm>
            <a:off x="7956876" y="5441318"/>
            <a:ext cx="1091022" cy="1293662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5" name="AutoShape 2">
            <a:extLst>
              <a:ext uri="{FF2B5EF4-FFF2-40B4-BE49-F238E27FC236}">
                <a16:creationId xmlns:a16="http://schemas.microsoft.com/office/drawing/2014/main" xmlns="" id="{A9973199-F2BF-4CC5-8CC6-A2878C7D3A9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x-none"/>
          </a:p>
        </p:txBody>
      </p:sp>
      <p:sp>
        <p:nvSpPr>
          <p:cNvPr id="16" name="AutoShape 4">
            <a:extLst>
              <a:ext uri="{FF2B5EF4-FFF2-40B4-BE49-F238E27FC236}">
                <a16:creationId xmlns:a16="http://schemas.microsoft.com/office/drawing/2014/main" xmlns="" id="{56798E7F-C73D-4CE5-B610-32BA7A4C330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x-none"/>
          </a:p>
        </p:txBody>
      </p:sp>
      <p:pic>
        <p:nvPicPr>
          <p:cNvPr id="1034" name="Picture 10">
            <a:extLst>
              <a:ext uri="{FF2B5EF4-FFF2-40B4-BE49-F238E27FC236}">
                <a16:creationId xmlns:a16="http://schemas.microsoft.com/office/drawing/2014/main" xmlns="" id="{B7DF7E38-06A1-4392-89BD-FA5B6A0863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7949" y="2910940"/>
            <a:ext cx="4448175" cy="3362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4221625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2305D30-83F9-43BF-9D4D-D0291471A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5928" y="6273265"/>
            <a:ext cx="350400" cy="584735"/>
          </a:xfrm>
        </p:spPr>
        <p:txBody>
          <a:bodyPr/>
          <a:lstStyle/>
          <a:p>
            <a:fld id="{194EA0E9-6AA5-4C72-ADD8-CBD3FCBC5038}" type="slidenum">
              <a:rPr lang="fr-FR" smtClean="0"/>
              <a:pPr/>
              <a:t>29</a:t>
            </a:fld>
            <a:endParaRPr lang="fr-FR" dirty="0"/>
          </a:p>
        </p:txBody>
      </p:sp>
      <p:sp>
        <p:nvSpPr>
          <p:cNvPr id="9" name="Titre 2">
            <a:extLst>
              <a:ext uri="{FF2B5EF4-FFF2-40B4-BE49-F238E27FC236}">
                <a16:creationId xmlns:a16="http://schemas.microsoft.com/office/drawing/2014/main" xmlns="" id="{116D3EF2-FA73-4DB9-8E7D-FB0CE367E895}"/>
              </a:ext>
            </a:extLst>
          </p:cNvPr>
          <p:cNvSpPr txBox="1">
            <a:spLocks/>
          </p:cNvSpPr>
          <p:nvPr/>
        </p:nvSpPr>
        <p:spPr>
          <a:xfrm>
            <a:off x="1319131" y="488973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b="1" i="1" dirty="0">
                <a:latin typeface="Cambria" pitchFamily="18" charset="0"/>
                <a:cs typeface="Calibri" panose="020F0502020204030204" pitchFamily="34" charset="0"/>
              </a:rPr>
              <a:t>Adresse de diffusion</a:t>
            </a:r>
            <a:endParaRPr lang="x-none" sz="2800" b="1" i="1" dirty="0">
              <a:latin typeface="Cambria" pitchFamily="18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0EB78E74-CCA1-421B-A80E-F28E0AEEA8E0}"/>
              </a:ext>
            </a:extLst>
          </p:cNvPr>
          <p:cNvSpPr txBox="1"/>
          <p:nvPr/>
        </p:nvSpPr>
        <p:spPr>
          <a:xfrm>
            <a:off x="819150" y="1429815"/>
            <a:ext cx="1101557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200" b="1" i="0" dirty="0">
                <a:solidFill>
                  <a:srgbClr val="C00000"/>
                </a:solidFill>
                <a:effectLst/>
                <a:latin typeface="Cambria" pitchFamily="18" charset="0"/>
                <a:cs typeface="Calibri" panose="020F0502020204030204" pitchFamily="34" charset="0"/>
              </a:rPr>
              <a:t>Une adresse de diffusion </a:t>
            </a:r>
            <a:r>
              <a:rPr lang="fr-FR" sz="2200" b="0" i="0" dirty="0">
                <a:effectLst/>
                <a:latin typeface="Cambria" pitchFamily="18" charset="0"/>
                <a:cs typeface="Calibri" panose="020F0502020204030204" pitchFamily="34" charset="0"/>
              </a:rPr>
              <a:t>est une adresse qui est utilisée lorsqu'elle est nécessaire pour atteindre tous les périphériques du réseau IPv4. </a:t>
            </a:r>
            <a:endParaRPr lang="x-none" sz="2200" dirty="0">
              <a:latin typeface="Cambria" pitchFamily="18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4E37A33A-7C5F-4E81-A34E-30949B074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651" y="2347956"/>
            <a:ext cx="7564998" cy="432285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49B7AD64-EA52-4A9E-BEE9-683334D8E8C6}"/>
              </a:ext>
            </a:extLst>
          </p:cNvPr>
          <p:cNvSpPr txBox="1"/>
          <p:nvPr/>
        </p:nvSpPr>
        <p:spPr>
          <a:xfrm>
            <a:off x="8405379" y="2837882"/>
            <a:ext cx="3429349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2200" i="0" dirty="0">
                <a:effectLst/>
                <a:latin typeface="Cambria" pitchFamily="18" charset="0"/>
                <a:cs typeface="Calibri" panose="020F0502020204030204" pitchFamily="34" charset="0"/>
              </a:rPr>
              <a:t>L'adresse de diffusion réseau a tous </a:t>
            </a:r>
            <a:r>
              <a:rPr lang="fr-FR" sz="2200" i="0" dirty="0" smtClean="0">
                <a:effectLst/>
                <a:latin typeface="Cambria" pitchFamily="18" charset="0"/>
                <a:cs typeface="Calibri" panose="020F0502020204030204" pitchFamily="34" charset="0"/>
              </a:rPr>
              <a:t>les bits </a:t>
            </a:r>
            <a:r>
              <a:rPr lang="fr-FR" sz="2200" i="0" dirty="0">
                <a:effectLst/>
                <a:latin typeface="Cambria" pitchFamily="18" charset="0"/>
                <a:cs typeface="Calibri" panose="020F0502020204030204" pitchFamily="34" charset="0"/>
              </a:rPr>
              <a:t>dans la partie </a:t>
            </a:r>
            <a:r>
              <a:rPr lang="fr-FR" sz="2200" i="0" dirty="0" smtClean="0">
                <a:effectLst/>
                <a:latin typeface="Cambria" pitchFamily="18" charset="0"/>
                <a:cs typeface="Calibri" panose="020F0502020204030204" pitchFamily="34" charset="0"/>
              </a:rPr>
              <a:t>hôte à 1.</a:t>
            </a:r>
            <a:endParaRPr lang="x-none" sz="2200" dirty="0">
              <a:latin typeface="Cambria" pitchFamily="18" charset="0"/>
              <a:cs typeface="Calibri" panose="020F050202020403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F4B5C415-8E5E-4863-A302-DA75C336ED18}"/>
              </a:ext>
            </a:extLst>
          </p:cNvPr>
          <p:cNvSpPr/>
          <p:nvPr/>
        </p:nvSpPr>
        <p:spPr>
          <a:xfrm>
            <a:off x="3866553" y="5651136"/>
            <a:ext cx="933781" cy="971550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2" name="AutoShape 3">
            <a:extLst>
              <a:ext uri="{FF2B5EF4-FFF2-40B4-BE49-F238E27FC236}">
                <a16:creationId xmlns:a16="http://schemas.microsoft.com/office/drawing/2014/main" xmlns="" id="{DD1D4134-7EF0-40E8-A83E-9EE59D97C6EA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165642" y="2956765"/>
            <a:ext cx="208112" cy="207194"/>
          </a:xfrm>
          <a:prstGeom prst="triangle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12700">
            <a:solidFill>
              <a:srgbClr val="666666"/>
            </a:solidFill>
            <a:miter lim="800000"/>
            <a:headEnd/>
            <a:tailEnd/>
          </a:ln>
          <a:effectLst>
            <a:outerShdw dist="28398" dir="3806097" algn="ctr" rotWithShape="0">
              <a:srgbClr val="7F7F7F">
                <a:alpha val="50000"/>
              </a:srgb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3228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C642A335-92FD-4402-B93A-4916A394F6F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-14779" y="6273265"/>
            <a:ext cx="350400" cy="584735"/>
          </a:xfrm>
        </p:spPr>
        <p:txBody>
          <a:bodyPr/>
          <a:lstStyle/>
          <a:p>
            <a:fld id="{00000000-1234-1234-1234-123412341234}" type="slidenum">
              <a:rPr lang="fr-FR" smtClean="0"/>
              <a:pPr/>
              <a:t>30</a:t>
            </a:fld>
            <a:endParaRPr lang="fr-FR" dirty="0"/>
          </a:p>
        </p:txBody>
      </p:sp>
      <p:sp>
        <p:nvSpPr>
          <p:cNvPr id="8" name="Titre 2">
            <a:extLst>
              <a:ext uri="{FF2B5EF4-FFF2-40B4-BE49-F238E27FC236}">
                <a16:creationId xmlns:a16="http://schemas.microsoft.com/office/drawing/2014/main" xmlns="" id="{A235725E-1D6E-47AF-81BD-2647B1C5ABF3}"/>
              </a:ext>
            </a:extLst>
          </p:cNvPr>
          <p:cNvSpPr txBox="1">
            <a:spLocks/>
          </p:cNvSpPr>
          <p:nvPr/>
        </p:nvSpPr>
        <p:spPr>
          <a:xfrm>
            <a:off x="1302736" y="488973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b="1" i="1" dirty="0" smtClean="0">
                <a:latin typeface="Cambria" pitchFamily="18" charset="0"/>
                <a:cs typeface="Calibri" panose="020F0502020204030204" pitchFamily="34" charset="0"/>
              </a:rPr>
              <a:t>Types </a:t>
            </a:r>
            <a:r>
              <a:rPr lang="fr-FR" b="1" i="1" dirty="0">
                <a:latin typeface="Cambria" pitchFamily="18" charset="0"/>
                <a:cs typeface="Calibri" panose="020F0502020204030204" pitchFamily="34" charset="0"/>
              </a:rPr>
              <a:t>d’adresses </a:t>
            </a:r>
            <a:r>
              <a:rPr lang="fr-FR" b="1" i="1" dirty="0" smtClean="0">
                <a:latin typeface="Cambria" pitchFamily="18" charset="0"/>
                <a:cs typeface="Calibri" panose="020F0502020204030204" pitchFamily="34" charset="0"/>
              </a:rPr>
              <a:t>IPv4 (1/3)</a:t>
            </a:r>
            <a:endParaRPr lang="x-none" sz="2800" b="1" i="1" dirty="0">
              <a:latin typeface="Cambria" pitchFamily="18" charset="0"/>
              <a:cs typeface="Calibri" panose="020F0502020204030204" pitchFamily="34" charset="0"/>
            </a:endParaRPr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xmlns="" id="{E4202924-E39E-48DA-ABC9-709506152125}"/>
              </a:ext>
            </a:extLst>
          </p:cNvPr>
          <p:cNvSpPr txBox="1">
            <a:spLocks/>
          </p:cNvSpPr>
          <p:nvPr/>
        </p:nvSpPr>
        <p:spPr>
          <a:xfrm>
            <a:off x="1139103" y="1993439"/>
            <a:ext cx="9802165" cy="18009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Wingdings" panose="05000000000000000000" pitchFamily="2" charset="2"/>
              <a:buChar char="§"/>
              <a:defRPr sz="24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71500" lvl="1" indent="0" algn="just">
              <a:buNone/>
            </a:pPr>
            <a:r>
              <a:rPr lang="fr-FR" sz="2200" b="1" kern="0" dirty="0">
                <a:solidFill>
                  <a:schemeClr val="accent5">
                    <a:lumMod val="50000"/>
                  </a:schemeClr>
                </a:solidFill>
                <a:latin typeface="Cambria" pitchFamily="18" charset="0"/>
                <a:cs typeface="Calibri" panose="020F0502020204030204" pitchFamily="34" charset="0"/>
              </a:rPr>
              <a:t>Les adresses IPv4 publiques : </a:t>
            </a:r>
          </a:p>
          <a:p>
            <a:pPr lvl="1" algn="just"/>
            <a:r>
              <a:rPr lang="fr-FR" sz="2400" kern="0" dirty="0" smtClean="0">
                <a:latin typeface="Cambria" pitchFamily="18" charset="0"/>
                <a:cs typeface="Calibri" panose="020F0502020204030204" pitchFamily="34" charset="0"/>
              </a:rPr>
              <a:t>Uniques, payantes et sont </a:t>
            </a:r>
            <a:r>
              <a:rPr lang="fr-FR" sz="2400" kern="0" dirty="0">
                <a:latin typeface="Cambria" pitchFamily="18" charset="0"/>
                <a:cs typeface="Calibri" panose="020F0502020204030204" pitchFamily="34" charset="0"/>
              </a:rPr>
              <a:t>acheminées globalement entre les routeurs des FAI (fournisseurs d'accès à Internet).</a:t>
            </a:r>
            <a:endParaRPr lang="fr-FR" sz="2200" kern="0" dirty="0">
              <a:latin typeface="Cambria" pitchFamily="18" charset="0"/>
              <a:cs typeface="Calibri" panose="020F0502020204030204" pitchFamily="34" charset="0"/>
            </a:endParaRPr>
          </a:p>
          <a:p>
            <a:pPr marL="457200" lvl="1" indent="0" algn="just">
              <a:buFont typeface="Arial"/>
              <a:buNone/>
            </a:pPr>
            <a:r>
              <a:rPr lang="fr-FR" sz="2200" kern="0" dirty="0">
                <a:latin typeface="Cambria" pitchFamily="18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F6B0C10A-20CA-4DAE-8132-AA362F362ACB}"/>
              </a:ext>
            </a:extLst>
          </p:cNvPr>
          <p:cNvSpPr txBox="1"/>
          <p:nvPr/>
        </p:nvSpPr>
        <p:spPr>
          <a:xfrm>
            <a:off x="1150883" y="3633052"/>
            <a:ext cx="10455027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/>
            <a:r>
              <a:rPr lang="fr-FR" sz="2200" b="1" kern="0" dirty="0">
                <a:solidFill>
                  <a:schemeClr val="accent5">
                    <a:lumMod val="50000"/>
                  </a:schemeClr>
                </a:solidFill>
                <a:latin typeface="Cambria" pitchFamily="18" charset="0"/>
                <a:cs typeface="Calibri" panose="020F0502020204030204" pitchFamily="34" charset="0"/>
              </a:rPr>
              <a:t>Les adresses IPv4 privées :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fr-FR" sz="2200" kern="0" dirty="0" smtClean="0">
                <a:latin typeface="Cambria" pitchFamily="18" charset="0"/>
                <a:cs typeface="Calibri" panose="020F0502020204030204" pitchFamily="34" charset="0"/>
              </a:rPr>
              <a:t>Gratuites mais </a:t>
            </a:r>
            <a:r>
              <a:rPr lang="fr-FR" sz="2200" kern="0" dirty="0" smtClean="0">
                <a:latin typeface="Cambria" pitchFamily="18" charset="0"/>
                <a:cs typeface="Calibri" panose="020F0502020204030204" pitchFamily="34" charset="0"/>
              </a:rPr>
              <a:t>ne </a:t>
            </a:r>
            <a:r>
              <a:rPr lang="fr-FR" sz="2200" kern="0" dirty="0">
                <a:latin typeface="Cambria" pitchFamily="18" charset="0"/>
                <a:cs typeface="Calibri" panose="020F0502020204030204" pitchFamily="34" charset="0"/>
              </a:rPr>
              <a:t>sont pas uniques et peuvent être utilisées par n'importe quel réseau interne.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endParaRPr lang="fr-FR" sz="2200" kern="0" dirty="0">
              <a:latin typeface="Cambria" pitchFamily="18" charset="0"/>
              <a:cs typeface="Calibri" panose="020F0502020204030204" pitchFamily="34" charset="0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fr-FR" sz="2200" kern="0" dirty="0">
                <a:latin typeface="Cambria" pitchFamily="18" charset="0"/>
                <a:cs typeface="Calibri" panose="020F0502020204030204" pitchFamily="34" charset="0"/>
              </a:rPr>
              <a:t>ces adresses ne sont pas routables sur le réseau </a:t>
            </a:r>
            <a:r>
              <a:rPr lang="fr-FR" sz="2200" kern="0" dirty="0" smtClean="0">
                <a:latin typeface="Cambria" pitchFamily="18" charset="0"/>
                <a:cs typeface="Calibri" panose="020F0502020204030204" pitchFamily="34" charset="0"/>
              </a:rPr>
              <a:t>Internet.</a:t>
            </a:r>
            <a:endParaRPr lang="fr-FR" sz="2200" kern="0" dirty="0">
              <a:latin typeface="Cambria" pitchFamily="18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646D9BBC-E432-4BEE-9C5B-E9E6A71E088A}"/>
              </a:ext>
            </a:extLst>
          </p:cNvPr>
          <p:cNvSpPr txBox="1"/>
          <p:nvPr/>
        </p:nvSpPr>
        <p:spPr>
          <a:xfrm>
            <a:off x="1210427" y="1470637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indent="0" algn="just">
              <a:buNone/>
            </a:pPr>
            <a:r>
              <a:rPr lang="fr-FR" sz="2200" kern="0" dirty="0">
                <a:latin typeface="Cambria" pitchFamily="18" charset="0"/>
                <a:cs typeface="Calibri" panose="020F0502020204030204" pitchFamily="34" charset="0"/>
              </a:rPr>
              <a:t>Il existe deux types d’adresses IPv4 :</a:t>
            </a:r>
          </a:p>
        </p:txBody>
      </p:sp>
    </p:spTree>
    <p:extLst>
      <p:ext uri="{BB962C8B-B14F-4D97-AF65-F5344CB8AC3E}">
        <p14:creationId xmlns:p14="http://schemas.microsoft.com/office/powerpoint/2010/main" xmlns="" val="12845029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88FB9DD-E87B-430D-9793-7FCFE055C37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818336" y="6428956"/>
            <a:ext cx="350400" cy="584735"/>
          </a:xfrm>
        </p:spPr>
        <p:txBody>
          <a:bodyPr/>
          <a:lstStyle/>
          <a:p>
            <a:fld id="{00000000-1234-1234-1234-123412341234}" type="slidenum">
              <a:rPr lang="fr-FR" smtClean="0"/>
              <a:pPr/>
              <a:t>31</a:t>
            </a:fld>
            <a:endParaRPr lang="fr-FR" dirty="0"/>
          </a:p>
        </p:txBody>
      </p:sp>
      <p:sp>
        <p:nvSpPr>
          <p:cNvPr id="5" name="Titre 2">
            <a:extLst>
              <a:ext uri="{FF2B5EF4-FFF2-40B4-BE49-F238E27FC236}">
                <a16:creationId xmlns:a16="http://schemas.microsoft.com/office/drawing/2014/main" xmlns="" id="{7C1D6A29-0C4C-4F89-B9B8-1E29893D87A3}"/>
              </a:ext>
            </a:extLst>
          </p:cNvPr>
          <p:cNvSpPr txBox="1">
            <a:spLocks/>
          </p:cNvSpPr>
          <p:nvPr/>
        </p:nvSpPr>
        <p:spPr>
          <a:xfrm>
            <a:off x="1302736" y="488973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b="1" i="1" dirty="0" smtClean="0">
                <a:latin typeface="Cambria" pitchFamily="18" charset="0"/>
                <a:cs typeface="Calibri" panose="020F0502020204030204" pitchFamily="34" charset="0"/>
              </a:rPr>
              <a:t>Types </a:t>
            </a:r>
            <a:r>
              <a:rPr lang="fr-FR" b="1" i="1" dirty="0">
                <a:latin typeface="Cambria" pitchFamily="18" charset="0"/>
                <a:cs typeface="Calibri" panose="020F0502020204030204" pitchFamily="34" charset="0"/>
              </a:rPr>
              <a:t>d’adresses </a:t>
            </a:r>
            <a:r>
              <a:rPr lang="fr-FR" b="1" i="1" dirty="0" smtClean="0">
                <a:latin typeface="Cambria" pitchFamily="18" charset="0"/>
                <a:cs typeface="Calibri" panose="020F0502020204030204" pitchFamily="34" charset="0"/>
              </a:rPr>
              <a:t>IPv4 (2/3)</a:t>
            </a:r>
            <a:endParaRPr lang="x-none" sz="2800" b="1" i="1" dirty="0">
              <a:latin typeface="Cambria" pitchFamily="18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E9773389-6665-4EE7-BCB3-F5ECBD5E55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74255" y="2951369"/>
            <a:ext cx="6014042" cy="341765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410AB560-C12C-4742-8A29-54E8733CB807}"/>
              </a:ext>
            </a:extLst>
          </p:cNvPr>
          <p:cNvSpPr txBox="1"/>
          <p:nvPr/>
        </p:nvSpPr>
        <p:spPr>
          <a:xfrm>
            <a:off x="838188" y="1689933"/>
            <a:ext cx="105156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200" b="1" i="1" dirty="0">
                <a:solidFill>
                  <a:srgbClr val="C00000"/>
                </a:solidFill>
                <a:effectLst/>
                <a:latin typeface="Cambria" pitchFamily="18" charset="0"/>
                <a:cs typeface="Calibri" panose="020F0502020204030204" pitchFamily="34" charset="0"/>
              </a:rPr>
              <a:t>Les adresses privées </a:t>
            </a:r>
            <a:r>
              <a:rPr lang="fr-FR" sz="2200" b="0" i="0" dirty="0">
                <a:effectLst/>
                <a:latin typeface="Cambria" pitchFamily="18" charset="0"/>
                <a:cs typeface="Calibri" panose="020F0502020204030204" pitchFamily="34" charset="0"/>
              </a:rPr>
              <a:t>sont définies dans RFC 1918 et parfois appelées espace d'adressage RFC 1918.</a:t>
            </a:r>
            <a:endParaRPr lang="x-none" sz="2200" dirty="0">
              <a:latin typeface="Cambria" pitchFamily="18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32AFB4B3-6F68-452B-9BE7-A7D7728AA256}"/>
              </a:ext>
            </a:extLst>
          </p:cNvPr>
          <p:cNvSpPr txBox="1"/>
          <p:nvPr/>
        </p:nvSpPr>
        <p:spPr>
          <a:xfrm>
            <a:off x="1302736" y="1035592"/>
            <a:ext cx="6096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600" b="1" i="1" kern="0" dirty="0">
                <a:solidFill>
                  <a:srgbClr val="C00000"/>
                </a:solidFill>
                <a:latin typeface="Cambria" pitchFamily="18" charset="0"/>
                <a:cs typeface="Calibri" panose="020F0502020204030204" pitchFamily="34" charset="0"/>
              </a:rPr>
              <a:t>Les adresses IPv4 privées</a:t>
            </a:r>
            <a:endParaRPr lang="x-none" sz="2600" i="1" dirty="0">
              <a:solidFill>
                <a:srgbClr val="C00000"/>
              </a:solidFill>
              <a:latin typeface="Cambria" pitchFamily="18" charset="0"/>
            </a:endParaRPr>
          </a:p>
        </p:txBody>
      </p:sp>
      <p:pic>
        <p:nvPicPr>
          <p:cNvPr id="16386" name="Picture 2">
            <a:extLst>
              <a:ext uri="{FF2B5EF4-FFF2-40B4-BE49-F238E27FC236}">
                <a16:creationId xmlns:a16="http://schemas.microsoft.com/office/drawing/2014/main" xmlns="" id="{2C009521-F044-4882-9B0B-6FBB54A9D2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806173" y="2951369"/>
            <a:ext cx="5012163" cy="3417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264494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15F7E06C-83FD-4934-81C4-14ADBB2C63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7016" y="4921357"/>
            <a:ext cx="4220817" cy="159500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F790B457-3EEA-463D-9199-2EFE8791EF1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fr-FR" smtClean="0"/>
              <a:pPr/>
              <a:t>32</a:t>
            </a:fld>
            <a:endParaRPr lang="fr-FR" dirty="0"/>
          </a:p>
        </p:txBody>
      </p:sp>
      <p:sp>
        <p:nvSpPr>
          <p:cNvPr id="5" name="Titre 2">
            <a:extLst>
              <a:ext uri="{FF2B5EF4-FFF2-40B4-BE49-F238E27FC236}">
                <a16:creationId xmlns:a16="http://schemas.microsoft.com/office/drawing/2014/main" xmlns="" id="{C1CBE0C3-E716-4E2D-A35A-6F49A0DB79AD}"/>
              </a:ext>
            </a:extLst>
          </p:cNvPr>
          <p:cNvSpPr txBox="1">
            <a:spLocks/>
          </p:cNvSpPr>
          <p:nvPr/>
        </p:nvSpPr>
        <p:spPr>
          <a:xfrm>
            <a:off x="1302736" y="488973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b="1" i="1" dirty="0" smtClean="0">
                <a:latin typeface="Cambria" pitchFamily="18" charset="0"/>
                <a:cs typeface="Calibri" panose="020F0502020204030204" pitchFamily="34" charset="0"/>
              </a:rPr>
              <a:t>Types </a:t>
            </a:r>
            <a:r>
              <a:rPr lang="fr-FR" b="1" i="1" dirty="0">
                <a:latin typeface="Cambria" pitchFamily="18" charset="0"/>
                <a:cs typeface="Calibri" panose="020F0502020204030204" pitchFamily="34" charset="0"/>
              </a:rPr>
              <a:t>d’adresses </a:t>
            </a:r>
            <a:r>
              <a:rPr lang="fr-FR" b="1" i="1" dirty="0" smtClean="0">
                <a:latin typeface="Cambria" pitchFamily="18" charset="0"/>
                <a:cs typeface="Calibri" panose="020F0502020204030204" pitchFamily="34" charset="0"/>
              </a:rPr>
              <a:t>IPv4 (3/3)</a:t>
            </a:r>
            <a:endParaRPr lang="x-none" sz="2800" b="1" i="1" dirty="0">
              <a:latin typeface="Cambria" pitchFamily="18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21D1B98A-468F-4C5B-8FD5-66767EB8C841}"/>
              </a:ext>
            </a:extLst>
          </p:cNvPr>
          <p:cNvSpPr txBox="1"/>
          <p:nvPr/>
        </p:nvSpPr>
        <p:spPr>
          <a:xfrm>
            <a:off x="1302736" y="1035592"/>
            <a:ext cx="6096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600" b="1" i="1" dirty="0">
                <a:solidFill>
                  <a:srgbClr val="C00000"/>
                </a:solidFill>
                <a:latin typeface="Cambria" pitchFamily="18" charset="0"/>
                <a:cs typeface="Calibri" panose="020F0502020204030204" pitchFamily="34" charset="0"/>
              </a:rPr>
              <a:t>Adresses IPv4 spécifiques</a:t>
            </a:r>
            <a:endParaRPr lang="x-none" sz="2600" b="1" i="1" dirty="0">
              <a:solidFill>
                <a:srgbClr val="C00000"/>
              </a:solidFill>
              <a:latin typeface="Cambria" pitchFamily="18" charset="0"/>
              <a:cs typeface="Calibri" panose="020F0502020204030204" pitchFamily="34" charset="0"/>
            </a:endParaRPr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xmlns="" id="{78DE1840-C4F7-4D21-8301-BD4A892ADAD7}"/>
              </a:ext>
            </a:extLst>
          </p:cNvPr>
          <p:cNvSpPr txBox="1">
            <a:spLocks/>
          </p:cNvSpPr>
          <p:nvPr/>
        </p:nvSpPr>
        <p:spPr>
          <a:xfrm>
            <a:off x="421790" y="5031400"/>
            <a:ext cx="6217001" cy="3599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Wingdings" panose="05000000000000000000" pitchFamily="2" charset="2"/>
              <a:buChar char="§"/>
              <a:defRPr sz="24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just">
              <a:buNone/>
            </a:pPr>
            <a:r>
              <a:rPr lang="fr-FR" sz="2200" b="1" i="1" kern="0" dirty="0">
                <a:solidFill>
                  <a:schemeClr val="accent5">
                    <a:lumMod val="50000"/>
                  </a:schemeClr>
                </a:solidFill>
                <a:latin typeface="Cambria" pitchFamily="18" charset="0"/>
                <a:cs typeface="Calibri" panose="020F0502020204030204" pitchFamily="34" charset="0"/>
              </a:rPr>
              <a:t>Adresses TEST-NET </a:t>
            </a:r>
            <a:r>
              <a:rPr lang="fr-FR" sz="2200" b="1" i="1" kern="0" dirty="0" smtClean="0">
                <a:solidFill>
                  <a:schemeClr val="accent5">
                    <a:lumMod val="50000"/>
                  </a:schemeClr>
                </a:solidFill>
                <a:latin typeface="Cambria" pitchFamily="18" charset="0"/>
                <a:cs typeface="Calibri" panose="020F0502020204030204" pitchFamily="34" charset="0"/>
              </a:rPr>
              <a:t>(192.0.2.1</a:t>
            </a:r>
            <a:r>
              <a:rPr lang="fr-FR" sz="2200" b="1" i="1" kern="0" dirty="0" smtClean="0">
                <a:solidFill>
                  <a:schemeClr val="accent5">
                    <a:lumMod val="50000"/>
                  </a:schemeClr>
                </a:solidFill>
                <a:latin typeface="Cambria" pitchFamily="18" charset="0"/>
                <a:cs typeface="Calibri" panose="020F0502020204030204" pitchFamily="34" charset="0"/>
                <a:sym typeface="Wingdings" pitchFamily="2" charset="2"/>
              </a:rPr>
              <a:t></a:t>
            </a:r>
            <a:r>
              <a:rPr lang="fr-FR" sz="2200" b="1" i="1" kern="0" dirty="0" smtClean="0">
                <a:solidFill>
                  <a:schemeClr val="accent5">
                    <a:lumMod val="50000"/>
                  </a:schemeClr>
                </a:solidFill>
                <a:latin typeface="Cambria" pitchFamily="18" charset="0"/>
                <a:cs typeface="Calibri" panose="020F0502020204030204" pitchFamily="34" charset="0"/>
              </a:rPr>
              <a:t>192.0.2.254): </a:t>
            </a:r>
            <a:r>
              <a:rPr lang="fr-FR" sz="2200" kern="0" dirty="0">
                <a:latin typeface="Cambria" pitchFamily="18" charset="0"/>
                <a:cs typeface="Calibri" panose="020F0502020204030204" pitchFamily="34" charset="0"/>
              </a:rPr>
              <a:t>Utilisées pour l'enseignement et l'apprentissage.</a:t>
            </a:r>
          </a:p>
        </p:txBody>
      </p:sp>
      <p:pic>
        <p:nvPicPr>
          <p:cNvPr id="15362" name="Picture 2" descr="Ip adresse 127.0.1.1">
            <a:extLst>
              <a:ext uri="{FF2B5EF4-FFF2-40B4-BE49-F238E27FC236}">
                <a16:creationId xmlns:a16="http://schemas.microsoft.com/office/drawing/2014/main" xmlns="" id="{965330CB-A0F9-4079-8854-44E80B7EE9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609998" y="1528035"/>
            <a:ext cx="3116130" cy="1107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CF7C3280-834D-4594-98CB-5526E8EA3446}"/>
              </a:ext>
            </a:extLst>
          </p:cNvPr>
          <p:cNvSpPr txBox="1"/>
          <p:nvPr/>
        </p:nvSpPr>
        <p:spPr>
          <a:xfrm>
            <a:off x="421790" y="1666836"/>
            <a:ext cx="60960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fr-FR" sz="2200" b="1" i="1" kern="0" dirty="0">
                <a:solidFill>
                  <a:schemeClr val="accent5">
                    <a:lumMod val="50000"/>
                  </a:schemeClr>
                </a:solidFill>
                <a:latin typeface="Cambria" pitchFamily="18" charset="0"/>
                <a:cs typeface="Calibri" panose="020F0502020204030204" pitchFamily="34" charset="0"/>
              </a:rPr>
              <a:t>Adresses de bouclage (</a:t>
            </a:r>
            <a:r>
              <a:rPr lang="fr-FR" sz="2200" b="1" i="1" kern="0" dirty="0" smtClean="0">
                <a:solidFill>
                  <a:schemeClr val="accent5">
                    <a:lumMod val="50000"/>
                  </a:schemeClr>
                </a:solidFill>
                <a:latin typeface="Cambria" pitchFamily="18" charset="0"/>
                <a:cs typeface="Calibri" panose="020F0502020204030204" pitchFamily="34" charset="0"/>
              </a:rPr>
              <a:t>127.0.0.1</a:t>
            </a:r>
            <a:r>
              <a:rPr lang="fr-FR" sz="2200" b="1" i="1" kern="0" dirty="0" smtClean="0">
                <a:solidFill>
                  <a:schemeClr val="accent5">
                    <a:lumMod val="50000"/>
                  </a:schemeClr>
                </a:solidFill>
                <a:latin typeface="Cambria" pitchFamily="18" charset="0"/>
                <a:cs typeface="Calibri" panose="020F0502020204030204" pitchFamily="34" charset="0"/>
                <a:sym typeface="Wingdings" pitchFamily="2" charset="2"/>
              </a:rPr>
              <a:t> </a:t>
            </a:r>
            <a:r>
              <a:rPr lang="fr-FR" sz="2200" b="1" i="1" kern="0" dirty="0" smtClean="0">
                <a:solidFill>
                  <a:schemeClr val="accent5">
                    <a:lumMod val="50000"/>
                  </a:schemeClr>
                </a:solidFill>
                <a:latin typeface="Cambria" pitchFamily="18" charset="0"/>
                <a:cs typeface="Calibri" panose="020F0502020204030204" pitchFamily="34" charset="0"/>
              </a:rPr>
              <a:t>127.255.255.254): </a:t>
            </a:r>
            <a:r>
              <a:rPr lang="fr-FR" sz="2200" kern="0" dirty="0">
                <a:latin typeface="Cambria" pitchFamily="18" charset="0"/>
                <a:cs typeface="Calibri" panose="020F0502020204030204" pitchFamily="34" charset="0"/>
              </a:rPr>
              <a:t>Utilisées sur un hôte pour tester si la configuration TCP/IP est opérationnelle.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6B23885B-8308-42D3-A625-D3CBFFE97CC7}"/>
              </a:ext>
            </a:extLst>
          </p:cNvPr>
          <p:cNvSpPr txBox="1"/>
          <p:nvPr/>
        </p:nvSpPr>
        <p:spPr>
          <a:xfrm>
            <a:off x="421790" y="3098068"/>
            <a:ext cx="6412147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fr-FR" sz="2200" b="1" i="1" kern="0" dirty="0">
                <a:solidFill>
                  <a:schemeClr val="accent5">
                    <a:lumMod val="50000"/>
                  </a:schemeClr>
                </a:solidFill>
                <a:latin typeface="Cambria" pitchFamily="18" charset="0"/>
                <a:cs typeface="Calibri" panose="020F0502020204030204" pitchFamily="34" charset="0"/>
              </a:rPr>
              <a:t>Adresses Link-Local (</a:t>
            </a:r>
            <a:r>
              <a:rPr lang="fr-FR" sz="2200" b="1" i="1" kern="0" dirty="0" smtClean="0">
                <a:solidFill>
                  <a:schemeClr val="accent5">
                    <a:lumMod val="50000"/>
                  </a:schemeClr>
                </a:solidFill>
                <a:latin typeface="Cambria" pitchFamily="18" charset="0"/>
                <a:cs typeface="Calibri" panose="020F0502020204030204" pitchFamily="34" charset="0"/>
              </a:rPr>
              <a:t>169.254.0.1</a:t>
            </a:r>
            <a:r>
              <a:rPr lang="fr-FR" sz="2200" b="1" i="1" kern="0" dirty="0" smtClean="0">
                <a:solidFill>
                  <a:schemeClr val="accent5">
                    <a:lumMod val="50000"/>
                  </a:schemeClr>
                </a:solidFill>
                <a:latin typeface="Cambria" pitchFamily="18" charset="0"/>
                <a:cs typeface="Calibri" panose="020F0502020204030204" pitchFamily="34" charset="0"/>
                <a:sym typeface="Wingdings" pitchFamily="2" charset="2"/>
              </a:rPr>
              <a:t></a:t>
            </a:r>
            <a:r>
              <a:rPr lang="fr-FR" sz="2200" b="1" i="1" kern="0" dirty="0" smtClean="0">
                <a:solidFill>
                  <a:schemeClr val="accent5">
                    <a:lumMod val="50000"/>
                  </a:schemeClr>
                </a:solidFill>
                <a:latin typeface="Cambria" pitchFamily="18" charset="0"/>
                <a:cs typeface="Calibri" panose="020F0502020204030204" pitchFamily="34" charset="0"/>
              </a:rPr>
              <a:t> 169.254.255.254): </a:t>
            </a:r>
            <a:r>
              <a:rPr lang="fr-FR" sz="2200" kern="0" dirty="0">
                <a:latin typeface="Cambria" pitchFamily="18" charset="0"/>
                <a:cs typeface="Calibri" panose="020F0502020204030204" pitchFamily="34" charset="0"/>
              </a:rPr>
              <a:t>Communément appelées adresses APIPA (</a:t>
            </a:r>
            <a:r>
              <a:rPr lang="fr-FR" sz="2200" b="1" kern="0" dirty="0" err="1">
                <a:latin typeface="Cambria" pitchFamily="18" charset="0"/>
                <a:cs typeface="Calibri" panose="020F0502020204030204" pitchFamily="34" charset="0"/>
              </a:rPr>
              <a:t>Automatic</a:t>
            </a:r>
            <a:r>
              <a:rPr lang="fr-FR" sz="2200" b="1" kern="0" dirty="0">
                <a:latin typeface="Cambria" pitchFamily="18" charset="0"/>
                <a:cs typeface="Calibri" panose="020F0502020204030204" pitchFamily="34" charset="0"/>
              </a:rPr>
              <a:t> </a:t>
            </a:r>
            <a:r>
              <a:rPr lang="fr-FR" sz="2200" b="1" kern="0" dirty="0" err="1">
                <a:latin typeface="Cambria" pitchFamily="18" charset="0"/>
                <a:cs typeface="Calibri" panose="020F0502020204030204" pitchFamily="34" charset="0"/>
              </a:rPr>
              <a:t>Private</a:t>
            </a:r>
            <a:r>
              <a:rPr lang="fr-FR" sz="2200" b="1" kern="0" dirty="0">
                <a:latin typeface="Cambria" pitchFamily="18" charset="0"/>
                <a:cs typeface="Calibri" panose="020F0502020204030204" pitchFamily="34" charset="0"/>
              </a:rPr>
              <a:t> IP </a:t>
            </a:r>
            <a:r>
              <a:rPr lang="fr-FR" sz="2200" b="1" kern="0" dirty="0" err="1">
                <a:latin typeface="Cambria" pitchFamily="18" charset="0"/>
                <a:cs typeface="Calibri" panose="020F0502020204030204" pitchFamily="34" charset="0"/>
              </a:rPr>
              <a:t>Addressing</a:t>
            </a:r>
            <a:r>
              <a:rPr lang="fr-FR" sz="2200" kern="0" dirty="0">
                <a:latin typeface="Cambria" pitchFamily="18" charset="0"/>
                <a:cs typeface="Calibri" panose="020F0502020204030204" pitchFamily="34" charset="0"/>
              </a:rPr>
              <a:t>): Utilisées par le client Windows pour s'auto-configurer si aucun serveur DHCP n'est disponible.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22B2E870-8F26-4054-8267-D98435749A08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609998" y="2917006"/>
            <a:ext cx="3696650" cy="1966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680819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5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CFBEF4FF-4546-496C-BA05-B49625569B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fr-FR" smtClean="0"/>
              <a:pPr/>
              <a:t>33</a:t>
            </a:fld>
            <a:endParaRPr lang="fr-FR" dirty="0"/>
          </a:p>
        </p:txBody>
      </p:sp>
      <p:sp>
        <p:nvSpPr>
          <p:cNvPr id="5" name="Titre 2">
            <a:extLst>
              <a:ext uri="{FF2B5EF4-FFF2-40B4-BE49-F238E27FC236}">
                <a16:creationId xmlns:a16="http://schemas.microsoft.com/office/drawing/2014/main" xmlns="" id="{DBF2EDC9-C6A4-4A44-AE42-E1739DA62482}"/>
              </a:ext>
            </a:extLst>
          </p:cNvPr>
          <p:cNvSpPr txBox="1">
            <a:spLocks/>
          </p:cNvSpPr>
          <p:nvPr/>
        </p:nvSpPr>
        <p:spPr>
          <a:xfrm>
            <a:off x="1302736" y="488973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b="1" i="1" dirty="0">
                <a:latin typeface="Cambria" pitchFamily="18" charset="0"/>
                <a:cs typeface="Calibri" panose="020F0502020204030204" pitchFamily="34" charset="0"/>
              </a:rPr>
              <a:t>Système d’adressage par </a:t>
            </a:r>
            <a:r>
              <a:rPr lang="fr-FR" b="1" i="1" dirty="0" smtClean="0">
                <a:latin typeface="Cambria" pitchFamily="18" charset="0"/>
                <a:cs typeface="Calibri" panose="020F0502020204030204" pitchFamily="34" charset="0"/>
              </a:rPr>
              <a:t>classe (1/4)</a:t>
            </a:r>
            <a:endParaRPr lang="x-none" sz="2800" b="1" i="1" dirty="0">
              <a:latin typeface="Cambria" pitchFamily="18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C09F0AEA-4D19-4E45-BDEB-20B9B74D88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634" y="1608374"/>
            <a:ext cx="3547241" cy="388279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CADDD3FB-E5A1-40CE-81E7-895498118B8E}"/>
              </a:ext>
            </a:extLst>
          </p:cNvPr>
          <p:cNvSpPr txBox="1"/>
          <p:nvPr/>
        </p:nvSpPr>
        <p:spPr>
          <a:xfrm>
            <a:off x="5912955" y="1167976"/>
            <a:ext cx="60926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i="1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Nombre de réseaux de la classe A</a:t>
            </a:r>
            <a:endParaRPr lang="x-none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7410" name="Picture 2">
            <a:extLst>
              <a:ext uri="{FF2B5EF4-FFF2-40B4-BE49-F238E27FC236}">
                <a16:creationId xmlns:a16="http://schemas.microsoft.com/office/drawing/2014/main" xmlns="" id="{4BDA8460-01A8-4960-9E13-7E310A6CAF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711583" y="1587614"/>
            <a:ext cx="5005134" cy="2465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CE621F86-0A75-4896-81FE-A21365C44A6E}"/>
              </a:ext>
            </a:extLst>
          </p:cNvPr>
          <p:cNvSpPr txBox="1"/>
          <p:nvPr/>
        </p:nvSpPr>
        <p:spPr>
          <a:xfrm>
            <a:off x="5912955" y="4126408"/>
            <a:ext cx="60926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1" dirty="0" err="1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Nombre</a:t>
            </a:r>
            <a:r>
              <a:rPr lang="en-US" sz="1800" b="1" i="1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i="1" dirty="0" err="1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d’hôtes</a:t>
            </a:r>
            <a:r>
              <a:rPr lang="en-US" sz="1800" b="1" i="1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par </a:t>
            </a:r>
            <a:r>
              <a:rPr lang="en-US" sz="1800" b="1" i="1" dirty="0" err="1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réseau</a:t>
            </a:r>
            <a:r>
              <a:rPr lang="en-US" sz="1800" b="1" i="1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:</a:t>
            </a:r>
            <a:endParaRPr lang="x-none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7412" name="Picture 4">
            <a:extLst>
              <a:ext uri="{FF2B5EF4-FFF2-40B4-BE49-F238E27FC236}">
                <a16:creationId xmlns:a16="http://schemas.microsoft.com/office/drawing/2014/main" xmlns="" id="{747CCEA7-44A8-4930-8E9F-5A58E30FE7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711583" y="4546740"/>
            <a:ext cx="5005134" cy="2260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ZoneTexte 9"/>
          <p:cNvSpPr txBox="1"/>
          <p:nvPr/>
        </p:nvSpPr>
        <p:spPr>
          <a:xfrm>
            <a:off x="1555524" y="5623035"/>
            <a:ext cx="23407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smtClean="0"/>
              <a:t>MSR: 255.0.0.0</a:t>
            </a:r>
            <a:endParaRPr lang="fr-FR" sz="2400" b="1" dirty="0"/>
          </a:p>
        </p:txBody>
      </p:sp>
    </p:spTree>
    <p:extLst>
      <p:ext uri="{BB962C8B-B14F-4D97-AF65-F5344CB8AC3E}">
        <p14:creationId xmlns:p14="http://schemas.microsoft.com/office/powerpoint/2010/main" xmlns="" val="3258536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74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4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4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7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7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1499102-2244-4B38-AD5F-1FE65552D63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fr-FR" smtClean="0"/>
              <a:pPr/>
              <a:t>34</a:t>
            </a:fld>
            <a:endParaRPr lang="fr-FR" dirty="0"/>
          </a:p>
        </p:txBody>
      </p:sp>
      <p:pic>
        <p:nvPicPr>
          <p:cNvPr id="18434" name="Picture 2">
            <a:extLst>
              <a:ext uri="{FF2B5EF4-FFF2-40B4-BE49-F238E27FC236}">
                <a16:creationId xmlns:a16="http://schemas.microsoft.com/office/drawing/2014/main" xmlns="" id="{22358ECE-CFED-4A06-88E9-A1ED345DBC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403131" y="1734206"/>
            <a:ext cx="3489806" cy="3788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re 2">
            <a:extLst>
              <a:ext uri="{FF2B5EF4-FFF2-40B4-BE49-F238E27FC236}">
                <a16:creationId xmlns:a16="http://schemas.microsoft.com/office/drawing/2014/main" xmlns="" id="{72393AA0-6F45-4F34-A782-2E998F538ABB}"/>
              </a:ext>
            </a:extLst>
          </p:cNvPr>
          <p:cNvSpPr txBox="1">
            <a:spLocks/>
          </p:cNvSpPr>
          <p:nvPr/>
        </p:nvSpPr>
        <p:spPr>
          <a:xfrm>
            <a:off x="1302736" y="488973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b="1" i="1" dirty="0">
                <a:latin typeface="Cambria" pitchFamily="18" charset="0"/>
                <a:cs typeface="Calibri" panose="020F0502020204030204" pitchFamily="34" charset="0"/>
              </a:rPr>
              <a:t>Système d’adressage par </a:t>
            </a:r>
            <a:r>
              <a:rPr lang="fr-FR" b="1" i="1" dirty="0" smtClean="0">
                <a:latin typeface="Cambria" pitchFamily="18" charset="0"/>
                <a:cs typeface="Calibri" panose="020F0502020204030204" pitchFamily="34" charset="0"/>
              </a:rPr>
              <a:t>classe (2/4)</a:t>
            </a:r>
            <a:endParaRPr lang="x-none" sz="2800" b="1" i="1" dirty="0">
              <a:latin typeface="Cambria" pitchFamily="18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85DD909-FFB9-41B9-9886-B9636523495C}"/>
              </a:ext>
            </a:extLst>
          </p:cNvPr>
          <p:cNvSpPr txBox="1"/>
          <p:nvPr/>
        </p:nvSpPr>
        <p:spPr>
          <a:xfrm>
            <a:off x="5912955" y="1167976"/>
            <a:ext cx="60926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i="1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Nombre de réseaux de la classe B</a:t>
            </a:r>
            <a:endParaRPr lang="x-none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0D6872DF-78EA-4BA2-ABF9-5DD32EBADEAE}"/>
              </a:ext>
            </a:extLst>
          </p:cNvPr>
          <p:cNvSpPr txBox="1"/>
          <p:nvPr/>
        </p:nvSpPr>
        <p:spPr>
          <a:xfrm>
            <a:off x="5912955" y="4126408"/>
            <a:ext cx="60926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1" dirty="0" err="1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Nombre</a:t>
            </a:r>
            <a:r>
              <a:rPr lang="en-US" sz="1800" b="1" i="1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i="1" dirty="0" err="1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d’hôtes</a:t>
            </a:r>
            <a:r>
              <a:rPr lang="en-US" sz="1800" b="1" i="1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par </a:t>
            </a:r>
            <a:r>
              <a:rPr lang="en-US" sz="1800" b="1" i="1" dirty="0" err="1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réseau</a:t>
            </a:r>
            <a:r>
              <a:rPr lang="en-US" sz="1800" b="1" i="1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:</a:t>
            </a:r>
            <a:endParaRPr lang="x-none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8436" name="Picture 4">
            <a:extLst>
              <a:ext uri="{FF2B5EF4-FFF2-40B4-BE49-F238E27FC236}">
                <a16:creationId xmlns:a16="http://schemas.microsoft.com/office/drawing/2014/main" xmlns="" id="{22019ED7-B96B-4BC6-BCE5-9BE460FCD4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912954" y="1628556"/>
            <a:ext cx="4543011" cy="2497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8438" name="Picture 6">
            <a:extLst>
              <a:ext uri="{FF2B5EF4-FFF2-40B4-BE49-F238E27FC236}">
                <a16:creationId xmlns:a16="http://schemas.microsoft.com/office/drawing/2014/main" xmlns="" id="{B5E7A4A6-1433-4160-8F5E-F8989CF448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912954" y="4519565"/>
            <a:ext cx="4543011" cy="2338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ZoneTexte 9"/>
          <p:cNvSpPr txBox="1"/>
          <p:nvPr/>
        </p:nvSpPr>
        <p:spPr>
          <a:xfrm>
            <a:off x="1555524" y="5623035"/>
            <a:ext cx="26837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smtClean="0"/>
              <a:t>MSR: 255.255.0.0</a:t>
            </a:r>
            <a:endParaRPr lang="fr-FR" sz="2400" b="1" dirty="0"/>
          </a:p>
        </p:txBody>
      </p:sp>
    </p:spTree>
    <p:extLst>
      <p:ext uri="{BB962C8B-B14F-4D97-AF65-F5344CB8AC3E}">
        <p14:creationId xmlns:p14="http://schemas.microsoft.com/office/powerpoint/2010/main" xmlns="" val="3945401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4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84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84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84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C903B47A-BCF0-4200-81C8-33670FD2195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818336" y="6222877"/>
            <a:ext cx="350400" cy="584735"/>
          </a:xfrm>
        </p:spPr>
        <p:txBody>
          <a:bodyPr/>
          <a:lstStyle/>
          <a:p>
            <a:fld id="{00000000-1234-1234-1234-123412341234}" type="slidenum">
              <a:rPr lang="fr-FR" smtClean="0"/>
              <a:pPr/>
              <a:t>35</a:t>
            </a:fld>
            <a:endParaRPr lang="fr-FR" dirty="0"/>
          </a:p>
        </p:txBody>
      </p:sp>
      <p:sp>
        <p:nvSpPr>
          <p:cNvPr id="5" name="Titre 2">
            <a:extLst>
              <a:ext uri="{FF2B5EF4-FFF2-40B4-BE49-F238E27FC236}">
                <a16:creationId xmlns:a16="http://schemas.microsoft.com/office/drawing/2014/main" xmlns="" id="{5B792724-D7D2-4746-B682-C762C10214E1}"/>
              </a:ext>
            </a:extLst>
          </p:cNvPr>
          <p:cNvSpPr txBox="1">
            <a:spLocks/>
          </p:cNvSpPr>
          <p:nvPr/>
        </p:nvSpPr>
        <p:spPr>
          <a:xfrm>
            <a:off x="1302736" y="488973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b="1" i="1" dirty="0">
                <a:latin typeface="Cambria" pitchFamily="18" charset="0"/>
                <a:cs typeface="Calibri" panose="020F0502020204030204" pitchFamily="34" charset="0"/>
              </a:rPr>
              <a:t>Système d’adressage par </a:t>
            </a:r>
            <a:r>
              <a:rPr lang="fr-FR" b="1" i="1" dirty="0" smtClean="0">
                <a:latin typeface="Cambria" pitchFamily="18" charset="0"/>
                <a:cs typeface="Calibri" panose="020F0502020204030204" pitchFamily="34" charset="0"/>
              </a:rPr>
              <a:t>classe (3/4)</a:t>
            </a:r>
            <a:endParaRPr lang="x-none" sz="2800" b="1" i="1" dirty="0">
              <a:latin typeface="Cambria" pitchFamily="18" charset="0"/>
              <a:cs typeface="Calibri" panose="020F0502020204030204" pitchFamily="34" charset="0"/>
            </a:endParaRPr>
          </a:p>
        </p:txBody>
      </p:sp>
      <p:pic>
        <p:nvPicPr>
          <p:cNvPr id="20482" name="Picture 2">
            <a:extLst>
              <a:ext uri="{FF2B5EF4-FFF2-40B4-BE49-F238E27FC236}">
                <a16:creationId xmlns:a16="http://schemas.microsoft.com/office/drawing/2014/main" xmlns="" id="{CE28B3F5-19F0-4895-A797-DF0FD910A8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135117" y="1466191"/>
            <a:ext cx="3772485" cy="4119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20484" name="Picture 4">
            <a:extLst>
              <a:ext uri="{FF2B5EF4-FFF2-40B4-BE49-F238E27FC236}">
                <a16:creationId xmlns:a16="http://schemas.microsoft.com/office/drawing/2014/main" xmlns="" id="{3572BAC9-4930-4FA3-A564-3E59F65FA8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912955" y="1593361"/>
            <a:ext cx="4704461" cy="2524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20486" name="Picture 6">
            <a:extLst>
              <a:ext uri="{FF2B5EF4-FFF2-40B4-BE49-F238E27FC236}">
                <a16:creationId xmlns:a16="http://schemas.microsoft.com/office/drawing/2014/main" xmlns="" id="{02F5BE8B-7D1A-4F91-A5F3-43001B565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912955" y="4526451"/>
            <a:ext cx="4704461" cy="2331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FE7835F7-A54E-4513-819D-8D3E0D287B11}"/>
              </a:ext>
            </a:extLst>
          </p:cNvPr>
          <p:cNvSpPr txBox="1"/>
          <p:nvPr/>
        </p:nvSpPr>
        <p:spPr>
          <a:xfrm>
            <a:off x="5912955" y="1167976"/>
            <a:ext cx="60926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i="1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Nombre de réseaux de la classe C</a:t>
            </a:r>
            <a:endParaRPr lang="x-none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B5AD5C73-5535-4FA4-84F2-33A7C86A1847}"/>
              </a:ext>
            </a:extLst>
          </p:cNvPr>
          <p:cNvSpPr txBox="1"/>
          <p:nvPr/>
        </p:nvSpPr>
        <p:spPr>
          <a:xfrm>
            <a:off x="5912955" y="4126408"/>
            <a:ext cx="60926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1" dirty="0" err="1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Nombre</a:t>
            </a:r>
            <a:r>
              <a:rPr lang="en-US" sz="1800" b="1" i="1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i="1" dirty="0" err="1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d’hôtes</a:t>
            </a:r>
            <a:r>
              <a:rPr lang="en-US" sz="1800" b="1" i="1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par </a:t>
            </a:r>
            <a:r>
              <a:rPr lang="en-US" sz="1800" b="1" i="1" dirty="0" err="1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réseau</a:t>
            </a:r>
            <a:r>
              <a:rPr lang="en-US" sz="1800" b="1" i="1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:</a:t>
            </a:r>
            <a:endParaRPr lang="x-none" i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1555524" y="5623035"/>
            <a:ext cx="30267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smtClean="0"/>
              <a:t>MSR: 255.255.255.0</a:t>
            </a:r>
            <a:endParaRPr lang="fr-FR" sz="2400" b="1" dirty="0"/>
          </a:p>
        </p:txBody>
      </p:sp>
    </p:spTree>
    <p:extLst>
      <p:ext uri="{BB962C8B-B14F-4D97-AF65-F5344CB8AC3E}">
        <p14:creationId xmlns:p14="http://schemas.microsoft.com/office/powerpoint/2010/main" xmlns="" val="3596096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4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4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4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04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04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04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60" name="Picture 4">
            <a:extLst>
              <a:ext uri="{FF2B5EF4-FFF2-40B4-BE49-F238E27FC236}">
                <a16:creationId xmlns:a16="http://schemas.microsoft.com/office/drawing/2014/main" xmlns="" id="{E91A142A-AF1D-47B5-B91E-0C09662C99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258910" y="1509465"/>
            <a:ext cx="4754332" cy="4313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CEEAA481-4E93-4B2A-B788-91512E823BA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782349" y="6273265"/>
            <a:ext cx="350400" cy="584735"/>
          </a:xfrm>
        </p:spPr>
        <p:txBody>
          <a:bodyPr/>
          <a:lstStyle/>
          <a:p>
            <a:fld id="{00000000-1234-1234-1234-123412341234}" type="slidenum">
              <a:rPr lang="fr-FR" smtClean="0"/>
              <a:pPr/>
              <a:t>36</a:t>
            </a:fld>
            <a:endParaRPr lang="fr-FR" dirty="0"/>
          </a:p>
        </p:txBody>
      </p:sp>
      <p:sp>
        <p:nvSpPr>
          <p:cNvPr id="5" name="Titre 2">
            <a:extLst>
              <a:ext uri="{FF2B5EF4-FFF2-40B4-BE49-F238E27FC236}">
                <a16:creationId xmlns:a16="http://schemas.microsoft.com/office/drawing/2014/main" xmlns="" id="{62AA35D3-CAE5-4690-9BD3-C7DCCD8D9C3A}"/>
              </a:ext>
            </a:extLst>
          </p:cNvPr>
          <p:cNvSpPr txBox="1">
            <a:spLocks/>
          </p:cNvSpPr>
          <p:nvPr/>
        </p:nvSpPr>
        <p:spPr>
          <a:xfrm>
            <a:off x="1302736" y="488973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b="1" i="1" dirty="0">
                <a:latin typeface="Cambria" pitchFamily="18" charset="0"/>
                <a:cs typeface="Calibri" panose="020F0502020204030204" pitchFamily="34" charset="0"/>
              </a:rPr>
              <a:t>Système d’adressage par </a:t>
            </a:r>
            <a:r>
              <a:rPr lang="fr-FR" b="1" i="1" dirty="0" smtClean="0">
                <a:latin typeface="Cambria" pitchFamily="18" charset="0"/>
                <a:cs typeface="Calibri" panose="020F0502020204030204" pitchFamily="34" charset="0"/>
              </a:rPr>
              <a:t>classe (4/4)</a:t>
            </a:r>
            <a:endParaRPr lang="x-none" sz="2800" b="1" i="1" dirty="0">
              <a:latin typeface="Cambria" pitchFamily="18" charset="0"/>
              <a:cs typeface="Calibri" panose="020F0502020204030204" pitchFamily="34" charset="0"/>
            </a:endParaRPr>
          </a:p>
        </p:txBody>
      </p:sp>
      <p:pic>
        <p:nvPicPr>
          <p:cNvPr id="19458" name="Picture 2">
            <a:extLst>
              <a:ext uri="{FF2B5EF4-FFF2-40B4-BE49-F238E27FC236}">
                <a16:creationId xmlns:a16="http://schemas.microsoft.com/office/drawing/2014/main" xmlns="" id="{1F7D22CD-01DF-4C11-B2EB-1853613966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950354" y="1513490"/>
            <a:ext cx="4767273" cy="4325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/>
          <p:cNvSpPr txBox="1"/>
          <p:nvPr/>
        </p:nvSpPr>
        <p:spPr>
          <a:xfrm>
            <a:off x="1718441" y="5880537"/>
            <a:ext cx="3249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smtClean="0"/>
              <a:t>Réservée à la multidiffusion</a:t>
            </a:r>
            <a:endParaRPr lang="fr-FR" b="1" dirty="0"/>
          </a:p>
        </p:txBody>
      </p:sp>
      <p:sp>
        <p:nvSpPr>
          <p:cNvPr id="8" name="ZoneTexte 7"/>
          <p:cNvSpPr txBox="1"/>
          <p:nvPr/>
        </p:nvSpPr>
        <p:spPr>
          <a:xfrm>
            <a:off x="6884274" y="5859516"/>
            <a:ext cx="3506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smtClean="0"/>
              <a:t>Réservée à l’</a:t>
            </a:r>
            <a:r>
              <a:rPr lang="fr-FR" b="1" dirty="0" err="1" smtClean="0"/>
              <a:t>éxpérimentation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xmlns="" val="27394187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5818839C-B5B6-4FD8-8EB4-446B6FC036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fr-FR" smtClean="0"/>
              <a:pPr/>
              <a:t>37</a:t>
            </a:fld>
            <a:endParaRPr lang="fr-FR" dirty="0"/>
          </a:p>
        </p:txBody>
      </p:sp>
      <p:sp>
        <p:nvSpPr>
          <p:cNvPr id="6" name="Titre 2">
            <a:extLst>
              <a:ext uri="{FF2B5EF4-FFF2-40B4-BE49-F238E27FC236}">
                <a16:creationId xmlns:a16="http://schemas.microsoft.com/office/drawing/2014/main" xmlns="" id="{B589C5F4-7963-4040-BFDB-C72F9781D4BB}"/>
              </a:ext>
            </a:extLst>
          </p:cNvPr>
          <p:cNvSpPr txBox="1">
            <a:spLocks/>
          </p:cNvSpPr>
          <p:nvPr/>
        </p:nvSpPr>
        <p:spPr>
          <a:xfrm>
            <a:off x="1302736" y="488973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b="1" i="1" dirty="0">
                <a:latin typeface="Cambria" pitchFamily="18" charset="0"/>
                <a:cs typeface="Calibri" panose="020F0502020204030204" pitchFamily="34" charset="0"/>
              </a:rPr>
              <a:t>Système d’adressage sans classe</a:t>
            </a:r>
            <a:endParaRPr lang="x-none" sz="2800" b="1" i="1" dirty="0">
              <a:latin typeface="Cambria" pitchFamily="18" charset="0"/>
              <a:cs typeface="Calibri" panose="020F0502020204030204" pitchFamily="34" charset="0"/>
            </a:endParaRPr>
          </a:p>
        </p:txBody>
      </p: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xmlns="" id="{73E86603-6358-413F-AD1C-4F13A47744D4}"/>
              </a:ext>
            </a:extLst>
          </p:cNvPr>
          <p:cNvSpPr txBox="1">
            <a:spLocks/>
          </p:cNvSpPr>
          <p:nvPr/>
        </p:nvSpPr>
        <p:spPr>
          <a:xfrm>
            <a:off x="838200" y="1825624"/>
            <a:ext cx="6161690" cy="4654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Wingdings" panose="05000000000000000000" pitchFamily="2" charset="2"/>
              <a:buChar char="§"/>
              <a:defRPr sz="24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 algn="just"/>
            <a:r>
              <a:rPr lang="x-none" kern="0" dirty="0">
                <a:latin typeface="Cambria" pitchFamily="18" charset="0"/>
                <a:cs typeface="Calibri" panose="020F0502020204030204" pitchFamily="34" charset="0"/>
              </a:rPr>
              <a:t>L'adressage par classe a gaspillé des adresses et épuisé la disponibilité des adresses IPv4.</a:t>
            </a:r>
            <a:endParaRPr lang="fr-FR" kern="0" dirty="0">
              <a:latin typeface="Cambria" pitchFamily="18" charset="0"/>
              <a:cs typeface="Calibri" panose="020F0502020204030204" pitchFamily="34" charset="0"/>
            </a:endParaRPr>
          </a:p>
          <a:p>
            <a:pPr marL="285750" indent="-285750" algn="just"/>
            <a:endParaRPr lang="fr-FR" kern="0" dirty="0">
              <a:latin typeface="Cambria" pitchFamily="18" charset="0"/>
              <a:cs typeface="Calibri" panose="020F0502020204030204" pitchFamily="34" charset="0"/>
            </a:endParaRPr>
          </a:p>
          <a:p>
            <a:pPr algn="just"/>
            <a:r>
              <a:rPr lang="fr-FR" kern="0" dirty="0">
                <a:latin typeface="Cambria" pitchFamily="18" charset="0"/>
                <a:cs typeface="Calibri" panose="020F0502020204030204" pitchFamily="34" charset="0"/>
              </a:rPr>
              <a:t>L'allocation d'adresses par classe a été remplacée par </a:t>
            </a:r>
            <a:r>
              <a:rPr lang="fr-FR" b="1" kern="0" dirty="0">
                <a:latin typeface="Cambria" pitchFamily="18" charset="0"/>
                <a:cs typeface="Calibri" panose="020F0502020204030204" pitchFamily="34" charset="0"/>
              </a:rPr>
              <a:t>l'adressage sans classe </a:t>
            </a:r>
            <a:r>
              <a:rPr lang="fr-FR" kern="0" dirty="0">
                <a:latin typeface="Cambria" pitchFamily="18" charset="0"/>
                <a:cs typeface="Calibri" panose="020F0502020204030204" pitchFamily="34" charset="0"/>
              </a:rPr>
              <a:t>qui ignore les règles des classes. </a:t>
            </a:r>
          </a:p>
          <a:p>
            <a:pPr algn="just"/>
            <a:endParaRPr lang="fr-FR" kern="0" dirty="0">
              <a:latin typeface="Cambria" pitchFamily="18" charset="0"/>
              <a:cs typeface="Calibri" panose="020F0502020204030204" pitchFamily="34" charset="0"/>
            </a:endParaRPr>
          </a:p>
          <a:p>
            <a:pPr algn="just">
              <a:buFont typeface="Wingdings" panose="05000000000000000000" pitchFamily="2" charset="2"/>
              <a:buChar char="è"/>
            </a:pPr>
            <a:r>
              <a:rPr lang="x-none" kern="0" dirty="0">
                <a:latin typeface="Cambria" pitchFamily="18" charset="0"/>
                <a:cs typeface="Calibri" panose="020F0502020204030204" pitchFamily="34" charset="0"/>
              </a:rPr>
              <a:t>Routage inter-domaines sans classe (CIDR</a:t>
            </a:r>
            <a:r>
              <a:rPr lang="fr-FR" kern="0" dirty="0">
                <a:latin typeface="Cambria" pitchFamily="18" charset="0"/>
                <a:cs typeface="Calibri" panose="020F0502020204030204" pitchFamily="34" charset="0"/>
              </a:rPr>
              <a:t>).</a:t>
            </a:r>
          </a:p>
          <a:p>
            <a:pPr marL="0" indent="0" algn="just">
              <a:buFont typeface="Wingdings" panose="05000000000000000000" pitchFamily="2" charset="2"/>
              <a:buNone/>
            </a:pPr>
            <a:endParaRPr lang="fr-FR" kern="0" dirty="0">
              <a:latin typeface="Cambria" pitchFamily="18" charset="0"/>
              <a:cs typeface="Calibri" panose="020F0502020204030204" pitchFamily="34" charset="0"/>
            </a:endParaRPr>
          </a:p>
          <a:p>
            <a:pPr marL="285750" indent="-285750" algn="just"/>
            <a:r>
              <a:rPr lang="x-none" kern="0" dirty="0">
                <a:latin typeface="Cambria" pitchFamily="18" charset="0"/>
                <a:cs typeface="Calibri" panose="020F0502020204030204" pitchFamily="34" charset="0"/>
              </a:rPr>
              <a:t>Les fournisseurs de services autorisés à allouer des adresses IPv4 sur n'importe quelle limite de bits d'adresse (longueur de préfixe) au lieu de seulement par une classe A, B ou C.</a:t>
            </a:r>
          </a:p>
          <a:p>
            <a:endParaRPr lang="en-US" kern="0" dirty="0">
              <a:latin typeface="Cambria" pitchFamily="18" charset="0"/>
              <a:cs typeface="Calibri" panose="020F0502020204030204" pitchFamily="34" charset="0"/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xmlns="" id="{40FE8201-D1EA-43BA-A79F-466F3E5869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267903" y="1825624"/>
            <a:ext cx="4672851" cy="37591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450535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How the world is split by IP addresses">
            <a:extLst>
              <a:ext uri="{FF2B5EF4-FFF2-40B4-BE49-F238E27FC236}">
                <a16:creationId xmlns:a16="http://schemas.microsoft.com/office/drawing/2014/main" xmlns="" id="{A033B40D-D5B6-49F3-AC47-40DDC67BAE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912836" y="1151755"/>
            <a:ext cx="6279164" cy="5706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4983588-9DD0-4978-A638-E86F878C60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fr-FR" smtClean="0"/>
              <a:pPr/>
              <a:t>38</a:t>
            </a:fld>
            <a:endParaRPr lang="fr-FR" dirty="0"/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xmlns="" id="{B2478271-7162-4B44-91DC-7D544796FE85}"/>
              </a:ext>
            </a:extLst>
          </p:cNvPr>
          <p:cNvSpPr txBox="1">
            <a:spLocks/>
          </p:cNvSpPr>
          <p:nvPr/>
        </p:nvSpPr>
        <p:spPr>
          <a:xfrm>
            <a:off x="403644" y="1983038"/>
            <a:ext cx="5165508" cy="4385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Wingdings" panose="05000000000000000000" pitchFamily="2" charset="2"/>
              <a:buChar char="§"/>
              <a:defRPr sz="24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fr-FR" kern="0" dirty="0">
                <a:latin typeface="Cambria" pitchFamily="18" charset="0"/>
                <a:cs typeface="Calibri" panose="020F0502020204030204" pitchFamily="34" charset="0"/>
              </a:rPr>
              <a:t>Les adresses </a:t>
            </a:r>
            <a:r>
              <a:rPr lang="fr-FR" kern="0" dirty="0" smtClean="0">
                <a:latin typeface="Cambria" pitchFamily="18" charset="0"/>
                <a:cs typeface="Calibri" panose="020F0502020204030204" pitchFamily="34" charset="0"/>
              </a:rPr>
              <a:t>IP  </a:t>
            </a:r>
            <a:r>
              <a:rPr lang="fr-FR" kern="0" dirty="0">
                <a:latin typeface="Cambria" pitchFamily="18" charset="0"/>
                <a:cs typeface="Calibri" panose="020F0502020204030204" pitchFamily="34" charset="0"/>
              </a:rPr>
              <a:t>sont gérées par l'</a:t>
            </a:r>
            <a:r>
              <a:rPr lang="fr-FR" b="1" kern="0" dirty="0">
                <a:latin typeface="Cambria" pitchFamily="18" charset="0"/>
                <a:cs typeface="Calibri" panose="020F0502020204030204" pitchFamily="34" charset="0"/>
              </a:rPr>
              <a:t>IANA</a:t>
            </a:r>
            <a:r>
              <a:rPr lang="fr-FR" kern="0" dirty="0">
                <a:latin typeface="Cambria" pitchFamily="18" charset="0"/>
                <a:cs typeface="Calibri" panose="020F0502020204030204" pitchFamily="34" charset="0"/>
              </a:rPr>
              <a:t> (Internet </a:t>
            </a:r>
            <a:r>
              <a:rPr lang="fr-FR" kern="0" dirty="0" err="1">
                <a:latin typeface="Cambria" pitchFamily="18" charset="0"/>
                <a:cs typeface="Calibri" panose="020F0502020204030204" pitchFamily="34" charset="0"/>
              </a:rPr>
              <a:t>Assigned</a:t>
            </a:r>
            <a:r>
              <a:rPr lang="fr-FR" kern="0" dirty="0">
                <a:latin typeface="Cambria" pitchFamily="18" charset="0"/>
                <a:cs typeface="Calibri" panose="020F0502020204030204" pitchFamily="34" charset="0"/>
              </a:rPr>
              <a:t> Numbers </a:t>
            </a:r>
            <a:r>
              <a:rPr lang="fr-FR" kern="0" dirty="0" err="1">
                <a:latin typeface="Cambria" pitchFamily="18" charset="0"/>
                <a:cs typeface="Calibri" panose="020F0502020204030204" pitchFamily="34" charset="0"/>
              </a:rPr>
              <a:t>Authority</a:t>
            </a:r>
            <a:r>
              <a:rPr lang="fr-FR" kern="0" dirty="0">
                <a:latin typeface="Cambria" pitchFamily="18" charset="0"/>
                <a:cs typeface="Calibri" panose="020F0502020204030204" pitchFamily="34" charset="0"/>
              </a:rPr>
              <a:t>) .</a:t>
            </a:r>
          </a:p>
          <a:p>
            <a:pPr algn="just"/>
            <a:r>
              <a:rPr lang="fr-FR" kern="0" dirty="0">
                <a:latin typeface="Cambria" pitchFamily="18" charset="0"/>
                <a:cs typeface="Calibri" panose="020F0502020204030204" pitchFamily="34" charset="0"/>
              </a:rPr>
              <a:t>Les RIR (</a:t>
            </a:r>
            <a:r>
              <a:rPr lang="fr-FR" kern="0" dirty="0" err="1">
                <a:latin typeface="Cambria" pitchFamily="18" charset="0"/>
                <a:cs typeface="Calibri" panose="020F0502020204030204" pitchFamily="34" charset="0"/>
              </a:rPr>
              <a:t>Regional</a:t>
            </a:r>
            <a:r>
              <a:rPr lang="fr-FR" kern="0" dirty="0">
                <a:latin typeface="Cambria" pitchFamily="18" charset="0"/>
                <a:cs typeface="Calibri" panose="020F0502020204030204" pitchFamily="34" charset="0"/>
              </a:rPr>
              <a:t> Internet </a:t>
            </a:r>
            <a:r>
              <a:rPr lang="fr-FR" kern="0" dirty="0" err="1">
                <a:latin typeface="Cambria" pitchFamily="18" charset="0"/>
                <a:cs typeface="Calibri" panose="020F0502020204030204" pitchFamily="34" charset="0"/>
              </a:rPr>
              <a:t>Registry</a:t>
            </a:r>
            <a:r>
              <a:rPr lang="fr-FR" kern="0" dirty="0">
                <a:latin typeface="Cambria" pitchFamily="18" charset="0"/>
                <a:cs typeface="Calibri" panose="020F0502020204030204" pitchFamily="34" charset="0"/>
              </a:rPr>
              <a:t>) sont chargés d'attribuer des adresses IP à des FAI qui, à leur tour, fournissent des blocs d'adresses IPv4 aux entreprises et aux FAI de plus petite envergure. </a:t>
            </a:r>
          </a:p>
          <a:p>
            <a:pPr algn="just"/>
            <a:r>
              <a:rPr lang="fr-FR" kern="0" dirty="0">
                <a:latin typeface="Cambria" pitchFamily="18" charset="0"/>
                <a:cs typeface="Calibri" panose="020F0502020204030204" pitchFamily="34" charset="0"/>
              </a:rPr>
              <a:t>Les entreprises peuvent obtenir leurs adresses directement auprès d'un organisme d'enregistrement Internet local selon la politique appliquée par celui-ci.</a:t>
            </a:r>
          </a:p>
          <a:p>
            <a:pPr algn="just"/>
            <a:endParaRPr lang="en-US" kern="0" dirty="0">
              <a:latin typeface="Cambria" pitchFamily="18" charset="0"/>
              <a:cs typeface="Calibri" panose="020F0502020204030204" pitchFamily="34" charset="0"/>
            </a:endParaRPr>
          </a:p>
        </p:txBody>
      </p:sp>
      <p:sp>
        <p:nvSpPr>
          <p:cNvPr id="10" name="Titre 2">
            <a:extLst>
              <a:ext uri="{FF2B5EF4-FFF2-40B4-BE49-F238E27FC236}">
                <a16:creationId xmlns:a16="http://schemas.microsoft.com/office/drawing/2014/main" xmlns="" id="{4F163570-DA97-4A0B-8A05-9ED51BE05EED}"/>
              </a:ext>
            </a:extLst>
          </p:cNvPr>
          <p:cNvSpPr txBox="1">
            <a:spLocks/>
          </p:cNvSpPr>
          <p:nvPr/>
        </p:nvSpPr>
        <p:spPr>
          <a:xfrm>
            <a:off x="1302736" y="488973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b="1" i="1" dirty="0">
                <a:latin typeface="Cambria" pitchFamily="18" charset="0"/>
                <a:cs typeface="Calibri" panose="020F0502020204030204" pitchFamily="34" charset="0"/>
              </a:rPr>
              <a:t>Qui </a:t>
            </a:r>
            <a:r>
              <a:rPr lang="fr-FR" b="1" i="1" dirty="0" smtClean="0">
                <a:latin typeface="Cambria" pitchFamily="18" charset="0"/>
                <a:cs typeface="Calibri" panose="020F0502020204030204" pitchFamily="34" charset="0"/>
              </a:rPr>
              <a:t>gère </a:t>
            </a:r>
            <a:r>
              <a:rPr lang="fr-FR" b="1" i="1" dirty="0">
                <a:latin typeface="Cambria" pitchFamily="18" charset="0"/>
                <a:cs typeface="Calibri" panose="020F0502020204030204" pitchFamily="34" charset="0"/>
              </a:rPr>
              <a:t>ces adresses IP?</a:t>
            </a:r>
            <a:endParaRPr lang="x-none" b="1" i="1" dirty="0">
              <a:latin typeface="Cambria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7090460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8B504DE9-F9DC-4B7F-86F4-065D14F05F7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834731" y="6273265"/>
            <a:ext cx="350400" cy="584735"/>
          </a:xfrm>
        </p:spPr>
        <p:txBody>
          <a:bodyPr/>
          <a:lstStyle/>
          <a:p>
            <a:fld id="{00000000-1234-1234-1234-123412341234}" type="slidenum">
              <a:rPr lang="fr-FR" smtClean="0"/>
              <a:pPr/>
              <a:t>39</a:t>
            </a:fld>
            <a:endParaRPr lang="fr-FR" dirty="0"/>
          </a:p>
        </p:txBody>
      </p:sp>
      <p:sp>
        <p:nvSpPr>
          <p:cNvPr id="7" name="Titre 2">
            <a:extLst>
              <a:ext uri="{FF2B5EF4-FFF2-40B4-BE49-F238E27FC236}">
                <a16:creationId xmlns:a16="http://schemas.microsoft.com/office/drawing/2014/main" xmlns="" id="{10C9D06C-04AF-4AAA-B1E1-88EF9C1A1580}"/>
              </a:ext>
            </a:extLst>
          </p:cNvPr>
          <p:cNvSpPr txBox="1">
            <a:spLocks/>
          </p:cNvSpPr>
          <p:nvPr/>
        </p:nvSpPr>
        <p:spPr>
          <a:xfrm>
            <a:off x="1319131" y="488973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b="1" i="1" dirty="0">
                <a:latin typeface="Cambria" pitchFamily="18" charset="0"/>
                <a:cs typeface="Calibri" panose="020F0502020204030204" pitchFamily="34" charset="0"/>
              </a:rPr>
              <a:t>Attribution d’une adresse </a:t>
            </a:r>
            <a:r>
              <a:rPr lang="fr-FR" b="1" i="1" dirty="0" smtClean="0">
                <a:latin typeface="Cambria" pitchFamily="18" charset="0"/>
                <a:cs typeface="Calibri" panose="020F0502020204030204" pitchFamily="34" charset="0"/>
              </a:rPr>
              <a:t>IPv4 (1/2)</a:t>
            </a:r>
            <a:endParaRPr lang="x-none" sz="2800" b="1" i="1" dirty="0">
              <a:latin typeface="Cambria" pitchFamily="18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0490E5A6-AF8D-4E49-99DE-233C6DAC3852}"/>
              </a:ext>
            </a:extLst>
          </p:cNvPr>
          <p:cNvSpPr txBox="1"/>
          <p:nvPr/>
        </p:nvSpPr>
        <p:spPr>
          <a:xfrm>
            <a:off x="1302736" y="1035592"/>
            <a:ext cx="6096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600" b="1" i="1" dirty="0">
                <a:solidFill>
                  <a:srgbClr val="C00000"/>
                </a:solidFill>
                <a:latin typeface="Cambria" pitchFamily="18" charset="0"/>
                <a:cs typeface="Calibri" panose="020F0502020204030204" pitchFamily="34" charset="0"/>
              </a:rPr>
              <a:t>Statique</a:t>
            </a:r>
            <a:endParaRPr lang="x-none" sz="2600" dirty="0">
              <a:latin typeface="Cambria" pitchFamily="18" charset="0"/>
            </a:endParaRPr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xmlns="" id="{F96FED6F-69FE-49D7-A7B2-837B886B6C81}"/>
              </a:ext>
            </a:extLst>
          </p:cNvPr>
          <p:cNvSpPr txBox="1">
            <a:spLocks/>
          </p:cNvSpPr>
          <p:nvPr/>
        </p:nvSpPr>
        <p:spPr>
          <a:xfrm>
            <a:off x="934464" y="2067133"/>
            <a:ext cx="51054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Wingdings" panose="05000000000000000000" pitchFamily="2" charset="2"/>
              <a:buChar char="§"/>
              <a:defRPr sz="24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just">
              <a:buNone/>
            </a:pPr>
            <a:r>
              <a:rPr lang="fr-FR" sz="2200" kern="0" dirty="0">
                <a:latin typeface="Cambria" pitchFamily="18" charset="0"/>
                <a:cs typeface="Calibri" panose="020F0502020204030204" pitchFamily="34" charset="0"/>
              </a:rPr>
              <a:t>Certains périphériques tels que les imprimantes, les serveurs et les périphériques réseau nécessitent une adresse IP fixe.</a:t>
            </a:r>
          </a:p>
          <a:p>
            <a:pPr marL="285750" indent="-285750" algn="just"/>
            <a:endParaRPr lang="fr-FR" sz="2200" kern="0" dirty="0">
              <a:latin typeface="Cambria" pitchFamily="18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fr-FR" sz="2200" kern="0" dirty="0">
                <a:latin typeface="Cambria" pitchFamily="18" charset="0"/>
                <a:cs typeface="Calibri" panose="020F0502020204030204" pitchFamily="34" charset="0"/>
              </a:rPr>
              <a:t>Les hôtes d'un petit réseau peuvent également être configurés avec des adresses statiques.</a:t>
            </a:r>
          </a:p>
          <a:p>
            <a:pPr marL="114300" indent="0">
              <a:buNone/>
            </a:pPr>
            <a:endParaRPr lang="en-US" sz="2200" kern="0" dirty="0">
              <a:latin typeface="Cambria" pitchFamily="18" charset="0"/>
              <a:cs typeface="Calibri" panose="020F0502020204030204" pitchFamily="34" charset="0"/>
            </a:endParaRP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xmlns="" id="{E439E2C3-C657-4BA3-B14F-6F7BBE2FDA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28244" y="1340068"/>
            <a:ext cx="3891214" cy="4868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BC98AE44-7FB5-4A31-8D8E-B4BA68E91374}"/>
              </a:ext>
            </a:extLst>
          </p:cNvPr>
          <p:cNvSpPr/>
          <p:nvPr/>
        </p:nvSpPr>
        <p:spPr>
          <a:xfrm>
            <a:off x="8702567" y="3058967"/>
            <a:ext cx="1418896" cy="929710"/>
          </a:xfrm>
          <a:prstGeom prst="rect">
            <a:avLst/>
          </a:prstGeom>
          <a:solidFill>
            <a:schemeClr val="accent1">
              <a:alpha val="10000"/>
            </a:schemeClr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3" name="AutoShape 3">
            <a:extLst>
              <a:ext uri="{FF2B5EF4-FFF2-40B4-BE49-F238E27FC236}">
                <a16:creationId xmlns:a16="http://schemas.microsoft.com/office/drawing/2014/main" xmlns="" id="{29270470-7D40-4535-9032-4E93FFEEA72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02497" y="2292967"/>
            <a:ext cx="208112" cy="207194"/>
          </a:xfrm>
          <a:prstGeom prst="triangle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12700">
            <a:solidFill>
              <a:srgbClr val="666666"/>
            </a:solidFill>
            <a:miter lim="800000"/>
            <a:headEnd/>
            <a:tailEnd/>
          </a:ln>
          <a:effectLst>
            <a:outerShdw dist="28398" dir="3806097" algn="ctr" rotWithShape="0">
              <a:srgbClr val="7F7F7F">
                <a:alpha val="50000"/>
              </a:srgb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AutoShape 3">
            <a:extLst>
              <a:ext uri="{FF2B5EF4-FFF2-40B4-BE49-F238E27FC236}">
                <a16:creationId xmlns:a16="http://schemas.microsoft.com/office/drawing/2014/main" xmlns="" id="{C753A8E5-CA57-4E32-BA2C-51A0C3A2921A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02497" y="4056003"/>
            <a:ext cx="208112" cy="207194"/>
          </a:xfrm>
          <a:prstGeom prst="triangle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12700">
            <a:solidFill>
              <a:srgbClr val="666666"/>
            </a:solidFill>
            <a:miter lim="800000"/>
            <a:headEnd/>
            <a:tailEnd/>
          </a:ln>
          <a:effectLst>
            <a:outerShdw dist="28398" dir="3806097" algn="ctr" rotWithShape="0">
              <a:srgbClr val="7F7F7F">
                <a:alpha val="50000"/>
              </a:srgb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03316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2">
            <a:extLst>
              <a:ext uri="{FF2B5EF4-FFF2-40B4-BE49-F238E27FC236}">
                <a16:creationId xmlns:a16="http://schemas.microsoft.com/office/drawing/2014/main" xmlns="" id="{D2B4554B-1467-4B0D-B4CB-B05F2D2DDEDE}"/>
              </a:ext>
            </a:extLst>
          </p:cNvPr>
          <p:cNvSpPr txBox="1">
            <a:spLocks/>
          </p:cNvSpPr>
          <p:nvPr/>
        </p:nvSpPr>
        <p:spPr>
          <a:xfrm>
            <a:off x="1319131" y="488973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b="1" i="1" dirty="0">
                <a:latin typeface="Cambria" pitchFamily="18" charset="0"/>
                <a:cs typeface="Calibri" panose="020F0502020204030204" pitchFamily="34" charset="0"/>
              </a:rPr>
              <a:t>Attribution d’une adresse </a:t>
            </a:r>
            <a:r>
              <a:rPr lang="fr-FR" b="1" i="1" dirty="0" smtClean="0">
                <a:latin typeface="Cambria" pitchFamily="18" charset="0"/>
                <a:cs typeface="Calibri" panose="020F0502020204030204" pitchFamily="34" charset="0"/>
              </a:rPr>
              <a:t>IPv4 (2/2)</a:t>
            </a:r>
            <a:endParaRPr lang="x-none" sz="2800" b="1" i="1" dirty="0">
              <a:latin typeface="Cambria" pitchFamily="18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19D2F595-AC5E-408D-A47B-29EC4D4AD7A4}"/>
              </a:ext>
            </a:extLst>
          </p:cNvPr>
          <p:cNvSpPr txBox="1"/>
          <p:nvPr/>
        </p:nvSpPr>
        <p:spPr>
          <a:xfrm>
            <a:off x="1302736" y="1035592"/>
            <a:ext cx="6096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600" b="1" i="1" dirty="0">
                <a:solidFill>
                  <a:srgbClr val="C00000"/>
                </a:solidFill>
                <a:latin typeface="Cambria" pitchFamily="18" charset="0"/>
                <a:cs typeface="Calibri" panose="020F0502020204030204" pitchFamily="34" charset="0"/>
              </a:rPr>
              <a:t>Dynamique</a:t>
            </a:r>
            <a:endParaRPr lang="x-none" sz="2600" dirty="0">
              <a:latin typeface="Cambria" pitchFamily="18" charset="0"/>
            </a:endParaRPr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xmlns="" id="{1B9850C1-42F5-44FD-9A72-95DD88E33ACA}"/>
              </a:ext>
            </a:extLst>
          </p:cNvPr>
          <p:cNvSpPr txBox="1">
            <a:spLocks/>
          </p:cNvSpPr>
          <p:nvPr/>
        </p:nvSpPr>
        <p:spPr>
          <a:xfrm>
            <a:off x="838200" y="2639174"/>
            <a:ext cx="5625662" cy="2185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Wingdings" panose="05000000000000000000" pitchFamily="2" charset="2"/>
              <a:buChar char="§"/>
              <a:defRPr sz="24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just">
              <a:buNone/>
            </a:pPr>
            <a:r>
              <a:rPr lang="x-none" sz="2200" kern="0" dirty="0">
                <a:latin typeface="Cambria" pitchFamily="18" charset="0"/>
                <a:cs typeface="Calibri" panose="020F0502020204030204" pitchFamily="34" charset="0"/>
              </a:rPr>
              <a:t>La plupart des réseaux utilisent le protocole DHCP (</a:t>
            </a:r>
            <a:r>
              <a:rPr lang="x-none" sz="2200" b="1" kern="0" dirty="0">
                <a:latin typeface="Cambria" pitchFamily="18" charset="0"/>
                <a:cs typeface="Calibri" panose="020F0502020204030204" pitchFamily="34" charset="0"/>
              </a:rPr>
              <a:t>Dynamic Host Configuration Protocol</a:t>
            </a:r>
            <a:r>
              <a:rPr lang="x-none" sz="2200" kern="0" dirty="0">
                <a:latin typeface="Cambria" pitchFamily="18" charset="0"/>
                <a:cs typeface="Calibri" panose="020F0502020204030204" pitchFamily="34" charset="0"/>
              </a:rPr>
              <a:t>) pour attribuer dynamiquement les adresses IPv4.</a:t>
            </a:r>
            <a:endParaRPr lang="fr-FR" sz="2200" kern="0" dirty="0">
              <a:latin typeface="Cambria" pitchFamily="18" charset="0"/>
              <a:cs typeface="Calibri" panose="020F0502020204030204" pitchFamily="34" charset="0"/>
            </a:endParaRPr>
          </a:p>
          <a:p>
            <a:endParaRPr lang="en-US" kern="0" dirty="0">
              <a:latin typeface="Cambria" pitchFamily="18" charset="0"/>
            </a:endParaRP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xmlns="" id="{1C8E385D-E98D-4E0E-8492-553829E218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164469" y="1765738"/>
            <a:ext cx="4530225" cy="50907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99A992A8-7D10-410B-B605-DF5B5E0001D9}"/>
              </a:ext>
            </a:extLst>
          </p:cNvPr>
          <p:cNvSpPr/>
          <p:nvPr/>
        </p:nvSpPr>
        <p:spPr>
          <a:xfrm>
            <a:off x="7447803" y="3128124"/>
            <a:ext cx="2516004" cy="198400"/>
          </a:xfrm>
          <a:prstGeom prst="rect">
            <a:avLst/>
          </a:prstGeom>
          <a:solidFill>
            <a:schemeClr val="accent1">
              <a:alpha val="10000"/>
            </a:schemeClr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xmlns="" id="{B7B8C317-32F6-4E33-A2F5-8AA12D089EB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834731" y="6273265"/>
            <a:ext cx="350400" cy="584735"/>
          </a:xfrm>
        </p:spPr>
        <p:txBody>
          <a:bodyPr/>
          <a:lstStyle/>
          <a:p>
            <a:fld id="{00000000-1234-1234-1234-123412341234}" type="slidenum">
              <a:rPr lang="fr-FR" smtClean="0"/>
              <a:pPr/>
              <a:t>40</a:t>
            </a:fld>
            <a:endParaRPr lang="fr-FR" dirty="0"/>
          </a:p>
        </p:txBody>
      </p:sp>
      <p:sp>
        <p:nvSpPr>
          <p:cNvPr id="13" name="AutoShape 3">
            <a:extLst>
              <a:ext uri="{FF2B5EF4-FFF2-40B4-BE49-F238E27FC236}">
                <a16:creationId xmlns:a16="http://schemas.microsoft.com/office/drawing/2014/main" xmlns="" id="{DD062FE0-5F3E-4C2B-A446-0801B8D6582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90510" y="2848152"/>
            <a:ext cx="208112" cy="207194"/>
          </a:xfrm>
          <a:prstGeom prst="triangle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12700">
            <a:solidFill>
              <a:srgbClr val="666666"/>
            </a:solidFill>
            <a:miter lim="800000"/>
            <a:headEnd/>
            <a:tailEnd/>
          </a:ln>
          <a:effectLst>
            <a:outerShdw dist="28398" dir="3806097" algn="ctr" rotWithShape="0">
              <a:srgbClr val="7F7F7F">
                <a:alpha val="50000"/>
              </a:srgb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3664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41</a:t>
            </a:fld>
            <a:endParaRPr lang="fr-FR"/>
          </a:p>
        </p:txBody>
      </p:sp>
      <p:sp>
        <p:nvSpPr>
          <p:cNvPr id="3" name="Google Shape;185;ge2bdff7c1c_1_52"/>
          <p:cNvSpPr/>
          <p:nvPr/>
        </p:nvSpPr>
        <p:spPr>
          <a:xfrm>
            <a:off x="0" y="-28242"/>
            <a:ext cx="12192000" cy="6886200"/>
          </a:xfrm>
          <a:prstGeom prst="rect">
            <a:avLst/>
          </a:prstGeom>
          <a:solidFill>
            <a:srgbClr val="9E0000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Google Shape;186;ge2bdff7c1c_1_52" descr="Picture 7"/>
          <p:cNvPicPr preferRelativeResize="0"/>
          <p:nvPr/>
        </p:nvPicPr>
        <p:blipFill rotWithShape="1">
          <a:blip r:embed="rId2" cstate="print">
            <a:alphaModFix/>
          </a:blip>
          <a:srcRect/>
          <a:stretch/>
        </p:blipFill>
        <p:spPr>
          <a:xfrm flipH="1">
            <a:off x="9359530" y="-28258"/>
            <a:ext cx="2832470" cy="194913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87;ge2bdff7c1c_1_52"/>
          <p:cNvSpPr txBox="1">
            <a:spLocks/>
          </p:cNvSpPr>
          <p:nvPr/>
        </p:nvSpPr>
        <p:spPr>
          <a:xfrm>
            <a:off x="677100" y="1737250"/>
            <a:ext cx="10456800" cy="3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ct val="152777"/>
            </a:pPr>
            <a:endParaRPr lang="en-US" sz="4800" b="1" kern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SzPct val="152777"/>
            </a:pPr>
            <a:endParaRPr lang="en-US" sz="4800" b="1" kern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SzPct val="92243"/>
            </a:pPr>
            <a:r>
              <a:rPr lang="en-US" sz="4800" kern="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 </a:t>
            </a:r>
            <a:r>
              <a:rPr lang="en-US" sz="4800" kern="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Chapitre</a:t>
            </a:r>
            <a:r>
              <a:rPr lang="en-US" sz="4800" kern="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  <a:endParaRPr lang="en-US" sz="4800" kern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SzPct val="92243"/>
            </a:pPr>
            <a:endParaRPr lang="en-US" sz="4800" kern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SzPct val="92243"/>
            </a:pPr>
            <a:endParaRPr lang="en-US" sz="4800" b="1" kern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2056932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13604</TotalTime>
  <Words>1781</Words>
  <Application>Microsoft Office PowerPoint</Application>
  <PresentationFormat>Personnalisé</PresentationFormat>
  <Paragraphs>324</Paragraphs>
  <Slides>41</Slides>
  <Notes>25</Notes>
  <HiddenSlides>1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41</vt:i4>
      </vt:variant>
    </vt:vector>
  </HeadingPairs>
  <TitlesOfParts>
    <vt:vector size="42" baseType="lpstr">
      <vt:lpstr>Office Theme</vt:lpstr>
      <vt:lpstr>Chapitre 1 Adressage IPv4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  <vt:lpstr>Diapositive 26</vt:lpstr>
      <vt:lpstr>Diapositive 27</vt:lpstr>
      <vt:lpstr>Diapositive 28</vt:lpstr>
      <vt:lpstr>Diapositive 29</vt:lpstr>
      <vt:lpstr>Diapositive 30</vt:lpstr>
      <vt:lpstr>Diapositive 31</vt:lpstr>
      <vt:lpstr>Diapositive 32</vt:lpstr>
      <vt:lpstr>Diapositive 33</vt:lpstr>
      <vt:lpstr>Diapositive 34</vt:lpstr>
      <vt:lpstr>Diapositive 35</vt:lpstr>
      <vt:lpstr>Diapositive 36</vt:lpstr>
      <vt:lpstr>Diapositive 37</vt:lpstr>
      <vt:lpstr>Diapositive 38</vt:lpstr>
      <vt:lpstr>Diapositive 39</vt:lpstr>
      <vt:lpstr>Diapositive 40</vt:lpstr>
      <vt:lpstr>Diapositive 41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Hajer Bargaoui</dc:creator>
  <cp:lastModifiedBy>Fatma</cp:lastModifiedBy>
  <cp:revision>345</cp:revision>
  <dcterms:created xsi:type="dcterms:W3CDTF">2021-09-24T12:56:43Z</dcterms:created>
  <dcterms:modified xsi:type="dcterms:W3CDTF">2022-09-16T10:50:22Z</dcterms:modified>
</cp:coreProperties>
</file>