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626" r:id="rId3"/>
    <p:sldId id="635" r:id="rId4"/>
    <p:sldId id="652" r:id="rId5"/>
    <p:sldId id="653" r:id="rId6"/>
    <p:sldId id="654" r:id="rId7"/>
    <p:sldId id="655" r:id="rId8"/>
    <p:sldId id="656" r:id="rId9"/>
    <p:sldId id="657" r:id="rId10"/>
    <p:sldId id="658" r:id="rId11"/>
    <p:sldId id="659" r:id="rId12"/>
    <p:sldId id="660" r:id="rId13"/>
    <p:sldId id="410" r:id="rId14"/>
    <p:sldId id="633" r:id="rId15"/>
    <p:sldId id="625" r:id="rId16"/>
    <p:sldId id="624" r:id="rId17"/>
    <p:sldId id="623" r:id="rId18"/>
    <p:sldId id="627" r:id="rId19"/>
    <p:sldId id="605" r:id="rId20"/>
    <p:sldId id="628" r:id="rId21"/>
    <p:sldId id="631" r:id="rId22"/>
    <p:sldId id="632" r:id="rId23"/>
    <p:sldId id="596" r:id="rId24"/>
    <p:sldId id="629" r:id="rId25"/>
    <p:sldId id="640" r:id="rId26"/>
    <p:sldId id="641" r:id="rId27"/>
    <p:sldId id="639" r:id="rId28"/>
    <p:sldId id="630" r:id="rId29"/>
    <p:sldId id="642" r:id="rId30"/>
    <p:sldId id="595" r:id="rId31"/>
    <p:sldId id="609" r:id="rId32"/>
    <p:sldId id="634" r:id="rId33"/>
    <p:sldId id="610" r:id="rId34"/>
    <p:sldId id="643" r:id="rId35"/>
    <p:sldId id="644" r:id="rId36"/>
    <p:sldId id="645" r:id="rId37"/>
    <p:sldId id="651" r:id="rId38"/>
    <p:sldId id="646" r:id="rId39"/>
    <p:sldId id="647" r:id="rId40"/>
    <p:sldId id="648" r:id="rId41"/>
    <p:sldId id="649" r:id="rId42"/>
    <p:sldId id="650" r:id="rId43"/>
    <p:sldId id="25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93EDAB1-5E22-44C0-BD64-D1EBC96A1A14}">
          <p14:sldIdLst>
            <p14:sldId id="256"/>
          </p14:sldIdLst>
        </p14:section>
        <p14:section name="Default Section" id="{21EE07D4-F84E-4BBE-9AD3-719F4B2C30E8}">
          <p14:sldIdLst>
            <p14:sldId id="626"/>
            <p14:sldId id="635"/>
            <p14:sldId id="652"/>
            <p14:sldId id="653"/>
            <p14:sldId id="654"/>
            <p14:sldId id="655"/>
            <p14:sldId id="656"/>
            <p14:sldId id="657"/>
            <p14:sldId id="658"/>
            <p14:sldId id="659"/>
            <p14:sldId id="660"/>
            <p14:sldId id="410"/>
            <p14:sldId id="633"/>
            <p14:sldId id="625"/>
            <p14:sldId id="624"/>
            <p14:sldId id="623"/>
            <p14:sldId id="627"/>
            <p14:sldId id="605"/>
            <p14:sldId id="628"/>
            <p14:sldId id="631"/>
            <p14:sldId id="632"/>
            <p14:sldId id="596"/>
            <p14:sldId id="629"/>
            <p14:sldId id="640"/>
            <p14:sldId id="641"/>
            <p14:sldId id="639"/>
            <p14:sldId id="630"/>
            <p14:sldId id="642"/>
            <p14:sldId id="595"/>
            <p14:sldId id="609"/>
            <p14:sldId id="634"/>
            <p14:sldId id="610"/>
            <p14:sldId id="643"/>
            <p14:sldId id="644"/>
            <p14:sldId id="645"/>
            <p14:sldId id="651"/>
            <p14:sldId id="646"/>
            <p14:sldId id="647"/>
            <p14:sldId id="648"/>
            <p14:sldId id="649"/>
            <p14:sldId id="650"/>
            <p14:sldId id="25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C4E"/>
    <a:srgbClr val="FF3300"/>
    <a:srgbClr val="CA1814"/>
    <a:srgbClr val="2E2B2B"/>
    <a:srgbClr val="363233"/>
    <a:srgbClr val="CC00CC"/>
    <a:srgbClr val="990099"/>
    <a:srgbClr val="E9E7E8"/>
    <a:srgbClr val="D0CDCF"/>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36" autoAdjust="0"/>
    <p:restoredTop sz="88398" autoAdjust="0"/>
  </p:normalViewPr>
  <p:slideViewPr>
    <p:cSldViewPr snapToGrid="0">
      <p:cViewPr varScale="1">
        <p:scale>
          <a:sx n="64" d="100"/>
          <a:sy n="64" d="100"/>
        </p:scale>
        <p:origin x="105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3DF0B8-1B48-4225-9701-63468AF0DF5E}" type="datetimeFigureOut">
              <a:rPr lang="en-US" smtClean="0"/>
              <a:pPr/>
              <a:t>9/2/2022</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A5863-5F8F-4656-8519-B0608FA8CD3E}" type="slidenum">
              <a:rPr lang="en-US" smtClean="0"/>
              <a:pPr/>
              <a:t>‹#›</a:t>
            </a:fld>
            <a:endParaRPr lang="en-US"/>
          </a:p>
        </p:txBody>
      </p:sp>
    </p:spTree>
    <p:extLst>
      <p:ext uri="{BB962C8B-B14F-4D97-AF65-F5344CB8AC3E}">
        <p14:creationId xmlns:p14="http://schemas.microsoft.com/office/powerpoint/2010/main" val="21474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audry.be/reseaux-ip-classes.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www.gaudry.be/glossaire/routage" TargetMode="External"/><Relationship Id="rId4" Type="http://schemas.openxmlformats.org/officeDocument/2006/relationships/hyperlink" Target="https://www.gaudry.be/reseaux-paires-torsadees.html#45co"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tools.ietf.org/html/rfc790"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58585B"/>
                </a:solidFill>
                <a:effectLst/>
                <a:latin typeface="CiscoSans"/>
              </a:rPr>
              <a:t>Actuellement, il y a encore beaucoup de réseaux utilisant l'adressage IPv4, même si les organisations qui les utilisent font la transition vers IPv6. Il est donc très important pour les administrateurs réseau de savoir tout ce qu'ils peuvent sur l'adressage IPv4. Ce module couvre en détail les aspects fondamentaux de l'adressage IPv4. </a:t>
            </a:r>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a:t>
            </a:fld>
            <a:endParaRPr lang="en-US"/>
          </a:p>
        </p:txBody>
      </p:sp>
    </p:spTree>
    <p:extLst>
      <p:ext uri="{BB962C8B-B14F-4D97-AF65-F5344CB8AC3E}">
        <p14:creationId xmlns:p14="http://schemas.microsoft.com/office/powerpoint/2010/main" val="3485582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58585B"/>
                </a:solidFill>
                <a:effectLst/>
                <a:latin typeface="CiscoSans"/>
              </a:rPr>
              <a:t>Pour effectuer des communications de bout en bout entre les limites du réseau, les protocoles de couche réseau effectuent quatre opérations de base:</a:t>
            </a:r>
          </a:p>
          <a:p>
            <a:pPr algn="l">
              <a:buFont typeface="Arial" panose="020B0604020202020204" pitchFamily="34" charset="0"/>
              <a:buChar char="•"/>
            </a:pPr>
            <a:r>
              <a:rPr lang="fr-FR" b="1" i="0" dirty="0">
                <a:solidFill>
                  <a:srgbClr val="58585B"/>
                </a:solidFill>
                <a:effectLst/>
                <a:latin typeface="CiscoSans"/>
              </a:rPr>
              <a:t>Adressage des terminaux</a:t>
            </a:r>
            <a:r>
              <a:rPr lang="fr-FR" b="0" i="0" dirty="0">
                <a:solidFill>
                  <a:srgbClr val="58585B"/>
                </a:solidFill>
                <a:effectLst/>
                <a:latin typeface="CiscoSans"/>
              </a:rPr>
              <a:t> - Les terminaux doivent être configurés avec une adresse IP unique pour l'identification sur le réseau.</a:t>
            </a:r>
          </a:p>
          <a:p>
            <a:pPr algn="l">
              <a:buFont typeface="Arial" panose="020B0604020202020204" pitchFamily="34" charset="0"/>
              <a:buChar char="•"/>
            </a:pPr>
            <a:r>
              <a:rPr lang="fr-FR" b="1" i="0" dirty="0">
                <a:solidFill>
                  <a:srgbClr val="58585B"/>
                </a:solidFill>
                <a:effectLst/>
                <a:latin typeface="CiscoSans"/>
              </a:rPr>
              <a:t>Encapsulation - </a:t>
            </a:r>
            <a:r>
              <a:rPr lang="fr-FR" b="0" i="0" dirty="0">
                <a:solidFill>
                  <a:srgbClr val="58585B"/>
                </a:solidFill>
                <a:effectLst/>
                <a:latin typeface="CiscoSans"/>
              </a:rPr>
              <a:t>La couche réseau encapsule l'unité de données de protocole (PDU) de la couche transport dans un paquet. Le processus d'encapsulation ajoute des informations d'en-tête IP, telles que l'adresse IP des hôtes source (expéditeurs) et de destination (destinataires). Le processus d'encapsulation est effectué par la source du paquet IP.</a:t>
            </a:r>
          </a:p>
          <a:p>
            <a:pPr algn="l">
              <a:buFont typeface="Arial" panose="020B0604020202020204" pitchFamily="34" charset="0"/>
              <a:buChar char="•"/>
            </a:pPr>
            <a:r>
              <a:rPr lang="fr-FR" b="1" i="0" dirty="0">
                <a:solidFill>
                  <a:srgbClr val="58585B"/>
                </a:solidFill>
                <a:effectLst/>
                <a:latin typeface="CiscoSans"/>
              </a:rPr>
              <a:t>Routage - </a:t>
            </a:r>
            <a:r>
              <a:rPr lang="fr-FR" b="0" i="0" dirty="0">
                <a:solidFill>
                  <a:srgbClr val="58585B"/>
                </a:solidFill>
                <a:effectLst/>
                <a:latin typeface="CiscoSans"/>
              </a:rPr>
              <a:t>La couche réseau fournit des services pour diriger les paquets vers un hôte de destination sur un autre réseau. Pour voyager vers d'autres réseaux, le paquet doit être traité par un routeur. Le rôle du routeur est de sélectionner le meilleur chemin et de diriger les paquets vers l'hôte de destination. Ce processus est appelé le routage. Un paquet peut passer par de nombreux périphériques intermédiaires avant d'atteindre l'hôte de destination. Chaque routeur que traverse le paquet pour atteindre l'hôte de destination est appelé un tronçon.</a:t>
            </a:r>
          </a:p>
          <a:p>
            <a:pPr algn="l">
              <a:buFont typeface="Arial" panose="020B0604020202020204" pitchFamily="34" charset="0"/>
              <a:buChar char="•"/>
            </a:pPr>
            <a:r>
              <a:rPr lang="fr-FR" b="1" i="0" dirty="0">
                <a:solidFill>
                  <a:srgbClr val="58585B"/>
                </a:solidFill>
                <a:effectLst/>
                <a:latin typeface="CiscoSans"/>
              </a:rPr>
              <a:t>Désencapsulation - </a:t>
            </a:r>
            <a:r>
              <a:rPr lang="fr-FR" b="0" i="0" dirty="0">
                <a:solidFill>
                  <a:srgbClr val="58585B"/>
                </a:solidFill>
                <a:effectLst/>
                <a:latin typeface="CiscoSans"/>
              </a:rPr>
              <a:t>Lorsque le paquet arrive à la couche réseau de l'hôte de destination, l'hôte vérifie l'en-tête IP du paquet. Si l'adresse IP de destination dans l'en-tête correspond à l'adresse IP de l'hôte qui effectue la vérification, l'en-tête IP est supprimé du paquet. Une fois la désencapsulation effectuée par la couche réseau, la PDU de couche 4 est transmise au service approprié au niveau de la couche transport. Le processus de décapsulation est effectué par l'hôte de destination du paquet IP.</a:t>
            </a:r>
          </a:p>
          <a:p>
            <a:pPr algn="l"/>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4</a:t>
            </a:fld>
            <a:endParaRPr lang="en-US"/>
          </a:p>
        </p:txBody>
      </p:sp>
    </p:spTree>
    <p:extLst>
      <p:ext uri="{BB962C8B-B14F-4D97-AF65-F5344CB8AC3E}">
        <p14:creationId xmlns:p14="http://schemas.microsoft.com/office/powerpoint/2010/main" val="572079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58585B"/>
                </a:solidFill>
                <a:effectLst/>
                <a:latin typeface="CiscoSans"/>
              </a:rPr>
              <a:t>Comme le montre la figure, IP version 4 (IPv4) et IP version 6 (IPv6) sont les protocoles principaux de communication de couche réseau. D'autres protocoles de couche réseau incluent des protocoles de routage tels que Open </a:t>
            </a:r>
            <a:r>
              <a:rPr lang="fr-FR" b="0" i="0" dirty="0" err="1">
                <a:solidFill>
                  <a:srgbClr val="58585B"/>
                </a:solidFill>
                <a:effectLst/>
                <a:latin typeface="CiscoSans"/>
              </a:rPr>
              <a:t>Shortest</a:t>
            </a:r>
            <a:r>
              <a:rPr lang="fr-FR" b="0" i="0" dirty="0">
                <a:solidFill>
                  <a:srgbClr val="58585B"/>
                </a:solidFill>
                <a:effectLst/>
                <a:latin typeface="CiscoSans"/>
              </a:rPr>
              <a:t> Path First (OSPF) et des protocoles de messagerie tels que Internet Control Message Protocol (ICMP).</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5</a:t>
            </a:fld>
            <a:endParaRPr lang="en-US"/>
          </a:p>
        </p:txBody>
      </p:sp>
    </p:spTree>
    <p:extLst>
      <p:ext uri="{BB962C8B-B14F-4D97-AF65-F5344CB8AC3E}">
        <p14:creationId xmlns:p14="http://schemas.microsoft.com/office/powerpoint/2010/main" val="3195754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58585B"/>
                </a:solidFill>
                <a:effectLst/>
                <a:latin typeface="CiscoSans"/>
              </a:rPr>
              <a:t>Le </a:t>
            </a:r>
            <a:r>
              <a:rPr lang="fr-FR" b="1" i="0" dirty="0">
                <a:solidFill>
                  <a:srgbClr val="58585B"/>
                </a:solidFill>
                <a:effectLst/>
                <a:latin typeface="CiscoSans"/>
              </a:rPr>
              <a:t>processus d'encapsulation </a:t>
            </a:r>
            <a:r>
              <a:rPr lang="fr-FR" b="0" i="0" dirty="0">
                <a:solidFill>
                  <a:srgbClr val="58585B"/>
                </a:solidFill>
                <a:effectLst/>
                <a:latin typeface="CiscoSans"/>
              </a:rPr>
              <a:t>des données par couche permet aux services des différentes couches de se développer et de s'étendre sans affecter d'autres couches. Cela signifie que les segments de couche transport peuvent être facilement encapsulés par les protocoles IPv4 et IPv6, ou par tout nouveau protocole qui serait mis au point dans le futur.</a:t>
            </a:r>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6</a:t>
            </a:fld>
            <a:endParaRPr lang="en-US"/>
          </a:p>
        </p:txBody>
      </p:sp>
    </p:spTree>
    <p:extLst>
      <p:ext uri="{BB962C8B-B14F-4D97-AF65-F5344CB8AC3E}">
        <p14:creationId xmlns:p14="http://schemas.microsoft.com/office/powerpoint/2010/main" val="2147397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fr-FR" b="0" i="0" dirty="0">
                <a:solidFill>
                  <a:srgbClr val="58585B"/>
                </a:solidFill>
                <a:effectLst/>
                <a:latin typeface="CiscoSans"/>
              </a:rPr>
              <a:t>L'IP est sans connexion, ce qui signifie qu'aucune connexion dédiée de bout en bout n'est créée par l'IP avant l'envoi des données.</a:t>
            </a:r>
          </a:p>
          <a:p>
            <a:pPr>
              <a:lnSpc>
                <a:spcPct val="80000"/>
              </a:lnSpc>
              <a:buFontTx/>
              <a:buNone/>
            </a:pPr>
            <a:endParaRPr lang="fr-FR" b="0" i="0" dirty="0">
              <a:solidFill>
                <a:srgbClr val="58585B"/>
              </a:solidFill>
              <a:effectLst/>
              <a:latin typeface="CiscoSans"/>
            </a:endParaRPr>
          </a:p>
          <a:p>
            <a:pPr algn="l"/>
            <a:r>
              <a:rPr lang="fr-FR" b="0" i="0" dirty="0">
                <a:solidFill>
                  <a:srgbClr val="58585B"/>
                </a:solidFill>
                <a:effectLst/>
                <a:latin typeface="CiscoSans"/>
              </a:rPr>
              <a:t>Les communications de données sans connexion fonctionnent selon le même principe. Comme le montre la figure, IP ne nécessite aucun échange initial d'informations de contrôle pour établir une connexion de bout en bout avant que les paquets ne soient transmis.</a:t>
            </a:r>
          </a:p>
          <a:p>
            <a:br>
              <a:rPr lang="fr-FR" b="0" i="0" dirty="0">
                <a:solidFill>
                  <a:srgbClr val="58585B"/>
                </a:solidFill>
                <a:effectLst/>
                <a:latin typeface="CiscoSans"/>
              </a:rPr>
            </a:br>
            <a:endParaRPr lang="en-US"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8</a:t>
            </a:fld>
            <a:endParaRPr lang="en-US"/>
          </a:p>
        </p:txBody>
      </p:sp>
    </p:spTree>
    <p:extLst>
      <p:ext uri="{BB962C8B-B14F-4D97-AF65-F5344CB8AC3E}">
        <p14:creationId xmlns:p14="http://schemas.microsoft.com/office/powerpoint/2010/main" val="1006006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58585B"/>
                </a:solidFill>
                <a:effectLst/>
                <a:latin typeface="CiscoSans"/>
              </a:rPr>
              <a:t>Le protocole IP ne nécessite pas non plus de champs supplémentaires dans l'en-tête pour maintenir une connexion établie. Ce processus réduit sensiblement la surcharge du protocole IP. Cependant, en l'absence de connexion de bout en bout préétablie, les expéditeurs ne savent pas si les dispositifs de destination sont présents et fonctionnels lors de l'envoi des paquets, ni si le destinataire reçoit le paquet, ou si le dispositif de destination est capable d'accéder au paquet et de le lire.</a:t>
            </a:r>
          </a:p>
          <a:p>
            <a:pPr algn="l"/>
            <a:r>
              <a:rPr lang="fr-FR" b="0" i="0" dirty="0">
                <a:solidFill>
                  <a:srgbClr val="58585B"/>
                </a:solidFill>
                <a:effectLst/>
                <a:latin typeface="CiscoSans"/>
              </a:rPr>
              <a:t>Ce dernier ne garantit pas que tous les paquets acheminés soient effectivement reçus. La figure illustre l'acheminement non fiable ou « au mieux » qui caractérise le protocole IP.</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9</a:t>
            </a:fld>
            <a:endParaRPr lang="en-US"/>
          </a:p>
        </p:txBody>
      </p:sp>
    </p:spTree>
    <p:extLst>
      <p:ext uri="{BB962C8B-B14F-4D97-AF65-F5344CB8AC3E}">
        <p14:creationId xmlns:p14="http://schemas.microsoft.com/office/powerpoint/2010/main" val="4099292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Chaque adresse est une chaîne de 32 bits divisée en quatre parties appelées </a:t>
            </a:r>
            <a:r>
              <a:rPr lang="fr-FR" i="1" dirty="0"/>
              <a:t>octets</a:t>
            </a:r>
            <a:r>
              <a:rPr lang="fr-FR" dirty="0"/>
              <a:t>. Chaque octet contient 8 bits séparés par un point.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peut être difficile de s'en sortir avec les nombres binaires. Pour simplifier leur utilisation, les adresses IPv4 sont souvent exprimées en notation décimale à point.</a:t>
            </a:r>
          </a:p>
          <a:p>
            <a:endParaRPr lang="fr-TN" dirty="0"/>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9F276991-BA79-4C5E-87AE-97975451B90F}" type="slidenum">
              <a:rPr lang="fr-FR" smtClean="0"/>
              <a:pPr/>
              <a:t>15</a:t>
            </a:fld>
            <a:endParaRPr lang="fr-FR"/>
          </a:p>
        </p:txBody>
      </p:sp>
    </p:spTree>
    <p:extLst>
      <p:ext uri="{BB962C8B-B14F-4D97-AF65-F5344CB8AC3E}">
        <p14:creationId xmlns:p14="http://schemas.microsoft.com/office/powerpoint/2010/main" val="4038281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modèle OSI (Open </a:t>
            </a:r>
            <a:r>
              <a:rPr lang="fr-FR" dirty="0" err="1"/>
              <a:t>Systems</a:t>
            </a:r>
            <a:r>
              <a:rPr lang="fr-FR" dirty="0"/>
              <a:t> </a:t>
            </a:r>
            <a:r>
              <a:rPr lang="fr-FR" dirty="0" err="1"/>
              <a:t>Interconnection</a:t>
            </a:r>
            <a:r>
              <a:rPr lang="fr-FR" dirty="0"/>
              <a:t>) et le modèle TCP/IP sont les principaux modèles utilisés en matière de fonctionnalités réseau. Chacun représente un type basique de modèle de réseau en couches :</a:t>
            </a:r>
          </a:p>
          <a:p>
            <a:pPr>
              <a:buFont typeface="Arial" pitchFamily="34" charset="0"/>
              <a:buChar char="•"/>
            </a:pPr>
            <a:r>
              <a:rPr lang="fr-FR" dirty="0"/>
              <a:t>Le </a:t>
            </a:r>
            <a:r>
              <a:rPr lang="fr-FR" b="1" dirty="0"/>
              <a:t>modèle de référence</a:t>
            </a:r>
            <a:r>
              <a:rPr lang="fr-FR" dirty="0"/>
              <a:t> assure la cohérence de tous les types de protocoles et services réseau en décrivant les opérations à effectuer à chaque couche, mais n'indique pas leur mise en œuvre. Le modèle OSI est un modèle de référence inter-réseau largement répandu, mais c'est également un modèle de protocole pour la suite de protocoles OSI.</a:t>
            </a:r>
          </a:p>
          <a:p>
            <a:pPr>
              <a:buFont typeface="Arial" pitchFamily="34" charset="0"/>
              <a:buChar char="•"/>
            </a:pPr>
            <a:endParaRPr lang="fr-FR" dirty="0"/>
          </a:p>
          <a:p>
            <a:pPr>
              <a:buFont typeface="Arial" pitchFamily="34" charset="0"/>
              <a:buChar char="•"/>
            </a:pPr>
            <a:r>
              <a:rPr lang="fr-FR" dirty="0"/>
              <a:t> Le </a:t>
            </a:r>
            <a:r>
              <a:rPr lang="fr-FR" b="1" dirty="0"/>
              <a:t>modèle de protocole</a:t>
            </a:r>
            <a:r>
              <a:rPr lang="fr-FR" dirty="0"/>
              <a:t>, qui suit la structure d'une suite de protocoles donnée. Le modèle TCP/IP est un modèle de protocole, car il décrit les fonctions qui interviennent à chaque couche de protocoles au sein de la suite TCP/IP. </a:t>
            </a:r>
          </a:p>
          <a:p>
            <a:endParaRPr lang="fr-TN" dirty="0"/>
          </a:p>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17</a:t>
            </a:fld>
            <a:endParaRPr lang="fr-FR"/>
          </a:p>
        </p:txBody>
      </p:sp>
    </p:spTree>
    <p:extLst>
      <p:ext uri="{BB962C8B-B14F-4D97-AF65-F5344CB8AC3E}">
        <p14:creationId xmlns:p14="http://schemas.microsoft.com/office/powerpoint/2010/main" val="767764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18</a:t>
            </a:fld>
            <a:endParaRPr lang="fr-FR"/>
          </a:p>
        </p:txBody>
      </p:sp>
    </p:spTree>
    <p:extLst>
      <p:ext uri="{BB962C8B-B14F-4D97-AF65-F5344CB8AC3E}">
        <p14:creationId xmlns:p14="http://schemas.microsoft.com/office/powerpoint/2010/main" val="3313116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19</a:t>
            </a:fld>
            <a:endParaRPr lang="fr-FR"/>
          </a:p>
        </p:txBody>
      </p:sp>
    </p:spTree>
    <p:extLst>
      <p:ext uri="{BB962C8B-B14F-4D97-AF65-F5344CB8AC3E}">
        <p14:creationId xmlns:p14="http://schemas.microsoft.com/office/powerpoint/2010/main" val="418745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fr-FR" b="0" i="0" dirty="0">
                <a:solidFill>
                  <a:srgbClr val="000000"/>
                </a:solidFill>
                <a:effectLst/>
                <a:latin typeface="Merriweather" panose="00000500000000000000" pitchFamily="2" charset="0"/>
              </a:rPr>
              <a:t>Les masques de sous-réseaux (</a:t>
            </a:r>
            <a:r>
              <a:rPr lang="fr-FR" b="0" i="0" dirty="0" err="1">
                <a:solidFill>
                  <a:srgbClr val="000000"/>
                </a:solidFill>
                <a:effectLst/>
                <a:latin typeface="Merriweather" panose="00000500000000000000" pitchFamily="2" charset="0"/>
              </a:rPr>
              <a:t>subnet</a:t>
            </a:r>
            <a:r>
              <a:rPr lang="fr-FR" b="0" i="0" dirty="0">
                <a:solidFill>
                  <a:srgbClr val="000000"/>
                </a:solidFill>
                <a:effectLst/>
                <a:latin typeface="Merriweather" panose="00000500000000000000" pitchFamily="2" charset="0"/>
              </a:rPr>
              <a:t> </a:t>
            </a:r>
            <a:r>
              <a:rPr lang="fr-FR" b="0" i="0" dirty="0" err="1">
                <a:solidFill>
                  <a:srgbClr val="000000"/>
                </a:solidFill>
                <a:effectLst/>
                <a:latin typeface="Merriweather" panose="00000500000000000000" pitchFamily="2" charset="0"/>
              </a:rPr>
              <a:t>mask</a:t>
            </a:r>
            <a:r>
              <a:rPr lang="fr-FR" b="0" i="0" dirty="0">
                <a:solidFill>
                  <a:srgbClr val="000000"/>
                </a:solidFill>
                <a:effectLst/>
                <a:latin typeface="Merriweather" panose="00000500000000000000" pitchFamily="2" charset="0"/>
              </a:rPr>
              <a:t>) permettent de déterminer si une </a:t>
            </a:r>
            <a:r>
              <a:rPr lang="fr-FR" b="0" i="0" u="none" strike="noStrike" dirty="0">
                <a:solidFill>
                  <a:srgbClr val="000000"/>
                </a:solidFill>
                <a:effectLst/>
                <a:latin typeface="Merriweather" panose="00000500000000000000" pitchFamily="2" charset="0"/>
                <a:hlinkClick r:id="rId3"/>
              </a:rPr>
              <a:t>adresse IP</a:t>
            </a:r>
            <a:r>
              <a:rPr lang="fr-FR" b="0" i="0" dirty="0">
                <a:solidFill>
                  <a:srgbClr val="000000"/>
                </a:solidFill>
                <a:effectLst/>
                <a:latin typeface="Merriweather" panose="00000500000000000000" pitchFamily="2" charset="0"/>
              </a:rPr>
              <a:t> est locale ou distante dans un réseau.</a:t>
            </a:r>
            <a:br>
              <a:rPr lang="fr-FR" b="0" i="0" dirty="0">
                <a:solidFill>
                  <a:srgbClr val="000000"/>
                </a:solidFill>
                <a:effectLst/>
                <a:latin typeface="Merriweather" panose="00000500000000000000" pitchFamily="2" charset="0"/>
              </a:rPr>
            </a:br>
            <a:r>
              <a:rPr lang="fr-FR" b="0" i="0" dirty="0">
                <a:solidFill>
                  <a:srgbClr val="000000"/>
                </a:solidFill>
                <a:effectLst/>
                <a:latin typeface="Merriweather" panose="00000500000000000000" pitchFamily="2" charset="0"/>
              </a:rPr>
              <a:t>Ce masque est obligatoire, même si vous ne possédez que deux machines reliées par un </a:t>
            </a:r>
            <a:r>
              <a:rPr lang="fr-FR" b="0" i="0" u="none" strike="noStrike" dirty="0">
                <a:solidFill>
                  <a:srgbClr val="000000"/>
                </a:solidFill>
                <a:effectLst/>
                <a:latin typeface="Merriweather" panose="00000500000000000000" pitchFamily="2" charset="0"/>
                <a:hlinkClick r:id="rId4"/>
              </a:rPr>
              <a:t>câble croisé</a:t>
            </a:r>
            <a:r>
              <a:rPr lang="fr-FR" b="0" i="0" dirty="0">
                <a:solidFill>
                  <a:srgbClr val="000000"/>
                </a:solidFill>
                <a:effectLst/>
                <a:latin typeface="Merriweather" panose="00000500000000000000" pitchFamily="2" charset="0"/>
              </a:rPr>
              <a:t>. Il est obligatoire car il intervient dans le processus de </a:t>
            </a:r>
            <a:r>
              <a:rPr lang="fr-FR" b="0" i="0" u="none" strike="noStrike" dirty="0">
                <a:solidFill>
                  <a:srgbClr val="000000"/>
                </a:solidFill>
                <a:effectLst/>
                <a:latin typeface="Merriweather" panose="00000500000000000000" pitchFamily="2" charset="0"/>
                <a:hlinkClick r:id="rId5" tooltip="Consulter la définition de routage"/>
              </a:rPr>
              <a:t>routage</a:t>
            </a:r>
            <a:r>
              <a:rPr lang="fr-FR" b="0" i="0" dirty="0">
                <a:solidFill>
                  <a:srgbClr val="000000"/>
                </a:solidFill>
                <a:effectLst/>
                <a:latin typeface="Merriweather" panose="00000500000000000000" pitchFamily="2" charset="0"/>
              </a:rPr>
              <a:t> IP.</a:t>
            </a:r>
          </a:p>
          <a:p>
            <a:pPr algn="just"/>
            <a:r>
              <a:rPr lang="fr-FR" b="0" i="0" dirty="0">
                <a:solidFill>
                  <a:srgbClr val="000000"/>
                </a:solidFill>
                <a:effectLst/>
                <a:latin typeface="Merriweather" panose="00000500000000000000" pitchFamily="2" charset="0"/>
              </a:rPr>
              <a:t>Le masque de sous-réseau permet de masquer une partie de l'adresse IP pour distinguer un id de (sous-)réseau et un id hôte.</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22</a:t>
            </a:fld>
            <a:endParaRPr lang="en-US"/>
          </a:p>
        </p:txBody>
      </p:sp>
    </p:spTree>
    <p:extLst>
      <p:ext uri="{BB962C8B-B14F-4D97-AF65-F5344CB8AC3E}">
        <p14:creationId xmlns:p14="http://schemas.microsoft.com/office/powerpoint/2010/main" val="4106023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23</a:t>
            </a:fld>
            <a:endParaRPr lang="fr-FR"/>
          </a:p>
        </p:txBody>
      </p:sp>
    </p:spTree>
    <p:extLst>
      <p:ext uri="{BB962C8B-B14F-4D97-AF65-F5344CB8AC3E}">
        <p14:creationId xmlns:p14="http://schemas.microsoft.com/office/powerpoint/2010/main" val="1157059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25</a:t>
            </a:fld>
            <a:endParaRPr lang="en-US"/>
          </a:p>
        </p:txBody>
      </p:sp>
    </p:spTree>
    <p:extLst>
      <p:ext uri="{BB962C8B-B14F-4D97-AF65-F5344CB8AC3E}">
        <p14:creationId xmlns:p14="http://schemas.microsoft.com/office/powerpoint/2010/main" val="354531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26</a:t>
            </a:fld>
            <a:endParaRPr lang="en-US"/>
          </a:p>
        </p:txBody>
      </p:sp>
    </p:spTree>
    <p:extLst>
      <p:ext uri="{BB962C8B-B14F-4D97-AF65-F5344CB8AC3E}">
        <p14:creationId xmlns:p14="http://schemas.microsoft.com/office/powerpoint/2010/main" val="2596278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58585B"/>
                </a:solidFill>
                <a:effectLst/>
                <a:latin typeface="CiscoSans"/>
              </a:rPr>
              <a:t>La partie hôte de l'adresse est les bits indiqués par 0 bits dans le masque de sous-réseau. Les adresses hôtes peuvent avoir n'importe quelle combinaison de bits dans la partie hôte, sauf pour tous les 0 bits (il s'agit d'une adresse réseau) ou tous les 1 bits (il s'agit d'une adresse de diffusion).</a:t>
            </a:r>
          </a:p>
          <a:p>
            <a:pPr algn="l"/>
            <a:r>
              <a:rPr lang="fr-FR" b="0" i="0" dirty="0">
                <a:solidFill>
                  <a:srgbClr val="58585B"/>
                </a:solidFill>
                <a:effectLst/>
                <a:latin typeface="CiscoSans"/>
              </a:rPr>
              <a:t>Tous les périphériques du même réseau doivent avoir le même masque de sous-réseau et les mêmes bits réseau. Seuls les bits hôtes seront différents et doivent être uniques.</a:t>
            </a:r>
          </a:p>
          <a:p>
            <a:endParaRPr lang="fr-TN" dirty="0"/>
          </a:p>
          <a:p>
            <a:endParaRPr lang="en-US"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27</a:t>
            </a:fld>
            <a:endParaRPr lang="en-US"/>
          </a:p>
        </p:txBody>
      </p:sp>
    </p:spTree>
    <p:extLst>
      <p:ext uri="{BB962C8B-B14F-4D97-AF65-F5344CB8AC3E}">
        <p14:creationId xmlns:p14="http://schemas.microsoft.com/office/powerpoint/2010/main" val="3949524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58585B"/>
                </a:solidFill>
                <a:effectLst/>
                <a:latin typeface="CiscoSans"/>
              </a:rPr>
              <a:t>Une adresse de diffusion est une adresse qui est utilisée lorsqu'elle est nécessaire pour atteindre tous les périphériques du réseau IPv4. Comme indiqué dans la figure, l'adresse de diffusion réseau a tous les 1 bits dans la partie hôte, comme déterminé par le masque de sous-réseau.</a:t>
            </a:r>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28</a:t>
            </a:fld>
            <a:endParaRPr lang="en-US"/>
          </a:p>
        </p:txBody>
      </p:sp>
    </p:spTree>
    <p:extLst>
      <p:ext uri="{BB962C8B-B14F-4D97-AF65-F5344CB8AC3E}">
        <p14:creationId xmlns:p14="http://schemas.microsoft.com/office/powerpoint/2010/main" val="1097299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fr-FR" dirty="0"/>
              <a:t>Les adresses IP peuvent être attribuées aux périphériques de manière statique ou dynamique.</a:t>
            </a:r>
          </a:p>
          <a:p>
            <a:pPr algn="just"/>
            <a:endParaRPr lang="fr-FR" dirty="0"/>
          </a:p>
          <a:p>
            <a:pPr algn="just"/>
            <a:r>
              <a:rPr lang="fr-FR" dirty="0"/>
              <a:t>Sur les réseaux, certains périphériques doivent avoir une adresse IP fixe. Par exemple, les imprimantes, serveurs et périphériques réseau doivent conserver la même adresse IP. De ce fait, une adresse IP statique leur est généralement attribuée.</a:t>
            </a:r>
          </a:p>
          <a:p>
            <a:pPr algn="just"/>
            <a:endParaRPr lang="fr-FR" dirty="0"/>
          </a:p>
          <a:p>
            <a:pPr algn="just"/>
            <a:r>
              <a:rPr lang="fr-FR" dirty="0"/>
              <a:t>Il est également possible d'attribuer une adresse IPv4 statique à un hôte, comme l'illustre la figure ci-contre. </a:t>
            </a:r>
          </a:p>
          <a:p>
            <a:pPr algn="just"/>
            <a:endParaRPr lang="fr-FR" dirty="0"/>
          </a:p>
          <a:p>
            <a:pPr algn="just"/>
            <a:r>
              <a:rPr lang="fr-FR" dirty="0"/>
              <a:t>L'attribution d'adresses IP statiques aux hôtes est une pratique acceptable dans les petits réseaux.</a:t>
            </a:r>
          </a:p>
          <a:p>
            <a:endParaRPr lang="fr-TN" dirty="0"/>
          </a:p>
          <a:p>
            <a:endParaRPr lang="en-US"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29</a:t>
            </a:fld>
            <a:endParaRPr lang="en-US"/>
          </a:p>
        </p:txBody>
      </p:sp>
    </p:spTree>
    <p:extLst>
      <p:ext uri="{BB962C8B-B14F-4D97-AF65-F5344CB8AC3E}">
        <p14:creationId xmlns:p14="http://schemas.microsoft.com/office/powerpoint/2010/main" val="979814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fr-FR" dirty="0"/>
              <a:t>Sur les grands réseaux, la méthode DHCP est généralement privilégiée pour l'attribution des adresses IPv4. </a:t>
            </a:r>
          </a:p>
          <a:p>
            <a:pPr algn="just"/>
            <a:endParaRPr lang="fr-FR" dirty="0"/>
          </a:p>
          <a:p>
            <a:pPr algn="just"/>
            <a:r>
              <a:rPr lang="fr-FR" dirty="0"/>
              <a:t>L’avantage de cette méthode réside dans le fait que les adresses ne sont pas attribuées aux hôtes de manière permanente, elles sont uniquement « louées » pour une certaine durée. Si l’hôte est mis hors tension ou retiré du réseau, l’adresse est retournée au pool pour être réutilisée. Cela est particulièrement intéressant pour les utilisateurs mobiles qui se connectent et se déconnectent d’un réseau.</a:t>
            </a:r>
          </a:p>
          <a:p>
            <a:endParaRPr lang="fr-TN" dirty="0"/>
          </a:p>
          <a:p>
            <a:endParaRPr lang="en-US" dirty="0"/>
          </a:p>
          <a:p>
            <a:r>
              <a:rPr lang="fr-FR" dirty="0"/>
              <a:t> </a:t>
            </a:r>
          </a:p>
        </p:txBody>
      </p:sp>
      <p:sp>
        <p:nvSpPr>
          <p:cNvPr id="4" name="Slide Number Placeholder 3"/>
          <p:cNvSpPr>
            <a:spLocks noGrp="1"/>
          </p:cNvSpPr>
          <p:nvPr>
            <p:ph type="sldNum" sz="quarter" idx="10"/>
          </p:nvPr>
        </p:nvSpPr>
        <p:spPr/>
        <p:txBody>
          <a:bodyPr/>
          <a:lstStyle/>
          <a:p>
            <a:fld id="{9F276991-BA79-4C5E-87AE-97975451B90F}" type="slidenum">
              <a:rPr lang="fr-FR" smtClean="0"/>
              <a:pPr/>
              <a:t>30</a:t>
            </a:fld>
            <a:endParaRPr lang="fr-FR"/>
          </a:p>
        </p:txBody>
      </p:sp>
    </p:spTree>
    <p:extLst>
      <p:ext uri="{BB962C8B-B14F-4D97-AF65-F5344CB8AC3E}">
        <p14:creationId xmlns:p14="http://schemas.microsoft.com/office/powerpoint/2010/main" val="2451421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effectLst/>
                <a:latin typeface="Arial" panose="020B0604020202020204" pitchFamily="34" charset="0"/>
              </a:rPr>
              <a:t>En IPv4, les hôtes peuvent communiquer de trois façons</a:t>
            </a:r>
          </a:p>
          <a:p>
            <a:pPr algn="l"/>
            <a:r>
              <a:rPr lang="fr-FR" b="0" i="0" dirty="0">
                <a:effectLst/>
                <a:latin typeface="Arial" panose="020B0604020202020204" pitchFamily="34" charset="0"/>
              </a:rPr>
              <a:t>Monodiffusion (unicast): consiste à envoyer un </a:t>
            </a:r>
          </a:p>
          <a:p>
            <a:pPr algn="l"/>
            <a:r>
              <a:rPr lang="fr-FR" b="0" i="0" dirty="0">
                <a:effectLst/>
                <a:latin typeface="Arial" panose="020B0604020202020204" pitchFamily="34" charset="0"/>
              </a:rPr>
              <a:t>paquet d'un hôte à un autre</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31</a:t>
            </a:fld>
            <a:endParaRPr lang="en-US"/>
          </a:p>
        </p:txBody>
      </p:sp>
    </p:spTree>
    <p:extLst>
      <p:ext uri="{BB962C8B-B14F-4D97-AF65-F5344CB8AC3E}">
        <p14:creationId xmlns:p14="http://schemas.microsoft.com/office/powerpoint/2010/main" val="2675125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effectLst/>
                <a:latin typeface="Arial" panose="020B0604020202020204" pitchFamily="34" charset="0"/>
              </a:rPr>
              <a:t>Multidiffusion (multicast): consiste à envoyer un paquet d'un hôte à un groupe d'hôtes en particulier, même situés dans des domaines de diffusion différents</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32</a:t>
            </a:fld>
            <a:endParaRPr lang="en-US"/>
          </a:p>
        </p:txBody>
      </p:sp>
    </p:spTree>
    <p:extLst>
      <p:ext uri="{BB962C8B-B14F-4D97-AF65-F5344CB8AC3E}">
        <p14:creationId xmlns:p14="http://schemas.microsoft.com/office/powerpoint/2010/main" val="3063832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effectLst/>
                <a:latin typeface="Arial" panose="020B0604020202020204" pitchFamily="34" charset="0"/>
              </a:rPr>
              <a:t>Diffusion (broadcast) : consiste à envoyer un paquet d'un hôte à tous les hôtes du réseau (domaine de diffusion)</a:t>
            </a:r>
          </a:p>
          <a:p>
            <a:endParaRPr lang="fr-FR"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33</a:t>
            </a:fld>
            <a:endParaRPr lang="fr-FR"/>
          </a:p>
        </p:txBody>
      </p:sp>
    </p:spTree>
    <p:extLst>
      <p:ext uri="{BB962C8B-B14F-4D97-AF65-F5344CB8AC3E}">
        <p14:creationId xmlns:p14="http://schemas.microsoft.com/office/powerpoint/2010/main" val="1182893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58585B"/>
                </a:solidFill>
                <a:effectLst/>
                <a:latin typeface="CiscoSans"/>
              </a:rPr>
              <a:t>Les adresses IPv4 </a:t>
            </a:r>
            <a:r>
              <a:rPr lang="fr-FR" b="1" i="0" dirty="0">
                <a:solidFill>
                  <a:srgbClr val="58585B"/>
                </a:solidFill>
                <a:effectLst/>
                <a:latin typeface="CiscoSans"/>
              </a:rPr>
              <a:t>publiques</a:t>
            </a:r>
            <a:r>
              <a:rPr lang="fr-FR" b="0" i="0" dirty="0">
                <a:solidFill>
                  <a:srgbClr val="58585B"/>
                </a:solidFill>
                <a:effectLst/>
                <a:latin typeface="CiscoSans"/>
              </a:rPr>
              <a:t> sont acheminées de manière globale entre les routeurs des ISP (fournisseurs d'accès à Internet). Toutefois, toutes les adresses IPv4 disponibles ne peuvent pas être utilisées sur Internet. Certains blocs d'adresses appelés adresses </a:t>
            </a:r>
            <a:r>
              <a:rPr lang="fr-FR" b="1" i="0" dirty="0">
                <a:solidFill>
                  <a:srgbClr val="58585B"/>
                </a:solidFill>
                <a:effectLst/>
                <a:latin typeface="CiscoSans"/>
              </a:rPr>
              <a:t>privées</a:t>
            </a:r>
            <a:r>
              <a:rPr lang="fr-FR" b="0" i="0" dirty="0">
                <a:solidFill>
                  <a:srgbClr val="58585B"/>
                </a:solidFill>
                <a:effectLst/>
                <a:latin typeface="CiscoSans"/>
              </a:rPr>
              <a:t> sont utilisés par des entreprises pour attribuer des adresses IPv4 aux hôtes internes.</a:t>
            </a:r>
          </a:p>
          <a:p>
            <a:br>
              <a:rPr lang="fr-FR" dirty="0"/>
            </a:br>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34</a:t>
            </a:fld>
            <a:endParaRPr lang="en-US"/>
          </a:p>
        </p:txBody>
      </p:sp>
    </p:spTree>
    <p:extLst>
      <p:ext uri="{BB962C8B-B14F-4D97-AF65-F5344CB8AC3E}">
        <p14:creationId xmlns:p14="http://schemas.microsoft.com/office/powerpoint/2010/main" val="1175993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fr-FR" dirty="0"/>
              <a:t>Certaines adresses, telles que l'adresse </a:t>
            </a:r>
            <a:r>
              <a:rPr lang="fr-FR" b="1" dirty="0"/>
              <a:t>réseau</a:t>
            </a:r>
            <a:r>
              <a:rPr lang="fr-FR" dirty="0"/>
              <a:t> et l'adresse de </a:t>
            </a:r>
            <a:r>
              <a:rPr lang="fr-FR" b="1" dirty="0"/>
              <a:t>diffusion</a:t>
            </a:r>
            <a:r>
              <a:rPr lang="fr-FR" dirty="0"/>
              <a:t> ne peuvent pas être attribuées à des hôtes.</a:t>
            </a:r>
          </a:p>
          <a:p>
            <a:pPr algn="just"/>
            <a:endParaRPr lang="fr-FR" dirty="0"/>
          </a:p>
          <a:p>
            <a:pPr algn="just"/>
            <a:r>
              <a:rPr lang="fr-FR" dirty="0"/>
              <a:t> Il existe également des adresses spéciales qui peuvent être attribuées aux hôtes, mais des restrictions s'appliquent sur les interactions de ces hôtes sur le réseau.</a:t>
            </a:r>
          </a:p>
          <a:p>
            <a:pPr algn="just"/>
            <a:endParaRPr lang="fr-FR" dirty="0"/>
          </a:p>
          <a:p>
            <a:pPr algn="l"/>
            <a:r>
              <a:rPr lang="fr-FR" b="1" dirty="0"/>
              <a:t>  </a:t>
            </a:r>
            <a:r>
              <a:rPr lang="fr-FR" b="1" i="0" dirty="0">
                <a:effectLst/>
                <a:latin typeface="Arial" panose="020B0604020202020204" pitchFamily="34" charset="0"/>
              </a:rPr>
              <a:t>L</a:t>
            </a:r>
            <a:r>
              <a:rPr lang="fr-FR" b="1" i="0" dirty="0">
                <a:effectLst/>
                <a:latin typeface="Courier New" panose="02070309020205020404" pitchFamily="49" charset="0"/>
              </a:rPr>
              <a:t>’</a:t>
            </a:r>
            <a:r>
              <a:rPr lang="fr-FR" b="1" i="0" dirty="0">
                <a:effectLst/>
                <a:latin typeface="Arial" panose="020B0604020202020204" pitchFamily="34" charset="0"/>
              </a:rPr>
              <a:t>adresse de bouclage IPv4 127.0.0.1 </a:t>
            </a:r>
            <a:r>
              <a:rPr lang="fr-FR" b="0" i="0" dirty="0">
                <a:effectLst/>
                <a:latin typeface="Arial" panose="020B0604020202020204" pitchFamily="34" charset="0"/>
              </a:rPr>
              <a:t>est une autre adresse réservée. </a:t>
            </a:r>
          </a:p>
          <a:p>
            <a:pPr algn="l"/>
            <a:r>
              <a:rPr lang="fr-FR" b="0" i="0" dirty="0">
                <a:effectLst/>
                <a:latin typeface="Arial" panose="020B0604020202020204" pitchFamily="34" charset="0"/>
              </a:rPr>
              <a:t>Il s</a:t>
            </a:r>
            <a:r>
              <a:rPr lang="fr-FR" b="0" i="0" dirty="0">
                <a:effectLst/>
                <a:latin typeface="Courier New" panose="02070309020205020404" pitchFamily="49" charset="0"/>
              </a:rPr>
              <a:t>’</a:t>
            </a:r>
            <a:r>
              <a:rPr lang="fr-FR" b="0" i="0" dirty="0">
                <a:effectLst/>
                <a:latin typeface="Arial" panose="020B0604020202020204" pitchFamily="34" charset="0"/>
              </a:rPr>
              <a:t>agit d</a:t>
            </a:r>
            <a:r>
              <a:rPr lang="fr-FR" b="0" i="0" dirty="0">
                <a:effectLst/>
                <a:latin typeface="Courier New" panose="02070309020205020404" pitchFamily="49" charset="0"/>
              </a:rPr>
              <a:t>’</a:t>
            </a:r>
            <a:r>
              <a:rPr lang="fr-FR" b="0" i="0" dirty="0">
                <a:effectLst/>
                <a:latin typeface="Arial" panose="020B0604020202020204" pitchFamily="34" charset="0"/>
              </a:rPr>
              <a:t>une adresse spéciale que les hôtes utilisent pour diriger le trafic vers eux-mêmes. </a:t>
            </a:r>
          </a:p>
          <a:p>
            <a:pPr algn="l"/>
            <a:r>
              <a:rPr lang="fr-FR" b="0" i="0" dirty="0">
                <a:effectLst/>
                <a:latin typeface="Arial" panose="020B0604020202020204" pitchFamily="34" charset="0"/>
              </a:rPr>
              <a:t>L</a:t>
            </a:r>
            <a:r>
              <a:rPr lang="fr-FR" b="0" i="0" dirty="0">
                <a:effectLst/>
                <a:latin typeface="Courier New" panose="02070309020205020404" pitchFamily="49" charset="0"/>
              </a:rPr>
              <a:t>’</a:t>
            </a:r>
            <a:r>
              <a:rPr lang="fr-FR" b="0" i="0" dirty="0">
                <a:effectLst/>
                <a:latin typeface="Arial" panose="020B0604020202020204" pitchFamily="34" charset="0"/>
              </a:rPr>
              <a:t>adresse de bouclage crée un moyen rapide, pour les applications et les </a:t>
            </a:r>
          </a:p>
          <a:p>
            <a:pPr algn="l"/>
            <a:r>
              <a:rPr lang="fr-FR" b="0" i="0" dirty="0">
                <a:effectLst/>
                <a:latin typeface="Arial" panose="020B0604020202020204" pitchFamily="34" charset="0"/>
              </a:rPr>
              <a:t>services TCP/IP actifs sur le même périphérique, de communiquer entre eux. En</a:t>
            </a:r>
          </a:p>
          <a:p>
            <a:pPr algn="l"/>
            <a:r>
              <a:rPr lang="fr-FR" b="0" i="0" dirty="0">
                <a:effectLst/>
                <a:latin typeface="Arial" panose="020B0604020202020204" pitchFamily="34" charset="0"/>
              </a:rPr>
              <a:t>utilisant l</a:t>
            </a:r>
            <a:r>
              <a:rPr lang="fr-FR" b="0" i="0" dirty="0">
                <a:effectLst/>
                <a:latin typeface="Courier New" panose="02070309020205020404" pitchFamily="49" charset="0"/>
              </a:rPr>
              <a:t>’</a:t>
            </a:r>
            <a:r>
              <a:rPr lang="fr-FR" b="0" i="0" dirty="0">
                <a:effectLst/>
                <a:latin typeface="Arial" panose="020B0604020202020204" pitchFamily="34" charset="0"/>
              </a:rPr>
              <a:t>adresse de bouclage à la place de l</a:t>
            </a:r>
            <a:r>
              <a:rPr lang="fr-FR" b="0" i="0" dirty="0">
                <a:effectLst/>
                <a:latin typeface="Courier New" panose="02070309020205020404" pitchFamily="49" charset="0"/>
              </a:rPr>
              <a:t>’</a:t>
            </a:r>
            <a:r>
              <a:rPr lang="fr-FR" b="0" i="0" dirty="0">
                <a:effectLst/>
                <a:latin typeface="Arial" panose="020B0604020202020204" pitchFamily="34" charset="0"/>
              </a:rPr>
              <a:t>adresse d</a:t>
            </a:r>
            <a:r>
              <a:rPr lang="fr-FR" b="0" i="0" dirty="0">
                <a:effectLst/>
                <a:latin typeface="Courier New" panose="02070309020205020404" pitchFamily="49" charset="0"/>
              </a:rPr>
              <a:t>’</a:t>
            </a:r>
            <a:r>
              <a:rPr lang="fr-FR" b="0" i="0" dirty="0">
                <a:effectLst/>
                <a:latin typeface="Arial" panose="020B0604020202020204" pitchFamily="34" charset="0"/>
              </a:rPr>
              <a:t>hôte IPv4 attribuée, deux services actifs sur le même hôte peuvent contourner les couches les plus basses de la pile TCP/IP. Vous pouvez également envoyer une requête ping à l</a:t>
            </a:r>
            <a:r>
              <a:rPr lang="fr-FR" b="0" i="0" dirty="0">
                <a:effectLst/>
                <a:latin typeface="Courier New" panose="02070309020205020404" pitchFamily="49" charset="0"/>
              </a:rPr>
              <a:t>’</a:t>
            </a:r>
            <a:r>
              <a:rPr lang="fr-FR" b="0" i="0" dirty="0">
                <a:effectLst/>
                <a:latin typeface="Arial" panose="020B0604020202020204" pitchFamily="34" charset="0"/>
              </a:rPr>
              <a:t>adresse de bouclage afin de tester la configuration TCP/IP de l</a:t>
            </a:r>
            <a:r>
              <a:rPr lang="fr-FR" b="0" i="0" dirty="0">
                <a:effectLst/>
                <a:latin typeface="Courier New" panose="02070309020205020404" pitchFamily="49" charset="0"/>
              </a:rPr>
              <a:t>’</a:t>
            </a:r>
            <a:r>
              <a:rPr lang="fr-FR" b="0" i="0" dirty="0">
                <a:effectLst/>
                <a:latin typeface="Arial" panose="020B0604020202020204" pitchFamily="34" charset="0"/>
              </a:rPr>
              <a:t>hôte local. </a:t>
            </a:r>
          </a:p>
          <a:p>
            <a:pPr marL="171450" indent="-171450" algn="just">
              <a:buFont typeface="Arial" panose="020B0604020202020204" pitchFamily="34" charset="0"/>
              <a:buChar char="•"/>
            </a:pPr>
            <a:r>
              <a:rPr lang="fr-FR" b="1" dirty="0"/>
              <a:t>Adresses locales-liens (169.254.0.0 /16 ou 169.254.0.1 à 169.254.255.254):</a:t>
            </a:r>
            <a:r>
              <a:rPr lang="fr-FR" dirty="0"/>
              <a:t> elles sont utilisées par un client DHCP Windows pour se configurer automatiquement si aucun serveur DHCP n'est disponible.</a:t>
            </a:r>
          </a:p>
          <a:p>
            <a:pPr algn="l"/>
            <a:r>
              <a:rPr lang="fr-FR" b="0" i="0" dirty="0">
                <a:effectLst/>
                <a:latin typeface="Arial" panose="020B0604020202020204" pitchFamily="34" charset="0"/>
              </a:rPr>
              <a:t>Le bloc d</a:t>
            </a:r>
            <a:r>
              <a:rPr lang="fr-FR" b="0" i="0" dirty="0">
                <a:effectLst/>
                <a:latin typeface="Courier New" panose="02070309020205020404" pitchFamily="49" charset="0"/>
              </a:rPr>
              <a:t>’</a:t>
            </a:r>
            <a:r>
              <a:rPr lang="fr-FR" b="0" i="0" dirty="0">
                <a:effectLst/>
                <a:latin typeface="Arial" panose="020B0604020202020204" pitchFamily="34" charset="0"/>
              </a:rPr>
              <a:t>adresses 192.0.2.0 à 192.0.2.255 (192.0.2.0 /24) est réservé à des fins pédagogiques. Ces adresses peuvent être </a:t>
            </a:r>
          </a:p>
          <a:p>
            <a:pPr algn="l"/>
            <a:r>
              <a:rPr lang="fr-FR" b="0" i="0" dirty="0">
                <a:effectLst/>
                <a:latin typeface="Arial" panose="020B0604020202020204" pitchFamily="34" charset="0"/>
              </a:rPr>
              <a:t>utilisées dans la documentation et dans des exemples de réseau. Contrairement aux adresses expérimentales, les </a:t>
            </a:r>
          </a:p>
          <a:p>
            <a:pPr algn="l"/>
            <a:r>
              <a:rPr lang="fr-FR" b="0" i="0" dirty="0">
                <a:effectLst/>
                <a:latin typeface="Arial" panose="020B0604020202020204" pitchFamily="34" charset="0"/>
              </a:rPr>
              <a:t>périphériques réseau accepteront ces adresses dans leur configuration.</a:t>
            </a:r>
          </a:p>
          <a:p>
            <a:pPr algn="l"/>
            <a:r>
              <a:rPr lang="fr-FR" b="0" i="0" dirty="0">
                <a:effectLst/>
                <a:latin typeface="Arial" panose="020B0604020202020204" pitchFamily="34" charset="0"/>
              </a:rPr>
              <a:t>Ces adresses apparaissent souvent avec des noms de domaine exemple.com ou exemple.net dans les requêtes pour commentaires et la documentation de fournisseur et de protocole. Les adresses de cette plage ne doivent pas être visibles sur Internet.</a:t>
            </a:r>
          </a:p>
          <a:p>
            <a:endParaRPr lang="en-US"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36</a:t>
            </a:fld>
            <a:endParaRPr lang="en-US"/>
          </a:p>
        </p:txBody>
      </p:sp>
    </p:spTree>
    <p:extLst>
      <p:ext uri="{BB962C8B-B14F-4D97-AF65-F5344CB8AC3E}">
        <p14:creationId xmlns:p14="http://schemas.microsoft.com/office/powerpoint/2010/main" val="2725178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58585B"/>
                </a:solidFill>
                <a:effectLst/>
                <a:latin typeface="CiscoSans"/>
              </a:rPr>
              <a:t>En 1981, les adresses IPv4 ont été attribuées en utilisant l'adressage par classe tel que défini dans la RFC 790 (</a:t>
            </a:r>
            <a:r>
              <a:rPr lang="fr-FR" b="0" i="0" u="none" strike="noStrike" dirty="0">
                <a:solidFill>
                  <a:srgbClr val="007493"/>
                </a:solidFill>
                <a:effectLst/>
                <a:latin typeface="CiscoSans"/>
                <a:hlinkClick r:id="rId3"/>
              </a:rPr>
              <a:t>https://tools.ietf.org/html/rfc790</a:t>
            </a:r>
            <a:r>
              <a:rPr lang="fr-FR" b="0" i="0" dirty="0">
                <a:solidFill>
                  <a:srgbClr val="58585B"/>
                </a:solidFill>
                <a:effectLst/>
                <a:latin typeface="CiscoSans"/>
              </a:rPr>
              <a:t>), Numéros assignés. On attribuait aux clients une adresse réseau selon l'une des trois classes (A, B ou C). La RFC répartissait les plages d'adresses à monodiffusion en plusieurs classes:</a:t>
            </a:r>
          </a:p>
          <a:p>
            <a:pPr algn="l">
              <a:buFont typeface="Arial" panose="020B0604020202020204" pitchFamily="34" charset="0"/>
              <a:buChar char="•"/>
            </a:pPr>
            <a:r>
              <a:rPr lang="fr-FR" b="1" i="0" dirty="0">
                <a:solidFill>
                  <a:srgbClr val="58585B"/>
                </a:solidFill>
                <a:effectLst/>
                <a:latin typeface="CiscoSans"/>
              </a:rPr>
              <a:t>Classe A (0.0.0.0/8 à 127.0.0.0/8)</a:t>
            </a:r>
            <a:r>
              <a:rPr lang="fr-FR" b="0" i="0" dirty="0">
                <a:solidFill>
                  <a:srgbClr val="58585B"/>
                </a:solidFill>
                <a:effectLst/>
                <a:latin typeface="CiscoSans"/>
              </a:rPr>
              <a:t> -conçue pour prendre en charge des réseaux de très grande envergure avec plus de 16 millions d'adresses d'hôte. La classe A utilisait un préfixe fixe /8 avec le premier octet pour indiquer l'adresse du réseau et les trois autres octets pour les adresses d'hôtes (plus de 16 millions d'adresses d'hôtes par réseau).</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38</a:t>
            </a:fld>
            <a:endParaRPr lang="en-US"/>
          </a:p>
        </p:txBody>
      </p:sp>
    </p:spTree>
    <p:extLst>
      <p:ext uri="{BB962C8B-B14F-4D97-AF65-F5344CB8AC3E}">
        <p14:creationId xmlns:p14="http://schemas.microsoft.com/office/powerpoint/2010/main" val="3028004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i="0" dirty="0">
                <a:solidFill>
                  <a:srgbClr val="58585B"/>
                </a:solidFill>
                <a:effectLst/>
                <a:latin typeface="CiscoSans"/>
              </a:rPr>
              <a:t>Classe B (128.0.0.0 /16 à 191.255.0.0 /16)</a:t>
            </a:r>
            <a:r>
              <a:rPr lang="fr-FR" b="0" i="0" dirty="0">
                <a:solidFill>
                  <a:srgbClr val="58585B"/>
                </a:solidFill>
                <a:effectLst/>
                <a:latin typeface="CiscoSans"/>
              </a:rPr>
              <a:t> -conçue pour répondre aux besoins des réseaux de moyenne à grande envergure avec jusqu'à 65 000 adresses d'hôte environ. La classe B utilisait un préfixe fixe /16 avec les deux octets d'ordre supérieur pour indiquer l'adresse du réseau et les deux autres octets pour les adresses d'hôtes (plus de 65 000 adresses d'hôtes par réseau).</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39</a:t>
            </a:fld>
            <a:endParaRPr lang="en-US"/>
          </a:p>
        </p:txBody>
      </p:sp>
    </p:spTree>
    <p:extLst>
      <p:ext uri="{BB962C8B-B14F-4D97-AF65-F5344CB8AC3E}">
        <p14:creationId xmlns:p14="http://schemas.microsoft.com/office/powerpoint/2010/main" val="2081566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fr-FR" b="1" i="0" dirty="0">
                <a:solidFill>
                  <a:srgbClr val="58585B"/>
                </a:solidFill>
                <a:effectLst/>
                <a:latin typeface="CiscoSans"/>
              </a:rPr>
              <a:t>Classe C (192.0.0.0 /24 à 223.255.255.0 /24)</a:t>
            </a:r>
            <a:r>
              <a:rPr lang="fr-FR" b="0" i="0" dirty="0">
                <a:solidFill>
                  <a:srgbClr val="58585B"/>
                </a:solidFill>
                <a:effectLst/>
                <a:latin typeface="CiscoSans"/>
              </a:rPr>
              <a:t> -conçue pour prendre en charge des réseaux de petite taille avec un maximum de 254 hôtes. La classe C utilisait un préfixe fixe /24 avec les trois premiers octets pour indiquer le réseau et l'octet restant pour les adresses d'hôtes (seulement 254 adresses d'hôtes par réseau).</a:t>
            </a:r>
          </a:p>
          <a:p>
            <a:endParaRPr lang="fr-TN" dirty="0"/>
          </a:p>
          <a:p>
            <a:endParaRPr lang="en-US"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40</a:t>
            </a:fld>
            <a:endParaRPr lang="en-US"/>
          </a:p>
        </p:txBody>
      </p:sp>
    </p:spTree>
    <p:extLst>
      <p:ext uri="{BB962C8B-B14F-4D97-AF65-F5344CB8AC3E}">
        <p14:creationId xmlns:p14="http://schemas.microsoft.com/office/powerpoint/2010/main" val="2243890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1" i="0" dirty="0">
                <a:solidFill>
                  <a:srgbClr val="58585B"/>
                </a:solidFill>
                <a:effectLst/>
                <a:latin typeface="CiscoSans"/>
              </a:rPr>
              <a:t>Note</a:t>
            </a:r>
            <a:r>
              <a:rPr lang="fr-FR" b="0" i="0" dirty="0">
                <a:solidFill>
                  <a:srgbClr val="58585B"/>
                </a:solidFill>
                <a:effectLst/>
                <a:latin typeface="CiscoSans"/>
              </a:rPr>
              <a:t>: Il existe également un bloc de multidiffusion de classe D comprenant 224.0.0.0 à 239.0.0.0 et un bloc d'adresses expérimental de classe E comprenant 240.0.0.0 - 255.0.0.0.</a:t>
            </a:r>
          </a:p>
          <a:p>
            <a:pPr algn="l"/>
            <a:endParaRPr lang="fr-FR" b="0" i="0" dirty="0">
              <a:solidFill>
                <a:srgbClr val="58585B"/>
              </a:solidFill>
              <a:effectLst/>
              <a:latin typeface="CiscoSans"/>
            </a:endParaRPr>
          </a:p>
          <a:p>
            <a:pPr algn="l"/>
            <a:r>
              <a:rPr lang="fr-FR" b="0" i="0" dirty="0">
                <a:solidFill>
                  <a:srgbClr val="58585B"/>
                </a:solidFill>
                <a:effectLst/>
                <a:latin typeface="CiscoSans"/>
              </a:rPr>
              <a:t>À l'époque, avec un nombre limité d'ordinateurs utilisant Internet, l'adressage élégant était un moyen efficace d'allouer des adresses. Comme le montre la figure, les réseaux de classe A et B ont un très grand nombre d'adresses hôtes et la classe C en a très peu. Les réseaux de classe A représentaient 50 % des réseaux IPv4. Cela a causé l'inutilisation de la </a:t>
            </a:r>
            <a:r>
              <a:rPr lang="fr-FR" b="0" i="0" dirty="0" err="1">
                <a:solidFill>
                  <a:srgbClr val="58585B"/>
                </a:solidFill>
                <a:effectLst/>
                <a:latin typeface="CiscoSans"/>
              </a:rPr>
              <a:t>pluPartie</a:t>
            </a:r>
            <a:r>
              <a:rPr lang="fr-FR" b="0" i="0" dirty="0">
                <a:solidFill>
                  <a:srgbClr val="58585B"/>
                </a:solidFill>
                <a:effectLst/>
                <a:latin typeface="CiscoSans"/>
              </a:rPr>
              <a:t> des adresses IPv4 disponibles.</a:t>
            </a:r>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41</a:t>
            </a:fld>
            <a:endParaRPr lang="en-US"/>
          </a:p>
        </p:txBody>
      </p:sp>
    </p:spTree>
    <p:extLst>
      <p:ext uri="{BB962C8B-B14F-4D97-AF65-F5344CB8AC3E}">
        <p14:creationId xmlns:p14="http://schemas.microsoft.com/office/powerpoint/2010/main" val="208090977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
        <p:cNvGrpSpPr/>
        <p:nvPr/>
      </p:nvGrpSpPr>
      <p:grpSpPr>
        <a:xfrm>
          <a:off x="0" y="0"/>
          <a:ext cx="0" cy="0"/>
          <a:chOff x="0" y="0"/>
          <a:chExt cx="0" cy="0"/>
        </a:xfrm>
      </p:grpSpPr>
      <p:grpSp>
        <p:nvGrpSpPr>
          <p:cNvPr id="14" name="Google Shape;149;p1"/>
          <p:cNvGrpSpPr/>
          <p:nvPr userDrawn="1"/>
        </p:nvGrpSpPr>
        <p:grpSpPr>
          <a:xfrm>
            <a:off x="0" y="0"/>
            <a:ext cx="12192000" cy="6858000"/>
            <a:chOff x="0" y="0"/>
            <a:chExt cx="12192000" cy="6858000"/>
          </a:xfrm>
        </p:grpSpPr>
        <p:sp>
          <p:nvSpPr>
            <p:cNvPr id="15" name="Google Shape;150;p1"/>
            <p:cNvSpPr/>
            <p:nvPr/>
          </p:nvSpPr>
          <p:spPr>
            <a:xfrm>
              <a:off x="0" y="0"/>
              <a:ext cx="12192000" cy="6858000"/>
            </a:xfrm>
            <a:prstGeom prst="rect">
              <a:avLst/>
            </a:prstGeom>
            <a:blipFill rotWithShape="1">
              <a:blip r:embed="rId2" cstate="print">
                <a:alphaModFix/>
              </a:blip>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 name="Google Shape;151;p1" descr="image2.png"/>
            <p:cNvPicPr preferRelativeResize="0"/>
            <p:nvPr/>
          </p:nvPicPr>
          <p:blipFill rotWithShape="1">
            <a:blip r:embed="rId3" cstate="print">
              <a:alphaModFix/>
            </a:blip>
            <a:srcRect/>
            <a:stretch/>
          </p:blipFill>
          <p:spPr>
            <a:xfrm>
              <a:off x="0" y="0"/>
              <a:ext cx="12192000" cy="6858000"/>
            </a:xfrm>
            <a:prstGeom prst="rect">
              <a:avLst/>
            </a:prstGeom>
            <a:noFill/>
            <a:ln>
              <a:noFill/>
            </a:ln>
          </p:spPr>
        </p:pic>
      </p:grpSp>
      <p:sp>
        <p:nvSpPr>
          <p:cNvPr id="10" name="Google Shape;10;p10"/>
          <p:cNvSpPr txBox="1">
            <a:spLocks noGrp="1"/>
          </p:cNvSpPr>
          <p:nvPr>
            <p:ph type="title"/>
          </p:nvPr>
        </p:nvSpPr>
        <p:spPr>
          <a:xfrm>
            <a:off x="1524000" y="1122362"/>
            <a:ext cx="9144000" cy="2387700"/>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00"/>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Arial"/>
              <a:buNone/>
              <a:defRPr sz="2400"/>
            </a:lvl1pPr>
            <a:lvl2pPr marL="914400" lvl="1" indent="-228600" algn="ctr">
              <a:lnSpc>
                <a:spcPct val="90000"/>
              </a:lnSpc>
              <a:spcBef>
                <a:spcPts val="1000"/>
              </a:spcBef>
              <a:spcAft>
                <a:spcPts val="0"/>
              </a:spcAft>
              <a:buClr>
                <a:srgbClr val="000000"/>
              </a:buClr>
              <a:buSzPts val="2400"/>
              <a:buFont typeface="Arial"/>
              <a:buNone/>
              <a:defRPr sz="2400"/>
            </a:lvl2pPr>
            <a:lvl3pPr marL="1371600" lvl="2" indent="-228600" algn="ctr">
              <a:lnSpc>
                <a:spcPct val="90000"/>
              </a:lnSpc>
              <a:spcBef>
                <a:spcPts val="1000"/>
              </a:spcBef>
              <a:spcAft>
                <a:spcPts val="0"/>
              </a:spcAft>
              <a:buClr>
                <a:srgbClr val="000000"/>
              </a:buClr>
              <a:buSzPts val="2400"/>
              <a:buFont typeface="Arial"/>
              <a:buNone/>
              <a:defRPr sz="2400"/>
            </a:lvl3pPr>
            <a:lvl4pPr marL="1828800" lvl="3" indent="-228600" algn="ctr">
              <a:lnSpc>
                <a:spcPct val="90000"/>
              </a:lnSpc>
              <a:spcBef>
                <a:spcPts val="1000"/>
              </a:spcBef>
              <a:spcAft>
                <a:spcPts val="0"/>
              </a:spcAft>
              <a:buClr>
                <a:srgbClr val="000000"/>
              </a:buClr>
              <a:buSzPts val="2400"/>
              <a:buFont typeface="Arial"/>
              <a:buNone/>
              <a:defRPr sz="2400"/>
            </a:lvl4pPr>
            <a:lvl5pPr marL="2286000" lvl="4" indent="-228600" algn="ctr">
              <a:lnSpc>
                <a:spcPct val="90000"/>
              </a:lnSpc>
              <a:spcBef>
                <a:spcPts val="1000"/>
              </a:spcBef>
              <a:spcAft>
                <a:spcPts val="0"/>
              </a:spcAft>
              <a:buClr>
                <a:srgbClr val="000000"/>
              </a:buClr>
              <a:buSzPts val="2400"/>
              <a:buFont typeface="Arial"/>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pic>
        <p:nvPicPr>
          <p:cNvPr id="5" name="Google Shape;152;p1" descr="Picture 3"/>
          <p:cNvPicPr preferRelativeResize="0"/>
          <p:nvPr userDrawn="1"/>
        </p:nvPicPr>
        <p:blipFill rotWithShape="1">
          <a:blip r:embed="rId4" cstate="print">
            <a:alphaModFix/>
          </a:blip>
          <a:srcRect/>
          <a:stretch/>
        </p:blipFill>
        <p:spPr>
          <a:xfrm>
            <a:off x="9017623" y="5816950"/>
            <a:ext cx="1162077" cy="821175"/>
          </a:xfrm>
          <a:prstGeom prst="rect">
            <a:avLst/>
          </a:prstGeom>
          <a:noFill/>
          <a:ln>
            <a:noFill/>
          </a:ln>
        </p:spPr>
      </p:pic>
      <p:pic>
        <p:nvPicPr>
          <p:cNvPr id="6" name="Google Shape;153;p1" descr="Picture 3"/>
          <p:cNvPicPr preferRelativeResize="0"/>
          <p:nvPr userDrawn="1"/>
        </p:nvPicPr>
        <p:blipFill rotWithShape="1">
          <a:blip r:embed="rId5" cstate="print">
            <a:alphaModFix/>
          </a:blip>
          <a:srcRect/>
          <a:stretch/>
        </p:blipFill>
        <p:spPr>
          <a:xfrm flipH="1">
            <a:off x="8190279" y="0"/>
            <a:ext cx="3978841" cy="2344124"/>
          </a:xfrm>
          <a:prstGeom prst="rect">
            <a:avLst/>
          </a:prstGeom>
          <a:noFill/>
          <a:ln>
            <a:noFill/>
          </a:ln>
        </p:spPr>
      </p:pic>
      <p:pic>
        <p:nvPicPr>
          <p:cNvPr id="7" name="Google Shape;154;p1" descr="Image 11"/>
          <p:cNvPicPr preferRelativeResize="0"/>
          <p:nvPr userDrawn="1"/>
        </p:nvPicPr>
        <p:blipFill rotWithShape="1">
          <a:blip r:embed="rId6" cstate="print">
            <a:alphaModFix/>
          </a:blip>
          <a:srcRect/>
          <a:stretch/>
        </p:blipFill>
        <p:spPr>
          <a:xfrm>
            <a:off x="2368975" y="5820381"/>
            <a:ext cx="1706906" cy="769774"/>
          </a:xfrm>
          <a:prstGeom prst="rect">
            <a:avLst/>
          </a:prstGeom>
          <a:noFill/>
          <a:ln>
            <a:noFill/>
          </a:ln>
        </p:spPr>
      </p:pic>
      <p:pic>
        <p:nvPicPr>
          <p:cNvPr id="8" name="Google Shape;156;p1" descr="C:\Users\faten\Desktop\CA-19\EURACE.png"/>
          <p:cNvPicPr preferRelativeResize="0"/>
          <p:nvPr userDrawn="1"/>
        </p:nvPicPr>
        <p:blipFill rotWithShape="1">
          <a:blip r:embed="rId7" cstate="print">
            <a:alphaModFix/>
          </a:blip>
          <a:srcRect/>
          <a:stretch/>
        </p:blipFill>
        <p:spPr>
          <a:xfrm>
            <a:off x="4481743" y="6055277"/>
            <a:ext cx="2399199" cy="478396"/>
          </a:xfrm>
          <a:prstGeom prst="rect">
            <a:avLst/>
          </a:prstGeom>
          <a:noFill/>
          <a:ln>
            <a:noFill/>
          </a:ln>
        </p:spPr>
      </p:pic>
      <p:pic>
        <p:nvPicPr>
          <p:cNvPr id="9" name="Google Shape;157;p1" descr="C:\Users\faten\Desktop\CA-19\CGE.png"/>
          <p:cNvPicPr preferRelativeResize="0"/>
          <p:nvPr userDrawn="1"/>
        </p:nvPicPr>
        <p:blipFill rotWithShape="1">
          <a:blip r:embed="rId8" cstate="print">
            <a:alphaModFix/>
          </a:blip>
          <a:srcRect/>
          <a:stretch/>
        </p:blipFill>
        <p:spPr>
          <a:xfrm>
            <a:off x="7138452" y="5952471"/>
            <a:ext cx="1518118" cy="512782"/>
          </a:xfrm>
          <a:prstGeom prst="rect">
            <a:avLst/>
          </a:prstGeom>
          <a:noFill/>
          <a:ln>
            <a:noFill/>
          </a:ln>
        </p:spPr>
      </p:pic>
      <p:pic>
        <p:nvPicPr>
          <p:cNvPr id="13" name="Google Shape;159;p1"/>
          <p:cNvPicPr preferRelativeResize="0"/>
          <p:nvPr userDrawn="1"/>
        </p:nvPicPr>
        <p:blipFill>
          <a:blip r:embed="rId9" cstate="print">
            <a:alphaModFix/>
          </a:blip>
          <a:stretch>
            <a:fillRect/>
          </a:stretch>
        </p:blipFill>
        <p:spPr>
          <a:xfrm>
            <a:off x="171625" y="220762"/>
            <a:ext cx="4204723" cy="1902600"/>
          </a:xfrm>
          <a:prstGeom prst="rect">
            <a:avLst/>
          </a:prstGeom>
          <a:noFill/>
          <a:ln>
            <a:noFill/>
          </a:ln>
        </p:spPr>
      </p:pic>
    </p:spTree>
    <p:extLst>
      <p:ext uri="{BB962C8B-B14F-4D97-AF65-F5344CB8AC3E}">
        <p14:creationId xmlns:p14="http://schemas.microsoft.com/office/powerpoint/2010/main" val="317870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reserve="1">
  <p:cSld name="Titre et contenu">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1288965"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sz="4000">
                <a:solidFill>
                  <a:srgbClr val="C00000"/>
                </a:solidFill>
                <a:latin typeface="Times New Roman" panose="02020603050405020304" pitchFamily="18" charset="0"/>
                <a:cs typeface="Times New Roman" panose="02020603050405020304" pitchFamily="18" charset="0"/>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dirty="0"/>
          </a:p>
        </p:txBody>
      </p:sp>
      <p:sp>
        <p:nvSpPr>
          <p:cNvPr id="15" name="Google Shape;15;p12"/>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Font typeface="Wingdings" panose="05000000000000000000" pitchFamily="2" charset="2"/>
              <a:buChar char="§"/>
              <a:defRPr sz="2400">
                <a:latin typeface="Times New Roman" panose="02020603050405020304" pitchFamily="18" charset="0"/>
                <a:cs typeface="Times New Roman" panose="02020603050405020304" pitchFamily="18" charset="0"/>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dirty="0"/>
          </a:p>
        </p:txBody>
      </p:sp>
      <p:sp>
        <p:nvSpPr>
          <p:cNvPr id="16" name="Google Shape;16;p1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2"/>
          <p:cNvSpPr txBox="1">
            <a:spLocks noGrp="1"/>
          </p:cNvSpPr>
          <p:nvPr>
            <p:ph type="sldNum" idx="12"/>
          </p:nvPr>
        </p:nvSpPr>
        <p:spPr>
          <a:xfrm>
            <a:off x="11003388" y="6246498"/>
            <a:ext cx="350400" cy="58473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6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fr-FR" smtClean="0"/>
              <a:pPr/>
              <a:t>‹#›</a:t>
            </a:fld>
            <a:endParaRPr lang="fr-FR" dirty="0"/>
          </a:p>
        </p:txBody>
      </p:sp>
    </p:spTree>
    <p:extLst>
      <p:ext uri="{BB962C8B-B14F-4D97-AF65-F5344CB8AC3E}">
        <p14:creationId xmlns:p14="http://schemas.microsoft.com/office/powerpoint/2010/main" val="138076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ontents slide layout" preserve="1">
  <p:cSld name="1_Contents slide layout">
    <p:spTree>
      <p:nvGrpSpPr>
        <p:cNvPr id="1" name="Shape 19"/>
        <p:cNvGrpSpPr/>
        <p:nvPr/>
      </p:nvGrpSpPr>
      <p:grpSpPr>
        <a:xfrm>
          <a:off x="0" y="0"/>
          <a:ext cx="0" cy="0"/>
          <a:chOff x="0" y="0"/>
          <a:chExt cx="0" cy="0"/>
        </a:xfrm>
      </p:grpSpPr>
      <p:sp>
        <p:nvSpPr>
          <p:cNvPr id="20" name="Google Shape;20;gb815910f77_0_3307"/>
          <p:cNvSpPr txBox="1">
            <a:spLocks noGrp="1"/>
          </p:cNvSpPr>
          <p:nvPr>
            <p:ph type="body" idx="1"/>
          </p:nvPr>
        </p:nvSpPr>
        <p:spPr>
          <a:xfrm>
            <a:off x="323530" y="339511"/>
            <a:ext cx="11573100" cy="724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80"/>
              </a:spcBef>
              <a:spcAft>
                <a:spcPts val="0"/>
              </a:spcAft>
              <a:buClr>
                <a:srgbClr val="262626"/>
              </a:buClr>
              <a:buSzPts val="5400"/>
              <a:buNone/>
              <a:defRPr sz="5400" b="0">
                <a:solidFill>
                  <a:srgbClr val="262626"/>
                </a:solidFill>
                <a:latin typeface="Arial"/>
                <a:ea typeface="Arial"/>
                <a:cs typeface="Arial"/>
                <a:sym typeface="Arial"/>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3728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ogan" preserve="1">
  <p:cSld name="Slogan">
    <p:spTree>
      <p:nvGrpSpPr>
        <p:cNvPr id="1" name="Shape 21"/>
        <p:cNvGrpSpPr/>
        <p:nvPr/>
      </p:nvGrpSpPr>
      <p:grpSpPr>
        <a:xfrm>
          <a:off x="0" y="0"/>
          <a:ext cx="0" cy="0"/>
          <a:chOff x="0" y="0"/>
          <a:chExt cx="0" cy="0"/>
        </a:xfrm>
      </p:grpSpPr>
      <p:sp>
        <p:nvSpPr>
          <p:cNvPr id="22" name="Google Shape;22;ge35c07f9d5_0_5190"/>
          <p:cNvSpPr/>
          <p:nvPr/>
        </p:nvSpPr>
        <p:spPr>
          <a:xfrm>
            <a:off x="0" y="2878390"/>
            <a:ext cx="12192000" cy="1686600"/>
          </a:xfrm>
          <a:prstGeom prst="rect">
            <a:avLst/>
          </a:prstGeom>
          <a:gradFill>
            <a:gsLst>
              <a:gs pos="0">
                <a:schemeClr val="dk2"/>
              </a:gs>
              <a:gs pos="31000">
                <a:srgbClr val="FFFFFF">
                  <a:alpha val="52156"/>
                </a:srgbClr>
              </a:gs>
              <a:gs pos="67000">
                <a:srgbClr val="FFFFFF">
                  <a:alpha val="392"/>
                </a:srgbClr>
              </a:gs>
              <a:gs pos="88000">
                <a:srgbClr val="FFFFFF">
                  <a:alpha val="46274"/>
                </a:srgbClr>
              </a:gs>
              <a:gs pos="100000">
                <a:schemeClr val="dk2"/>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23" name="Google Shape;23;ge35c07f9d5_0_5190"/>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24" name="Google Shape;24;ge35c07f9d5_0_5190"/>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25" name="Google Shape;25;ge35c07f9d5_0_5190"/>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26" name="Google Shape;26;ge35c07f9d5_0_5190"/>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7" name="Google Shape;27;ge35c07f9d5_0_5190"/>
          <p:cNvSpPr txBox="1">
            <a:spLocks noGrp="1"/>
          </p:cNvSpPr>
          <p:nvPr>
            <p:ph type="body" idx="2"/>
          </p:nvPr>
        </p:nvSpPr>
        <p:spPr>
          <a:xfrm>
            <a:off x="1130277" y="3034611"/>
            <a:ext cx="9931500" cy="13743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6060"/>
              </a:lnSpc>
              <a:spcBef>
                <a:spcPts val="0"/>
              </a:spcBef>
              <a:spcAft>
                <a:spcPts val="0"/>
              </a:spcAft>
              <a:buClr>
                <a:schemeClr val="accent2"/>
              </a:buClr>
              <a:buSzPts val="2800"/>
              <a:buFont typeface="Arial"/>
              <a:buNone/>
              <a:defRPr sz="44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70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charRg st="1" end="1"/>
                                            </p:txEl>
                                          </p:spTgt>
                                        </p:tgtEl>
                                        <p:attrNameLst>
                                          <p:attrName>style.visibility</p:attrName>
                                        </p:attrNameLst>
                                      </p:cBhvr>
                                      <p:to>
                                        <p:strVal val="visible"/>
                                      </p:to>
                                    </p:set>
                                    <p:animEffect transition="in" filter="fade">
                                      <p:cBhvr>
                                        <p:cTn id="10" dur="500"/>
                                        <p:tgtEl>
                                          <p:spTgt spid="26">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charRg st="1" end="1"/>
                                            </p:txEl>
                                          </p:spTgt>
                                        </p:tgtEl>
                                        <p:attrNameLst>
                                          <p:attrName>style.visibility</p:attrName>
                                        </p:attrNameLst>
                                      </p:cBhvr>
                                      <p:to>
                                        <p:strVal val="visible"/>
                                      </p:to>
                                    </p:set>
                                    <p:animEffect transition="in" filter="fade">
                                      <p:cBhvr>
                                        <p:cTn id="13" dur="500"/>
                                        <p:tgtEl>
                                          <p:spTgt spid="26">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xEl>
                                              <p:charRg st="1" end="1"/>
                                            </p:txEl>
                                          </p:spTgt>
                                        </p:tgtEl>
                                        <p:attrNameLst>
                                          <p:attrName>style.visibility</p:attrName>
                                        </p:attrNameLst>
                                      </p:cBhvr>
                                      <p:to>
                                        <p:strVal val="visible"/>
                                      </p:to>
                                    </p:set>
                                    <p:animEffect transition="in" filter="fade">
                                      <p:cBhvr>
                                        <p:cTn id="16" dur="500"/>
                                        <p:tgtEl>
                                          <p:spTgt spid="26">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charRg st="1" end="1"/>
                                            </p:txEl>
                                          </p:spTgt>
                                        </p:tgtEl>
                                        <p:attrNameLst>
                                          <p:attrName>style.visibility</p:attrName>
                                        </p:attrNameLst>
                                      </p:cBhvr>
                                      <p:to>
                                        <p:strVal val="visible"/>
                                      </p:to>
                                    </p:set>
                                    <p:animEffect transition="in" filter="fade">
                                      <p:cBhvr>
                                        <p:cTn id="19" dur="500"/>
                                        <p:tgtEl>
                                          <p:spTgt spid="26">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xEl>
                                              <p:charRg st="1" end="1"/>
                                            </p:txEl>
                                          </p:spTgt>
                                        </p:tgtEl>
                                        <p:attrNameLst>
                                          <p:attrName>style.visibility</p:attrName>
                                        </p:attrNameLst>
                                      </p:cBhvr>
                                      <p:to>
                                        <p:strVal val="visible"/>
                                      </p:to>
                                    </p:set>
                                    <p:animEffect transition="in" filter="fade">
                                      <p:cBhvr>
                                        <p:cTn id="25" dur="500"/>
                                        <p:tgtEl>
                                          <p:spTgt spid="26">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xEl>
                                              <p:charRg st="1" end="1"/>
                                            </p:txEl>
                                          </p:spTgt>
                                        </p:tgtEl>
                                        <p:attrNameLst>
                                          <p:attrName>style.visibility</p:attrName>
                                        </p:attrNameLst>
                                      </p:cBhvr>
                                      <p:to>
                                        <p:strVal val="visible"/>
                                      </p:to>
                                    </p:set>
                                    <p:animEffect transition="in" filter="fade">
                                      <p:cBhvr>
                                        <p:cTn id="28" dur="500"/>
                                        <p:tgtEl>
                                          <p:spTgt spid="26">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xEl>
                                              <p:charRg st="1" end="1"/>
                                            </p:txEl>
                                          </p:spTgt>
                                        </p:tgtEl>
                                        <p:attrNameLst>
                                          <p:attrName>style.visibility</p:attrName>
                                        </p:attrNameLst>
                                      </p:cBhvr>
                                      <p:to>
                                        <p:strVal val="visible"/>
                                      </p:to>
                                    </p:set>
                                    <p:animEffect transition="in" filter="fade">
                                      <p:cBhvr>
                                        <p:cTn id="31" dur="500"/>
                                        <p:tgtEl>
                                          <p:spTgt spid="26">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500"/>
                                        <p:tgtEl>
                                          <p:spTgt spid="27">
                                            <p:txEl>
                                              <p:pRg st="0" end="0"/>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27">
                                            <p:txEl>
                                              <p:charRg st="1" end="1"/>
                                            </p:txEl>
                                          </p:spTgt>
                                        </p:tgtEl>
                                        <p:attrNameLst>
                                          <p:attrName>style.visibility</p:attrName>
                                        </p:attrNameLst>
                                      </p:cBhvr>
                                      <p:to>
                                        <p:strVal val="visible"/>
                                      </p:to>
                                    </p:set>
                                    <p:animEffect transition="in" filter="fade">
                                      <p:cBhvr>
                                        <p:cTn id="43" dur="500"/>
                                        <p:tgtEl>
                                          <p:spTgt spid="27">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7">
                                            <p:txEl>
                                              <p:charRg st="1" end="1"/>
                                            </p:txEl>
                                          </p:spTgt>
                                        </p:tgtEl>
                                        <p:attrNameLst>
                                          <p:attrName>style.visibility</p:attrName>
                                        </p:attrNameLst>
                                      </p:cBhvr>
                                      <p:to>
                                        <p:strVal val="visible"/>
                                      </p:to>
                                    </p:set>
                                    <p:animEffect transition="in" filter="fade">
                                      <p:cBhvr>
                                        <p:cTn id="47" dur="500"/>
                                        <p:tgtEl>
                                          <p:spTgt spid="27">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27">
                                            <p:txEl>
                                              <p:charRg st="1" end="1"/>
                                            </p:txEl>
                                          </p:spTgt>
                                        </p:tgtEl>
                                        <p:attrNameLst>
                                          <p:attrName>style.visibility</p:attrName>
                                        </p:attrNameLst>
                                      </p:cBhvr>
                                      <p:to>
                                        <p:strVal val="visible"/>
                                      </p:to>
                                    </p:set>
                                    <p:animEffect transition="in" filter="fade">
                                      <p:cBhvr>
                                        <p:cTn id="51" dur="500"/>
                                        <p:tgtEl>
                                          <p:spTgt spid="27">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7">
                                            <p:txEl>
                                              <p:charRg st="1" end="1"/>
                                            </p:txEl>
                                          </p:spTgt>
                                        </p:tgtEl>
                                        <p:attrNameLst>
                                          <p:attrName>style.visibility</p:attrName>
                                        </p:attrNameLst>
                                      </p:cBhvr>
                                      <p:to>
                                        <p:strVal val="visible"/>
                                      </p:to>
                                    </p:set>
                                    <p:animEffect transition="in" filter="fade">
                                      <p:cBhvr>
                                        <p:cTn id="55" dur="500"/>
                                        <p:tgtEl>
                                          <p:spTgt spid="27">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27">
                                            <p:txEl>
                                              <p:charRg st="1" end="1"/>
                                            </p:txEl>
                                          </p:spTgt>
                                        </p:tgtEl>
                                        <p:attrNameLst>
                                          <p:attrName>style.visibility</p:attrName>
                                        </p:attrNameLst>
                                      </p:cBhvr>
                                      <p:to>
                                        <p:strVal val="visible"/>
                                      </p:to>
                                    </p:set>
                                    <p:animEffect transition="in" filter="fade">
                                      <p:cBhvr>
                                        <p:cTn id="59" dur="500"/>
                                        <p:tgtEl>
                                          <p:spTgt spid="27">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7">
                                            <p:txEl>
                                              <p:charRg st="1" end="1"/>
                                            </p:txEl>
                                          </p:spTgt>
                                        </p:tgtEl>
                                        <p:attrNameLst>
                                          <p:attrName>style.visibility</p:attrName>
                                        </p:attrNameLst>
                                      </p:cBhvr>
                                      <p:to>
                                        <p:strVal val="visible"/>
                                      </p:to>
                                    </p:set>
                                    <p:animEffect transition="in" filter="fade">
                                      <p:cBhvr>
                                        <p:cTn id="63" dur="500"/>
                                        <p:tgtEl>
                                          <p:spTgt spid="27">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27">
                                            <p:txEl>
                                              <p:charRg st="1" end="1"/>
                                            </p:txEl>
                                          </p:spTgt>
                                        </p:tgtEl>
                                        <p:attrNameLst>
                                          <p:attrName>style.visibility</p:attrName>
                                        </p:attrNameLst>
                                      </p:cBhvr>
                                      <p:to>
                                        <p:strVal val="visible"/>
                                      </p:to>
                                    </p:set>
                                    <p:animEffect transition="in" filter="fade">
                                      <p:cBhvr>
                                        <p:cTn id="67" dur="500"/>
                                        <p:tgtEl>
                                          <p:spTgt spid="27">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27">
                                            <p:txEl>
                                              <p:charRg st="1" end="1"/>
                                            </p:txEl>
                                          </p:spTgt>
                                        </p:tgtEl>
                                        <p:attrNameLst>
                                          <p:attrName>style.visibility</p:attrName>
                                        </p:attrNameLst>
                                      </p:cBhvr>
                                      <p:to>
                                        <p:strVal val="visible"/>
                                      </p:to>
                                    </p:set>
                                    <p:animEffect transition="in" filter="fade">
                                      <p:cBhvr>
                                        <p:cTn id="71" dur="500"/>
                                        <p:tgtEl>
                                          <p:spTgt spid="2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7" preserve="1">
  <p:cSld name="Section Break 7">
    <p:spTree>
      <p:nvGrpSpPr>
        <p:cNvPr id="1" name="Shape 28"/>
        <p:cNvGrpSpPr/>
        <p:nvPr/>
      </p:nvGrpSpPr>
      <p:grpSpPr>
        <a:xfrm>
          <a:off x="0" y="0"/>
          <a:ext cx="0" cy="0"/>
          <a:chOff x="0" y="0"/>
          <a:chExt cx="0" cy="0"/>
        </a:xfrm>
      </p:grpSpPr>
      <p:sp>
        <p:nvSpPr>
          <p:cNvPr id="29" name="Google Shape;29;ge35c07f9d5_0_100"/>
          <p:cNvSpPr>
            <a:spLocks noGrp="1"/>
          </p:cNvSpPr>
          <p:nvPr>
            <p:ph type="pic" idx="2"/>
          </p:nvPr>
        </p:nvSpPr>
        <p:spPr>
          <a:xfrm>
            <a:off x="0" y="0"/>
            <a:ext cx="12192000" cy="68580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0" name="Google Shape;30;ge35c07f9d5_0_100"/>
          <p:cNvSpPr>
            <a:spLocks noGrp="1"/>
          </p:cNvSpPr>
          <p:nvPr>
            <p:ph type="body" idx="1"/>
          </p:nvPr>
        </p:nvSpPr>
        <p:spPr>
          <a:xfrm>
            <a:off x="600418" y="1184939"/>
            <a:ext cx="5034300" cy="5033400"/>
          </a:xfrm>
          <a:prstGeom prst="ellipse">
            <a:avLst/>
          </a:prstGeom>
          <a:gradFill>
            <a:gsLst>
              <a:gs pos="0">
                <a:schemeClr val="dk2"/>
              </a:gs>
              <a:gs pos="31000">
                <a:srgbClr val="FFFFFF">
                  <a:alpha val="68235"/>
                </a:srgbClr>
              </a:gs>
              <a:gs pos="67000">
                <a:srgbClr val="FFFFFF">
                  <a:alpha val="392"/>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1" name="Google Shape;31;ge35c07f9d5_0_100"/>
          <p:cNvSpPr>
            <a:spLocks noGrp="1"/>
          </p:cNvSpPr>
          <p:nvPr>
            <p:ph type="body" idx="3"/>
          </p:nvPr>
        </p:nvSpPr>
        <p:spPr>
          <a:xfrm>
            <a:off x="1209632" y="1794050"/>
            <a:ext cx="3815700" cy="3815100"/>
          </a:xfrm>
          <a:prstGeom prst="ellipse">
            <a:avLst/>
          </a:prstGeom>
          <a:gradFill>
            <a:gsLst>
              <a:gs pos="0">
                <a:schemeClr val="dk2"/>
              </a:gs>
              <a:gs pos="31000">
                <a:srgbClr val="FFFFFF">
                  <a:alpha val="76078"/>
                </a:srgbClr>
              </a:gs>
              <a:gs pos="67000">
                <a:srgbClr val="FFFFFF">
                  <a:alpha val="15294"/>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2" name="Google Shape;32;ge35c07f9d5_0_100"/>
          <p:cNvSpPr txBox="1">
            <a:spLocks noGrp="1"/>
          </p:cNvSpPr>
          <p:nvPr>
            <p:ph type="title"/>
          </p:nvPr>
        </p:nvSpPr>
        <p:spPr>
          <a:xfrm>
            <a:off x="1233163" y="2768926"/>
            <a:ext cx="37686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48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3" name="Google Shape;33;ge35c07f9d5_0_100"/>
          <p:cNvSpPr txBox="1">
            <a:spLocks noGrp="1"/>
          </p:cNvSpPr>
          <p:nvPr>
            <p:ph type="body" idx="4"/>
          </p:nvPr>
        </p:nvSpPr>
        <p:spPr>
          <a:xfrm>
            <a:off x="1237782" y="3759990"/>
            <a:ext cx="37596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67991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75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33">
                                            <p:txEl>
                                              <p:pRg st="0" end="0"/>
                                            </p:txEl>
                                          </p:spTgt>
                                        </p:tgtEl>
                                        <p:attrNameLst>
                                          <p:attrName>style.visibility</p:attrName>
                                        </p:attrNameLst>
                                      </p:cBhvr>
                                      <p:to>
                                        <p:strVal val="visible"/>
                                      </p:to>
                                    </p:set>
                                    <p:animEffect transition="in" filter="fade">
                                      <p:cBhvr>
                                        <p:cTn id="14" dur="750"/>
                                        <p:tgtEl>
                                          <p:spTgt spid="3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3">
                                            <p:txEl>
                                              <p:charRg st="1" end="1"/>
                                            </p:txEl>
                                          </p:spTgt>
                                        </p:tgtEl>
                                        <p:attrNameLst>
                                          <p:attrName>style.visibility</p:attrName>
                                        </p:attrNameLst>
                                      </p:cBhvr>
                                      <p:to>
                                        <p:strVal val="visible"/>
                                      </p:to>
                                    </p:set>
                                    <p:animEffect transition="in" filter="fade">
                                      <p:cBhvr>
                                        <p:cTn id="17" dur="750"/>
                                        <p:tgtEl>
                                          <p:spTgt spid="33">
                                            <p:txEl>
                                              <p:char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xEl>
                                              <p:charRg st="1" end="1"/>
                                            </p:txEl>
                                          </p:spTgt>
                                        </p:tgtEl>
                                        <p:attrNameLst>
                                          <p:attrName>style.visibility</p:attrName>
                                        </p:attrNameLst>
                                      </p:cBhvr>
                                      <p:to>
                                        <p:strVal val="visible"/>
                                      </p:to>
                                    </p:set>
                                    <p:animEffect transition="in" filter="fade">
                                      <p:cBhvr>
                                        <p:cTn id="20" dur="750"/>
                                        <p:tgtEl>
                                          <p:spTgt spid="33">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xEl>
                                              <p:charRg st="1" end="1"/>
                                            </p:txEl>
                                          </p:spTgt>
                                        </p:tgtEl>
                                        <p:attrNameLst>
                                          <p:attrName>style.visibility</p:attrName>
                                        </p:attrNameLst>
                                      </p:cBhvr>
                                      <p:to>
                                        <p:strVal val="visible"/>
                                      </p:to>
                                    </p:set>
                                    <p:animEffect transition="in" filter="fade">
                                      <p:cBhvr>
                                        <p:cTn id="23" dur="750"/>
                                        <p:tgtEl>
                                          <p:spTgt spid="33">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xEl>
                                              <p:charRg st="1" end="1"/>
                                            </p:txEl>
                                          </p:spTgt>
                                        </p:tgtEl>
                                        <p:attrNameLst>
                                          <p:attrName>style.visibility</p:attrName>
                                        </p:attrNameLst>
                                      </p:cBhvr>
                                      <p:to>
                                        <p:strVal val="visible"/>
                                      </p:to>
                                    </p:set>
                                    <p:animEffect transition="in" filter="fade">
                                      <p:cBhvr>
                                        <p:cTn id="26" dur="750"/>
                                        <p:tgtEl>
                                          <p:spTgt spid="33">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xEl>
                                              <p:charRg st="1" end="1"/>
                                            </p:txEl>
                                          </p:spTgt>
                                        </p:tgtEl>
                                        <p:attrNameLst>
                                          <p:attrName>style.visibility</p:attrName>
                                        </p:attrNameLst>
                                      </p:cBhvr>
                                      <p:to>
                                        <p:strVal val="visible"/>
                                      </p:to>
                                    </p:set>
                                    <p:animEffect transition="in" filter="fade">
                                      <p:cBhvr>
                                        <p:cTn id="29" dur="750"/>
                                        <p:tgtEl>
                                          <p:spTgt spid="33">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xEl>
                                              <p:charRg st="1" end="1"/>
                                            </p:txEl>
                                          </p:spTgt>
                                        </p:tgtEl>
                                        <p:attrNameLst>
                                          <p:attrName>style.visibility</p:attrName>
                                        </p:attrNameLst>
                                      </p:cBhvr>
                                      <p:to>
                                        <p:strVal val="visible"/>
                                      </p:to>
                                    </p:set>
                                    <p:animEffect transition="in" filter="fade">
                                      <p:cBhvr>
                                        <p:cTn id="32" dur="750"/>
                                        <p:tgtEl>
                                          <p:spTgt spid="33">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xEl>
                                              <p:charRg st="1" end="1"/>
                                            </p:txEl>
                                          </p:spTgt>
                                        </p:tgtEl>
                                        <p:attrNameLst>
                                          <p:attrName>style.visibility</p:attrName>
                                        </p:attrNameLst>
                                      </p:cBhvr>
                                      <p:to>
                                        <p:strVal val="visible"/>
                                      </p:to>
                                    </p:set>
                                    <p:animEffect transition="in" filter="fade">
                                      <p:cBhvr>
                                        <p:cTn id="35" dur="750"/>
                                        <p:tgtEl>
                                          <p:spTgt spid="33">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xEl>
                                              <p:charRg st="1" end="1"/>
                                            </p:txEl>
                                          </p:spTgt>
                                        </p:tgtEl>
                                        <p:attrNameLst>
                                          <p:attrName>style.visibility</p:attrName>
                                        </p:attrNameLst>
                                      </p:cBhvr>
                                      <p:to>
                                        <p:strVal val="visible"/>
                                      </p:to>
                                    </p:set>
                                    <p:animEffect transition="in" filter="fade">
                                      <p:cBhvr>
                                        <p:cTn id="38" dur="750"/>
                                        <p:tgtEl>
                                          <p:spTgt spid="33">
                                            <p:txEl>
                                              <p:charRg st="1" end="1"/>
                                            </p:txEl>
                                          </p:spTgt>
                                        </p:tgtEl>
                                      </p:cBhvr>
                                    </p:animEffect>
                                  </p:childTnLst>
                                </p:cTn>
                              </p:par>
                              <p:par>
                                <p:cTn id="39" presetID="2" presetClass="entr" presetSubtype="8"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750"/>
                                        <p:tgtEl>
                                          <p:spTgt spid="31"/>
                                        </p:tgtEl>
                                        <p:attrNameLst>
                                          <p:attrName>ppt_x</p:attrName>
                                        </p:attrNameLst>
                                      </p:cBhvr>
                                      <p:tavLst>
                                        <p:tav tm="0">
                                          <p:val>
                                            <p:strVal val="#ppt_x-1"/>
                                          </p:val>
                                        </p:tav>
                                        <p:tav tm="100000">
                                          <p:val>
                                            <p:strVal val="#ppt_x"/>
                                          </p:val>
                                        </p:tav>
                                      </p:tavLst>
                                    </p:anim>
                                  </p:childTnLst>
                                </p:cTn>
                              </p:par>
                              <p:par>
                                <p:cTn id="42" presetID="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750"/>
                                        <p:tgtEl>
                                          <p:spTgt spid="3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lumn" preserve="1">
  <p:cSld name="1 Column">
    <p:spTree>
      <p:nvGrpSpPr>
        <p:cNvPr id="1" name="Shape 34"/>
        <p:cNvGrpSpPr/>
        <p:nvPr/>
      </p:nvGrpSpPr>
      <p:grpSpPr>
        <a:xfrm>
          <a:off x="0" y="0"/>
          <a:ext cx="0" cy="0"/>
          <a:chOff x="0" y="0"/>
          <a:chExt cx="0" cy="0"/>
        </a:xfrm>
      </p:grpSpPr>
      <p:sp>
        <p:nvSpPr>
          <p:cNvPr id="35" name="Google Shape;35;ge35c07f9d5_0_3468"/>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6" name="Google Shape;36;ge35c07f9d5_0_3468"/>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37" name="Google Shape;37;ge35c07f9d5_0_3468"/>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38" name="Google Shape;38;ge35c07f9d5_0_3468"/>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9" name="Google Shape;39;ge35c07f9d5_0_3468"/>
          <p:cNvSpPr txBox="1">
            <a:spLocks noGrp="1"/>
          </p:cNvSpPr>
          <p:nvPr>
            <p:ph type="body" idx="2"/>
          </p:nvPr>
        </p:nvSpPr>
        <p:spPr>
          <a:xfrm>
            <a:off x="825042" y="2802467"/>
            <a:ext cx="10542000" cy="564300"/>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40" name="Google Shape;40;ge35c07f9d5_0_3468"/>
          <p:cNvSpPr txBox="1">
            <a:spLocks noGrp="1"/>
          </p:cNvSpPr>
          <p:nvPr>
            <p:ph type="body" idx="3"/>
          </p:nvPr>
        </p:nvSpPr>
        <p:spPr>
          <a:xfrm>
            <a:off x="821339" y="3344333"/>
            <a:ext cx="10542000" cy="1845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2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41" name="Google Shape;41;ge35c07f9d5_0_3468"/>
          <p:cNvPicPr preferRelativeResize="0"/>
          <p:nvPr/>
        </p:nvPicPr>
        <p:blipFill rotWithShape="1">
          <a:blip r:embed="rId2" cstate="print">
            <a:alphaModFix/>
          </a:blip>
          <a:srcRect/>
          <a:stretch/>
        </p:blipFill>
        <p:spPr>
          <a:xfrm>
            <a:off x="1354406" y="2539696"/>
            <a:ext cx="5417400" cy="396000"/>
          </a:xfrm>
          <a:prstGeom prst="rect">
            <a:avLst/>
          </a:prstGeom>
          <a:noFill/>
          <a:ln>
            <a:noFill/>
          </a:ln>
        </p:spPr>
      </p:pic>
      <p:pic>
        <p:nvPicPr>
          <p:cNvPr id="42" name="Google Shape;42;ge35c07f9d5_0_3468"/>
          <p:cNvPicPr preferRelativeResize="0"/>
          <p:nvPr/>
        </p:nvPicPr>
        <p:blipFill rotWithShape="1">
          <a:blip r:embed="rId2" cstate="print">
            <a:alphaModFix/>
          </a:blip>
          <a:srcRect/>
          <a:stretch/>
        </p:blipFill>
        <p:spPr>
          <a:xfrm>
            <a:off x="5684882" y="3171751"/>
            <a:ext cx="5417400" cy="396000"/>
          </a:xfrm>
          <a:prstGeom prst="rect">
            <a:avLst/>
          </a:prstGeom>
          <a:noFill/>
          <a:ln>
            <a:noFill/>
          </a:ln>
        </p:spPr>
      </p:pic>
    </p:spTree>
    <p:extLst>
      <p:ext uri="{BB962C8B-B14F-4D97-AF65-F5344CB8AC3E}">
        <p14:creationId xmlns:p14="http://schemas.microsoft.com/office/powerpoint/2010/main" val="1531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500"/>
                                        <p:tgtEl>
                                          <p:spTgt spid="3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charRg st="1" end="1"/>
                                            </p:txEl>
                                          </p:spTgt>
                                        </p:tgtEl>
                                        <p:attrNameLst>
                                          <p:attrName>style.visibility</p:attrName>
                                        </p:attrNameLst>
                                      </p:cBhvr>
                                      <p:to>
                                        <p:strVal val="visible"/>
                                      </p:to>
                                    </p:set>
                                    <p:animEffect transition="in" filter="fade">
                                      <p:cBhvr>
                                        <p:cTn id="10" dur="500"/>
                                        <p:tgtEl>
                                          <p:spTgt spid="38">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xEl>
                                              <p:charRg st="1" end="1"/>
                                            </p:txEl>
                                          </p:spTgt>
                                        </p:tgtEl>
                                        <p:attrNameLst>
                                          <p:attrName>style.visibility</p:attrName>
                                        </p:attrNameLst>
                                      </p:cBhvr>
                                      <p:to>
                                        <p:strVal val="visible"/>
                                      </p:to>
                                    </p:set>
                                    <p:animEffect transition="in" filter="fade">
                                      <p:cBhvr>
                                        <p:cTn id="13" dur="500"/>
                                        <p:tgtEl>
                                          <p:spTgt spid="38">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xEl>
                                              <p:charRg st="1" end="1"/>
                                            </p:txEl>
                                          </p:spTgt>
                                        </p:tgtEl>
                                        <p:attrNameLst>
                                          <p:attrName>style.visibility</p:attrName>
                                        </p:attrNameLst>
                                      </p:cBhvr>
                                      <p:to>
                                        <p:strVal val="visible"/>
                                      </p:to>
                                    </p:set>
                                    <p:animEffect transition="in" filter="fade">
                                      <p:cBhvr>
                                        <p:cTn id="16" dur="500"/>
                                        <p:tgtEl>
                                          <p:spTgt spid="38">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xEl>
                                              <p:charRg st="1" end="1"/>
                                            </p:txEl>
                                          </p:spTgt>
                                        </p:tgtEl>
                                        <p:attrNameLst>
                                          <p:attrName>style.visibility</p:attrName>
                                        </p:attrNameLst>
                                      </p:cBhvr>
                                      <p:to>
                                        <p:strVal val="visible"/>
                                      </p:to>
                                    </p:set>
                                    <p:animEffect transition="in" filter="fade">
                                      <p:cBhvr>
                                        <p:cTn id="19" dur="500"/>
                                        <p:tgtEl>
                                          <p:spTgt spid="38">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xEl>
                                              <p:charRg st="1" end="1"/>
                                            </p:txEl>
                                          </p:spTgt>
                                        </p:tgtEl>
                                        <p:attrNameLst>
                                          <p:attrName>style.visibility</p:attrName>
                                        </p:attrNameLst>
                                      </p:cBhvr>
                                      <p:to>
                                        <p:strVal val="visible"/>
                                      </p:to>
                                    </p:set>
                                    <p:animEffect transition="in" filter="fade">
                                      <p:cBhvr>
                                        <p:cTn id="22" dur="500"/>
                                        <p:tgtEl>
                                          <p:spTgt spid="38">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8">
                                            <p:txEl>
                                              <p:charRg st="1" end="1"/>
                                            </p:txEl>
                                          </p:spTgt>
                                        </p:tgtEl>
                                        <p:attrNameLst>
                                          <p:attrName>style.visibility</p:attrName>
                                        </p:attrNameLst>
                                      </p:cBhvr>
                                      <p:to>
                                        <p:strVal val="visible"/>
                                      </p:to>
                                    </p:set>
                                    <p:animEffect transition="in" filter="fade">
                                      <p:cBhvr>
                                        <p:cTn id="25" dur="500"/>
                                        <p:tgtEl>
                                          <p:spTgt spid="38">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xEl>
                                              <p:charRg st="1" end="1"/>
                                            </p:txEl>
                                          </p:spTgt>
                                        </p:tgtEl>
                                        <p:attrNameLst>
                                          <p:attrName>style.visibility</p:attrName>
                                        </p:attrNameLst>
                                      </p:cBhvr>
                                      <p:to>
                                        <p:strVal val="visible"/>
                                      </p:to>
                                    </p:set>
                                    <p:animEffect transition="in" filter="fade">
                                      <p:cBhvr>
                                        <p:cTn id="28" dur="500"/>
                                        <p:tgtEl>
                                          <p:spTgt spid="38">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charRg st="1" end="1"/>
                                            </p:txEl>
                                          </p:spTgt>
                                        </p:tgtEl>
                                        <p:attrNameLst>
                                          <p:attrName>style.visibility</p:attrName>
                                        </p:attrNameLst>
                                      </p:cBhvr>
                                      <p:to>
                                        <p:strVal val="visible"/>
                                      </p:to>
                                    </p:set>
                                    <p:animEffect transition="in" filter="fade">
                                      <p:cBhvr>
                                        <p:cTn id="31" dur="500"/>
                                        <p:tgtEl>
                                          <p:spTgt spid="38">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9">
                                            <p:txEl>
                                              <p:pRg st="0" end="0"/>
                                            </p:txEl>
                                          </p:spTgt>
                                        </p:tgtEl>
                                        <p:attrNameLst>
                                          <p:attrName>style.visibility</p:attrName>
                                        </p:attrNameLst>
                                      </p:cBhvr>
                                      <p:to>
                                        <p:strVal val="visible"/>
                                      </p:to>
                                    </p:set>
                                    <p:animEffect transition="in" filter="fade">
                                      <p:cBhvr>
                                        <p:cTn id="35" dur="500"/>
                                        <p:tgtEl>
                                          <p:spTgt spid="39">
                                            <p:txEl>
                                              <p:pRg st="0" end="0"/>
                                            </p:txEl>
                                          </p:spTgt>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9">
                                            <p:txEl>
                                              <p:charRg st="1" end="1"/>
                                            </p:txEl>
                                          </p:spTgt>
                                        </p:tgtEl>
                                        <p:attrNameLst>
                                          <p:attrName>style.visibility</p:attrName>
                                        </p:attrNameLst>
                                      </p:cBhvr>
                                      <p:to>
                                        <p:strVal val="visible"/>
                                      </p:to>
                                    </p:set>
                                    <p:animEffect transition="in" filter="fade">
                                      <p:cBhvr>
                                        <p:cTn id="39" dur="500"/>
                                        <p:tgtEl>
                                          <p:spTgt spid="39">
                                            <p:txEl>
                                              <p:charRg st="1" end="1"/>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39">
                                            <p:txEl>
                                              <p:charRg st="1" end="1"/>
                                            </p:txEl>
                                          </p:spTgt>
                                        </p:tgtEl>
                                        <p:attrNameLst>
                                          <p:attrName>style.visibility</p:attrName>
                                        </p:attrNameLst>
                                      </p:cBhvr>
                                      <p:to>
                                        <p:strVal val="visible"/>
                                      </p:to>
                                    </p:set>
                                    <p:animEffect transition="in" filter="fade">
                                      <p:cBhvr>
                                        <p:cTn id="43" dur="500"/>
                                        <p:tgtEl>
                                          <p:spTgt spid="39">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39">
                                            <p:txEl>
                                              <p:charRg st="1" end="1"/>
                                            </p:txEl>
                                          </p:spTgt>
                                        </p:tgtEl>
                                        <p:attrNameLst>
                                          <p:attrName>style.visibility</p:attrName>
                                        </p:attrNameLst>
                                      </p:cBhvr>
                                      <p:to>
                                        <p:strVal val="visible"/>
                                      </p:to>
                                    </p:set>
                                    <p:animEffect transition="in" filter="fade">
                                      <p:cBhvr>
                                        <p:cTn id="47" dur="500"/>
                                        <p:tgtEl>
                                          <p:spTgt spid="39">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39">
                                            <p:txEl>
                                              <p:charRg st="1" end="1"/>
                                            </p:txEl>
                                          </p:spTgt>
                                        </p:tgtEl>
                                        <p:attrNameLst>
                                          <p:attrName>style.visibility</p:attrName>
                                        </p:attrNameLst>
                                      </p:cBhvr>
                                      <p:to>
                                        <p:strVal val="visible"/>
                                      </p:to>
                                    </p:set>
                                    <p:animEffect transition="in" filter="fade">
                                      <p:cBhvr>
                                        <p:cTn id="51" dur="500"/>
                                        <p:tgtEl>
                                          <p:spTgt spid="39">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39">
                                            <p:txEl>
                                              <p:charRg st="1" end="1"/>
                                            </p:txEl>
                                          </p:spTgt>
                                        </p:tgtEl>
                                        <p:attrNameLst>
                                          <p:attrName>style.visibility</p:attrName>
                                        </p:attrNameLst>
                                      </p:cBhvr>
                                      <p:to>
                                        <p:strVal val="visible"/>
                                      </p:to>
                                    </p:set>
                                    <p:animEffect transition="in" filter="fade">
                                      <p:cBhvr>
                                        <p:cTn id="55" dur="500"/>
                                        <p:tgtEl>
                                          <p:spTgt spid="39">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39">
                                            <p:txEl>
                                              <p:charRg st="1" end="1"/>
                                            </p:txEl>
                                          </p:spTgt>
                                        </p:tgtEl>
                                        <p:attrNameLst>
                                          <p:attrName>style.visibility</p:attrName>
                                        </p:attrNameLst>
                                      </p:cBhvr>
                                      <p:to>
                                        <p:strVal val="visible"/>
                                      </p:to>
                                    </p:set>
                                    <p:animEffect transition="in" filter="fade">
                                      <p:cBhvr>
                                        <p:cTn id="59" dur="500"/>
                                        <p:tgtEl>
                                          <p:spTgt spid="39">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39">
                                            <p:txEl>
                                              <p:charRg st="1" end="1"/>
                                            </p:txEl>
                                          </p:spTgt>
                                        </p:tgtEl>
                                        <p:attrNameLst>
                                          <p:attrName>style.visibility</p:attrName>
                                        </p:attrNameLst>
                                      </p:cBhvr>
                                      <p:to>
                                        <p:strVal val="visible"/>
                                      </p:to>
                                    </p:set>
                                    <p:animEffect transition="in" filter="fade">
                                      <p:cBhvr>
                                        <p:cTn id="63" dur="500"/>
                                        <p:tgtEl>
                                          <p:spTgt spid="39">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39">
                                            <p:txEl>
                                              <p:charRg st="1" end="1"/>
                                            </p:txEl>
                                          </p:spTgt>
                                        </p:tgtEl>
                                        <p:attrNameLst>
                                          <p:attrName>style.visibility</p:attrName>
                                        </p:attrNameLst>
                                      </p:cBhvr>
                                      <p:to>
                                        <p:strVal val="visible"/>
                                      </p:to>
                                    </p:set>
                                    <p:animEffect transition="in" filter="fade">
                                      <p:cBhvr>
                                        <p:cTn id="67" dur="500"/>
                                        <p:tgtEl>
                                          <p:spTgt spid="39">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childTnLst>
                                </p:cTn>
                              </p:par>
                              <p:par>
                                <p:cTn id="72" presetID="10" presetClass="entr" presetSubtype="0"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1000"/>
                                        <p:tgtEl>
                                          <p:spTgt spid="42"/>
                                        </p:tgtEl>
                                      </p:cBhvr>
                                    </p:animEffect>
                                  </p:childTnLst>
                                </p:cTn>
                              </p:par>
                            </p:childTnLst>
                          </p:cTn>
                        </p:par>
                        <p:par>
                          <p:cTn id="75" fill="hold">
                            <p:stCondLst>
                              <p:cond delay="6000"/>
                            </p:stCondLst>
                            <p:childTnLst>
                              <p:par>
                                <p:cTn id="76" presetID="10" presetClass="entr" presetSubtype="0" fill="hold"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s" preserve="1">
  <p:cSld name="Contents">
    <p:spTree>
      <p:nvGrpSpPr>
        <p:cNvPr id="1" name="Shape 43"/>
        <p:cNvGrpSpPr/>
        <p:nvPr/>
      </p:nvGrpSpPr>
      <p:grpSpPr>
        <a:xfrm>
          <a:off x="0" y="0"/>
          <a:ext cx="0" cy="0"/>
          <a:chOff x="0" y="0"/>
          <a:chExt cx="0" cy="0"/>
        </a:xfrm>
      </p:grpSpPr>
      <p:sp>
        <p:nvSpPr>
          <p:cNvPr id="44" name="Google Shape;44;ge35c07f9d5_0_4432"/>
          <p:cNvSpPr/>
          <p:nvPr/>
        </p:nvSpPr>
        <p:spPr>
          <a:xfrm>
            <a:off x="0" y="1236133"/>
            <a:ext cx="6546300" cy="321900"/>
          </a:xfrm>
          <a:prstGeom prst="rect">
            <a:avLst/>
          </a:prstGeom>
          <a:gradFill>
            <a:gsLst>
              <a:gs pos="0">
                <a:srgbClr val="FFFFFF">
                  <a:alpha val="68235"/>
                </a:srgbClr>
              </a:gs>
              <a:gs pos="29000">
                <a:srgbClr val="FFFFFF">
                  <a:alpha val="40392"/>
                </a:srgbClr>
              </a:gs>
              <a:gs pos="62000">
                <a:srgbClr val="FFFFFF">
                  <a:alpha val="392"/>
                </a:srgbClr>
              </a:gs>
              <a:gs pos="100000">
                <a:srgbClr val="FFFFFF">
                  <a:alpha val="24313"/>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5" name="Google Shape;45;ge35c07f9d5_0_4432"/>
          <p:cNvSpPr/>
          <p:nvPr/>
        </p:nvSpPr>
        <p:spPr>
          <a:xfrm>
            <a:off x="7491019" y="0"/>
            <a:ext cx="4701000" cy="6858000"/>
          </a:xfrm>
          <a:prstGeom prst="rect">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6" name="Google Shape;46;ge35c07f9d5_0_443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47" name="Google Shape;47;ge35c07f9d5_0_443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48" name="Google Shape;48;ge35c07f9d5_0_4432"/>
          <p:cNvSpPr/>
          <p:nvPr/>
        </p:nvSpPr>
        <p:spPr>
          <a:xfrm>
            <a:off x="521004" y="1681150"/>
            <a:ext cx="6025200" cy="4472700"/>
          </a:xfrm>
          <a:prstGeom prst="round2DiagRect">
            <a:avLst>
              <a:gd name="adj1" fmla="val 2886"/>
              <a:gd name="adj2" fmla="val 0"/>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9" name="Google Shape;49;ge35c07f9d5_0_4432"/>
          <p:cNvSpPr>
            <a:spLocks noGrp="1"/>
          </p:cNvSpPr>
          <p:nvPr>
            <p:ph type="pic" idx="2"/>
          </p:nvPr>
        </p:nvSpPr>
        <p:spPr>
          <a:xfrm>
            <a:off x="641450" y="1805473"/>
            <a:ext cx="5784000" cy="4224000"/>
          </a:xfrm>
          <a:prstGeom prst="round2DiagRect">
            <a:avLst>
              <a:gd name="adj1" fmla="val 1663"/>
              <a:gd name="adj2" fmla="val 0"/>
            </a:avLst>
          </a:prstGeom>
          <a:solidFill>
            <a:schemeClr val="dk1">
              <a:alpha val="28627"/>
            </a:schemeClr>
          </a:solid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0" name="Google Shape;50;ge35c07f9d5_0_4432"/>
          <p:cNvSpPr/>
          <p:nvPr/>
        </p:nvSpPr>
        <p:spPr>
          <a:xfrm>
            <a:off x="7070728" y="6256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1" name="Google Shape;51;ge35c07f9d5_0_4432"/>
          <p:cNvSpPr>
            <a:spLocks noGrp="1"/>
          </p:cNvSpPr>
          <p:nvPr>
            <p:ph type="pic" idx="3"/>
          </p:nvPr>
        </p:nvSpPr>
        <p:spPr>
          <a:xfrm>
            <a:off x="7306181" y="8607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2" name="Google Shape;52;ge35c07f9d5_0_4432"/>
          <p:cNvSpPr txBox="1">
            <a:spLocks noGrp="1"/>
          </p:cNvSpPr>
          <p:nvPr>
            <p:ph type="body" idx="1"/>
          </p:nvPr>
        </p:nvSpPr>
        <p:spPr>
          <a:xfrm>
            <a:off x="7987832" y="608686"/>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3" name="Google Shape;53;ge35c07f9d5_0_4432"/>
          <p:cNvSpPr txBox="1">
            <a:spLocks noGrp="1"/>
          </p:cNvSpPr>
          <p:nvPr>
            <p:ph type="body" idx="4"/>
          </p:nvPr>
        </p:nvSpPr>
        <p:spPr>
          <a:xfrm>
            <a:off x="7980696" y="10717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4" name="Google Shape;54;ge35c07f9d5_0_4432"/>
          <p:cNvSpPr/>
          <p:nvPr/>
        </p:nvSpPr>
        <p:spPr>
          <a:xfrm>
            <a:off x="7070728" y="17975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5" name="Google Shape;55;ge35c07f9d5_0_4432"/>
          <p:cNvSpPr>
            <a:spLocks noGrp="1"/>
          </p:cNvSpPr>
          <p:nvPr>
            <p:ph type="pic" idx="5"/>
          </p:nvPr>
        </p:nvSpPr>
        <p:spPr>
          <a:xfrm>
            <a:off x="7306181" y="20326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6" name="Google Shape;56;ge35c07f9d5_0_4432"/>
          <p:cNvSpPr txBox="1">
            <a:spLocks noGrp="1"/>
          </p:cNvSpPr>
          <p:nvPr>
            <p:ph type="body" idx="6"/>
          </p:nvPr>
        </p:nvSpPr>
        <p:spPr>
          <a:xfrm>
            <a:off x="7987832" y="17805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7" name="Google Shape;57;ge35c07f9d5_0_4432"/>
          <p:cNvSpPr txBox="1">
            <a:spLocks noGrp="1"/>
          </p:cNvSpPr>
          <p:nvPr>
            <p:ph type="body" idx="7"/>
          </p:nvPr>
        </p:nvSpPr>
        <p:spPr>
          <a:xfrm>
            <a:off x="7980696" y="22436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8" name="Google Shape;58;ge35c07f9d5_0_4432"/>
          <p:cNvSpPr/>
          <p:nvPr/>
        </p:nvSpPr>
        <p:spPr>
          <a:xfrm>
            <a:off x="7070728" y="29694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9" name="Google Shape;59;ge35c07f9d5_0_4432"/>
          <p:cNvSpPr>
            <a:spLocks noGrp="1"/>
          </p:cNvSpPr>
          <p:nvPr>
            <p:ph type="pic" idx="8"/>
          </p:nvPr>
        </p:nvSpPr>
        <p:spPr>
          <a:xfrm>
            <a:off x="7306181" y="32045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0" name="Google Shape;60;ge35c07f9d5_0_4432"/>
          <p:cNvSpPr txBox="1">
            <a:spLocks noGrp="1"/>
          </p:cNvSpPr>
          <p:nvPr>
            <p:ph type="body" idx="9"/>
          </p:nvPr>
        </p:nvSpPr>
        <p:spPr>
          <a:xfrm>
            <a:off x="7987832" y="29524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1" name="Google Shape;61;ge35c07f9d5_0_4432"/>
          <p:cNvSpPr txBox="1">
            <a:spLocks noGrp="1"/>
          </p:cNvSpPr>
          <p:nvPr>
            <p:ph type="body" idx="13"/>
          </p:nvPr>
        </p:nvSpPr>
        <p:spPr>
          <a:xfrm>
            <a:off x="7980696" y="34155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2" name="Google Shape;62;ge35c07f9d5_0_4432"/>
          <p:cNvSpPr/>
          <p:nvPr/>
        </p:nvSpPr>
        <p:spPr>
          <a:xfrm>
            <a:off x="7070728" y="41413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3" name="Google Shape;63;ge35c07f9d5_0_4432"/>
          <p:cNvSpPr>
            <a:spLocks noGrp="1"/>
          </p:cNvSpPr>
          <p:nvPr>
            <p:ph type="pic" idx="14"/>
          </p:nvPr>
        </p:nvSpPr>
        <p:spPr>
          <a:xfrm>
            <a:off x="7306181" y="43764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4" name="Google Shape;64;ge35c07f9d5_0_4432"/>
          <p:cNvSpPr txBox="1">
            <a:spLocks noGrp="1"/>
          </p:cNvSpPr>
          <p:nvPr>
            <p:ph type="body" idx="15"/>
          </p:nvPr>
        </p:nvSpPr>
        <p:spPr>
          <a:xfrm>
            <a:off x="7987832" y="41243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5" name="Google Shape;65;ge35c07f9d5_0_4432"/>
          <p:cNvSpPr txBox="1">
            <a:spLocks noGrp="1"/>
          </p:cNvSpPr>
          <p:nvPr>
            <p:ph type="body" idx="16"/>
          </p:nvPr>
        </p:nvSpPr>
        <p:spPr>
          <a:xfrm>
            <a:off x="7980696" y="45874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6" name="Google Shape;66;ge35c07f9d5_0_4432"/>
          <p:cNvSpPr/>
          <p:nvPr/>
        </p:nvSpPr>
        <p:spPr>
          <a:xfrm>
            <a:off x="7070728" y="53132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7" name="Google Shape;67;ge35c07f9d5_0_4432"/>
          <p:cNvSpPr>
            <a:spLocks noGrp="1"/>
          </p:cNvSpPr>
          <p:nvPr>
            <p:ph type="pic" idx="17"/>
          </p:nvPr>
        </p:nvSpPr>
        <p:spPr>
          <a:xfrm>
            <a:off x="7306181" y="55483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8" name="Google Shape;68;ge35c07f9d5_0_4432"/>
          <p:cNvSpPr txBox="1">
            <a:spLocks noGrp="1"/>
          </p:cNvSpPr>
          <p:nvPr>
            <p:ph type="body" idx="18"/>
          </p:nvPr>
        </p:nvSpPr>
        <p:spPr>
          <a:xfrm>
            <a:off x="7987832" y="5296285"/>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9" name="Google Shape;69;ge35c07f9d5_0_4432"/>
          <p:cNvSpPr txBox="1">
            <a:spLocks noGrp="1"/>
          </p:cNvSpPr>
          <p:nvPr>
            <p:ph type="body" idx="19"/>
          </p:nvPr>
        </p:nvSpPr>
        <p:spPr>
          <a:xfrm>
            <a:off x="7980696" y="5759333"/>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70" name="Google Shape;70;ge35c07f9d5_0_4432"/>
          <p:cNvSpPr txBox="1">
            <a:spLocks noGrp="1"/>
          </p:cNvSpPr>
          <p:nvPr>
            <p:ph type="title"/>
          </p:nvPr>
        </p:nvSpPr>
        <p:spPr>
          <a:xfrm>
            <a:off x="521004" y="278400"/>
            <a:ext cx="6025200" cy="1038900"/>
          </a:xfrm>
          <a:prstGeom prst="rect">
            <a:avLst/>
          </a:prstGeom>
          <a:noFill/>
          <a:ln>
            <a:noFill/>
          </a:ln>
        </p:spPr>
        <p:txBody>
          <a:bodyPr spcFirstLastPara="1" wrap="square" lIns="45700" tIns="45700" rIns="45700" bIns="45700" anchor="b" anchorCtr="0">
            <a:normAutofit/>
          </a:bodyPr>
          <a:lstStyle>
            <a:lvl1pPr marR="0" lvl="0" algn="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71" name="Google Shape;71;ge35c07f9d5_0_4432"/>
          <p:cNvSpPr txBox="1">
            <a:spLocks noGrp="1"/>
          </p:cNvSpPr>
          <p:nvPr>
            <p:ph type="body" idx="20"/>
          </p:nvPr>
        </p:nvSpPr>
        <p:spPr>
          <a:xfrm>
            <a:off x="454884" y="1202267"/>
            <a:ext cx="6025200" cy="411900"/>
          </a:xfrm>
          <a:prstGeom prst="rect">
            <a:avLst/>
          </a:prstGeom>
          <a:noFill/>
          <a:ln>
            <a:noFill/>
          </a:ln>
        </p:spPr>
        <p:txBody>
          <a:bodyPr spcFirstLastPara="1" wrap="square" lIns="45700" tIns="45700" rIns="45700" bIns="45700" anchor="ctr" anchorCtr="0">
            <a:normAutofit/>
          </a:bodyPr>
          <a:lstStyle>
            <a:lvl1pPr marL="457200" marR="0" lvl="0" indent="-228600" algn="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8225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500"/>
                                        <p:tgtEl>
                                          <p:spTgt spid="7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71">
                                            <p:txEl>
                                              <p:pRg st="0" end="0"/>
                                            </p:txEl>
                                          </p:spTgt>
                                        </p:tgtEl>
                                        <p:attrNameLst>
                                          <p:attrName>style.visibility</p:attrName>
                                        </p:attrNameLst>
                                      </p:cBhvr>
                                      <p:to>
                                        <p:strVal val="visible"/>
                                      </p:to>
                                    </p:set>
                                    <p:animEffect transition="in" filter="fade">
                                      <p:cBhvr>
                                        <p:cTn id="22" dur="500"/>
                                        <p:tgtEl>
                                          <p:spTgt spid="71">
                                            <p:txEl>
                                              <p:pRg st="0" end="0"/>
                                            </p:txEl>
                                          </p:spTgt>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1">
                                            <p:txEl>
                                              <p:charRg st="1" end="1"/>
                                            </p:txEl>
                                          </p:spTgt>
                                        </p:tgtEl>
                                        <p:attrNameLst>
                                          <p:attrName>style.visibility</p:attrName>
                                        </p:attrNameLst>
                                      </p:cBhvr>
                                      <p:to>
                                        <p:strVal val="visible"/>
                                      </p:to>
                                    </p:set>
                                    <p:animEffect transition="in" filter="fade">
                                      <p:cBhvr>
                                        <p:cTn id="26" dur="500"/>
                                        <p:tgtEl>
                                          <p:spTgt spid="71">
                                            <p:txEl>
                                              <p:charRg st="1" end="1"/>
                                            </p:txEl>
                                          </p:spTgt>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71">
                                            <p:txEl>
                                              <p:charRg st="1" end="1"/>
                                            </p:txEl>
                                          </p:spTgt>
                                        </p:tgtEl>
                                        <p:attrNameLst>
                                          <p:attrName>style.visibility</p:attrName>
                                        </p:attrNameLst>
                                      </p:cBhvr>
                                      <p:to>
                                        <p:strVal val="visible"/>
                                      </p:to>
                                    </p:set>
                                    <p:animEffect transition="in" filter="fade">
                                      <p:cBhvr>
                                        <p:cTn id="30" dur="500"/>
                                        <p:tgtEl>
                                          <p:spTgt spid="71">
                                            <p:txEl>
                                              <p:charRg st="1" end="1"/>
                                            </p:txEl>
                                          </p:spTgt>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71">
                                            <p:txEl>
                                              <p:charRg st="1" end="1"/>
                                            </p:txEl>
                                          </p:spTgt>
                                        </p:tgtEl>
                                        <p:attrNameLst>
                                          <p:attrName>style.visibility</p:attrName>
                                        </p:attrNameLst>
                                      </p:cBhvr>
                                      <p:to>
                                        <p:strVal val="visible"/>
                                      </p:to>
                                    </p:set>
                                    <p:animEffect transition="in" filter="fade">
                                      <p:cBhvr>
                                        <p:cTn id="34" dur="500"/>
                                        <p:tgtEl>
                                          <p:spTgt spid="71">
                                            <p:txEl>
                                              <p:charRg st="1" end="1"/>
                                            </p:txEl>
                                          </p:spTgt>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71">
                                            <p:txEl>
                                              <p:charRg st="1" end="1"/>
                                            </p:txEl>
                                          </p:spTgt>
                                        </p:tgtEl>
                                        <p:attrNameLst>
                                          <p:attrName>style.visibility</p:attrName>
                                        </p:attrNameLst>
                                      </p:cBhvr>
                                      <p:to>
                                        <p:strVal val="visible"/>
                                      </p:to>
                                    </p:set>
                                    <p:animEffect transition="in" filter="fade">
                                      <p:cBhvr>
                                        <p:cTn id="38" dur="500"/>
                                        <p:tgtEl>
                                          <p:spTgt spid="71">
                                            <p:txEl>
                                              <p:charRg st="1" end="1"/>
                                            </p:txEl>
                                          </p:spTgt>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71">
                                            <p:txEl>
                                              <p:charRg st="1" end="1"/>
                                            </p:txEl>
                                          </p:spTgt>
                                        </p:tgtEl>
                                        <p:attrNameLst>
                                          <p:attrName>style.visibility</p:attrName>
                                        </p:attrNameLst>
                                      </p:cBhvr>
                                      <p:to>
                                        <p:strVal val="visible"/>
                                      </p:to>
                                    </p:set>
                                    <p:animEffect transition="in" filter="fade">
                                      <p:cBhvr>
                                        <p:cTn id="42" dur="500"/>
                                        <p:tgtEl>
                                          <p:spTgt spid="71">
                                            <p:txEl>
                                              <p:charRg st="1" end="1"/>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71">
                                            <p:txEl>
                                              <p:charRg st="1" end="1"/>
                                            </p:txEl>
                                          </p:spTgt>
                                        </p:tgtEl>
                                        <p:attrNameLst>
                                          <p:attrName>style.visibility</p:attrName>
                                        </p:attrNameLst>
                                      </p:cBhvr>
                                      <p:to>
                                        <p:strVal val="visible"/>
                                      </p:to>
                                    </p:set>
                                    <p:animEffect transition="in" filter="fade">
                                      <p:cBhvr>
                                        <p:cTn id="46" dur="500"/>
                                        <p:tgtEl>
                                          <p:spTgt spid="71">
                                            <p:txEl>
                                              <p:charRg st="1" end="1"/>
                                            </p:txEl>
                                          </p:spTgt>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71">
                                            <p:txEl>
                                              <p:charRg st="1" end="1"/>
                                            </p:txEl>
                                          </p:spTgt>
                                        </p:tgtEl>
                                        <p:attrNameLst>
                                          <p:attrName>style.visibility</p:attrName>
                                        </p:attrNameLst>
                                      </p:cBhvr>
                                      <p:to>
                                        <p:strVal val="visible"/>
                                      </p:to>
                                    </p:set>
                                    <p:animEffect transition="in" filter="fade">
                                      <p:cBhvr>
                                        <p:cTn id="50" dur="500"/>
                                        <p:tgtEl>
                                          <p:spTgt spid="71">
                                            <p:txEl>
                                              <p:charRg st="1" end="1"/>
                                            </p:txEl>
                                          </p:spTgt>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71">
                                            <p:txEl>
                                              <p:charRg st="1" end="1"/>
                                            </p:txEl>
                                          </p:spTgt>
                                        </p:tgtEl>
                                        <p:attrNameLst>
                                          <p:attrName>style.visibility</p:attrName>
                                        </p:attrNameLst>
                                      </p:cBhvr>
                                      <p:to>
                                        <p:strVal val="visible"/>
                                      </p:to>
                                    </p:set>
                                    <p:animEffect transition="in" filter="fade">
                                      <p:cBhvr>
                                        <p:cTn id="54" dur="500"/>
                                        <p:tgtEl>
                                          <p:spTgt spid="71">
                                            <p:txEl>
                                              <p:charRg st="1" end="1"/>
                                            </p:txEl>
                                          </p:spTgt>
                                        </p:tgtEl>
                                      </p:cBhvr>
                                    </p:animEffect>
                                  </p:childTnLst>
                                </p:cTn>
                              </p:par>
                            </p:childTnLst>
                          </p:cTn>
                        </p:par>
                        <p:par>
                          <p:cTn id="55" fill="hold">
                            <p:stCondLst>
                              <p:cond delay="6000"/>
                            </p:stCondLst>
                            <p:childTnLst>
                              <p:par>
                                <p:cTn id="56" presetID="10" presetClass="entr" presetSubtype="0"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par>
                          <p:cTn id="59" fill="hold">
                            <p:stCondLst>
                              <p:cond delay="6500"/>
                            </p:stCondLst>
                            <p:childTnLst>
                              <p:par>
                                <p:cTn id="60" presetID="10" presetClass="entr" presetSubtype="0" fill="hold" nodeType="after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250"/>
                                        <p:tgtEl>
                                          <p:spTgt spid="50"/>
                                        </p:tgtEl>
                                      </p:cBhvr>
                                    </p:animEffect>
                                  </p:childTnLst>
                                </p:cTn>
                              </p:par>
                              <p:par>
                                <p:cTn id="63" presetID="10"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childTnLst>
                          </p:cTn>
                        </p:par>
                        <p:par>
                          <p:cTn id="66" fill="hold">
                            <p:stCondLst>
                              <p:cond delay="7000"/>
                            </p:stCondLst>
                            <p:childTnLst>
                              <p:par>
                                <p:cTn id="67" presetID="10" presetClass="entr" presetSubtype="0" fill="hold" nodeType="afterEffect">
                                  <p:stCondLst>
                                    <p:cond delay="0"/>
                                  </p:stCondLst>
                                  <p:childTnLst>
                                    <p:set>
                                      <p:cBhvr>
                                        <p:cTn id="68" dur="1" fill="hold">
                                          <p:stCondLst>
                                            <p:cond delay="0"/>
                                          </p:stCondLst>
                                        </p:cTn>
                                        <p:tgtEl>
                                          <p:spTgt spid="52">
                                            <p:txEl>
                                              <p:pRg st="0" end="0"/>
                                            </p:txEl>
                                          </p:spTgt>
                                        </p:tgtEl>
                                        <p:attrNameLst>
                                          <p:attrName>style.visibility</p:attrName>
                                        </p:attrNameLst>
                                      </p:cBhvr>
                                      <p:to>
                                        <p:strVal val="visible"/>
                                      </p:to>
                                    </p:set>
                                    <p:animEffect transition="in" filter="fade">
                                      <p:cBhvr>
                                        <p:cTn id="69" dur="500"/>
                                        <p:tgtEl>
                                          <p:spTgt spid="52">
                                            <p:txEl>
                                              <p:pRg st="0" end="0"/>
                                            </p:txEl>
                                          </p:spTgt>
                                        </p:tgtEl>
                                      </p:cBhvr>
                                    </p:animEffect>
                                  </p:childTnLst>
                                </p:cTn>
                              </p:par>
                            </p:childTnLst>
                          </p:cTn>
                        </p:par>
                        <p:par>
                          <p:cTn id="70" fill="hold">
                            <p:stCondLst>
                              <p:cond delay="7500"/>
                            </p:stCondLst>
                            <p:childTnLst>
                              <p:par>
                                <p:cTn id="71" presetID="10" presetClass="entr" presetSubtype="0" fill="hold" nodeType="afterEffect">
                                  <p:stCondLst>
                                    <p:cond delay="0"/>
                                  </p:stCondLst>
                                  <p:childTnLst>
                                    <p:set>
                                      <p:cBhvr>
                                        <p:cTn id="72" dur="1" fill="hold">
                                          <p:stCondLst>
                                            <p:cond delay="0"/>
                                          </p:stCondLst>
                                        </p:cTn>
                                        <p:tgtEl>
                                          <p:spTgt spid="52">
                                            <p:txEl>
                                              <p:charRg st="1" end="1"/>
                                            </p:txEl>
                                          </p:spTgt>
                                        </p:tgtEl>
                                        <p:attrNameLst>
                                          <p:attrName>style.visibility</p:attrName>
                                        </p:attrNameLst>
                                      </p:cBhvr>
                                      <p:to>
                                        <p:strVal val="visible"/>
                                      </p:to>
                                    </p:set>
                                    <p:animEffect transition="in" filter="fade">
                                      <p:cBhvr>
                                        <p:cTn id="73" dur="500"/>
                                        <p:tgtEl>
                                          <p:spTgt spid="52">
                                            <p:txEl>
                                              <p:charRg st="1" end="1"/>
                                            </p:txEl>
                                          </p:spTgt>
                                        </p:tgtEl>
                                      </p:cBhvr>
                                    </p:animEffect>
                                  </p:childTnLst>
                                </p:cTn>
                              </p:par>
                            </p:childTnLst>
                          </p:cTn>
                        </p:par>
                        <p:par>
                          <p:cTn id="74" fill="hold">
                            <p:stCondLst>
                              <p:cond delay="8000"/>
                            </p:stCondLst>
                            <p:childTnLst>
                              <p:par>
                                <p:cTn id="75" presetID="10" presetClass="entr" presetSubtype="0" fill="hold" nodeType="afterEffect">
                                  <p:stCondLst>
                                    <p:cond delay="0"/>
                                  </p:stCondLst>
                                  <p:childTnLst>
                                    <p:set>
                                      <p:cBhvr>
                                        <p:cTn id="76" dur="1" fill="hold">
                                          <p:stCondLst>
                                            <p:cond delay="0"/>
                                          </p:stCondLst>
                                        </p:cTn>
                                        <p:tgtEl>
                                          <p:spTgt spid="52">
                                            <p:txEl>
                                              <p:charRg st="1" end="1"/>
                                            </p:txEl>
                                          </p:spTgt>
                                        </p:tgtEl>
                                        <p:attrNameLst>
                                          <p:attrName>style.visibility</p:attrName>
                                        </p:attrNameLst>
                                      </p:cBhvr>
                                      <p:to>
                                        <p:strVal val="visible"/>
                                      </p:to>
                                    </p:set>
                                    <p:animEffect transition="in" filter="fade">
                                      <p:cBhvr>
                                        <p:cTn id="77" dur="500"/>
                                        <p:tgtEl>
                                          <p:spTgt spid="52">
                                            <p:txEl>
                                              <p:charRg st="1" end="1"/>
                                            </p:txEl>
                                          </p:spTgt>
                                        </p:tgtEl>
                                      </p:cBhvr>
                                    </p:animEffect>
                                  </p:childTnLst>
                                </p:cTn>
                              </p:par>
                            </p:childTnLst>
                          </p:cTn>
                        </p:par>
                        <p:par>
                          <p:cTn id="78" fill="hold">
                            <p:stCondLst>
                              <p:cond delay="8500"/>
                            </p:stCondLst>
                            <p:childTnLst>
                              <p:par>
                                <p:cTn id="79" presetID="10" presetClass="entr" presetSubtype="0" fill="hold" nodeType="afterEffect">
                                  <p:stCondLst>
                                    <p:cond delay="0"/>
                                  </p:stCondLst>
                                  <p:childTnLst>
                                    <p:set>
                                      <p:cBhvr>
                                        <p:cTn id="80" dur="1" fill="hold">
                                          <p:stCondLst>
                                            <p:cond delay="0"/>
                                          </p:stCondLst>
                                        </p:cTn>
                                        <p:tgtEl>
                                          <p:spTgt spid="52">
                                            <p:txEl>
                                              <p:charRg st="1" end="1"/>
                                            </p:txEl>
                                          </p:spTgt>
                                        </p:tgtEl>
                                        <p:attrNameLst>
                                          <p:attrName>style.visibility</p:attrName>
                                        </p:attrNameLst>
                                      </p:cBhvr>
                                      <p:to>
                                        <p:strVal val="visible"/>
                                      </p:to>
                                    </p:set>
                                    <p:animEffect transition="in" filter="fade">
                                      <p:cBhvr>
                                        <p:cTn id="81" dur="500"/>
                                        <p:tgtEl>
                                          <p:spTgt spid="52">
                                            <p:txEl>
                                              <p:charRg st="1" end="1"/>
                                            </p:txEl>
                                          </p:spTgt>
                                        </p:tgtEl>
                                      </p:cBhvr>
                                    </p:animEffect>
                                  </p:childTnLst>
                                </p:cTn>
                              </p:par>
                            </p:childTnLst>
                          </p:cTn>
                        </p:par>
                        <p:par>
                          <p:cTn id="82" fill="hold">
                            <p:stCondLst>
                              <p:cond delay="9000"/>
                            </p:stCondLst>
                            <p:childTnLst>
                              <p:par>
                                <p:cTn id="83" presetID="10" presetClass="entr" presetSubtype="0" fill="hold" nodeType="afterEffect">
                                  <p:stCondLst>
                                    <p:cond delay="0"/>
                                  </p:stCondLst>
                                  <p:childTnLst>
                                    <p:set>
                                      <p:cBhvr>
                                        <p:cTn id="84" dur="1" fill="hold">
                                          <p:stCondLst>
                                            <p:cond delay="0"/>
                                          </p:stCondLst>
                                        </p:cTn>
                                        <p:tgtEl>
                                          <p:spTgt spid="52">
                                            <p:txEl>
                                              <p:charRg st="1" end="1"/>
                                            </p:txEl>
                                          </p:spTgt>
                                        </p:tgtEl>
                                        <p:attrNameLst>
                                          <p:attrName>style.visibility</p:attrName>
                                        </p:attrNameLst>
                                      </p:cBhvr>
                                      <p:to>
                                        <p:strVal val="visible"/>
                                      </p:to>
                                    </p:set>
                                    <p:animEffect transition="in" filter="fade">
                                      <p:cBhvr>
                                        <p:cTn id="85" dur="500"/>
                                        <p:tgtEl>
                                          <p:spTgt spid="52">
                                            <p:txEl>
                                              <p:charRg st="1" end="1"/>
                                            </p:txEl>
                                          </p:spTgt>
                                        </p:tgtEl>
                                      </p:cBhvr>
                                    </p:animEffect>
                                  </p:childTnLst>
                                </p:cTn>
                              </p:par>
                            </p:childTnLst>
                          </p:cTn>
                        </p:par>
                        <p:par>
                          <p:cTn id="86" fill="hold">
                            <p:stCondLst>
                              <p:cond delay="9500"/>
                            </p:stCondLst>
                            <p:childTnLst>
                              <p:par>
                                <p:cTn id="87" presetID="10" presetClass="entr" presetSubtype="0" fill="hold" nodeType="afterEffect">
                                  <p:stCondLst>
                                    <p:cond delay="0"/>
                                  </p:stCondLst>
                                  <p:childTnLst>
                                    <p:set>
                                      <p:cBhvr>
                                        <p:cTn id="88" dur="1" fill="hold">
                                          <p:stCondLst>
                                            <p:cond delay="0"/>
                                          </p:stCondLst>
                                        </p:cTn>
                                        <p:tgtEl>
                                          <p:spTgt spid="52">
                                            <p:txEl>
                                              <p:charRg st="1" end="1"/>
                                            </p:txEl>
                                          </p:spTgt>
                                        </p:tgtEl>
                                        <p:attrNameLst>
                                          <p:attrName>style.visibility</p:attrName>
                                        </p:attrNameLst>
                                      </p:cBhvr>
                                      <p:to>
                                        <p:strVal val="visible"/>
                                      </p:to>
                                    </p:set>
                                    <p:animEffect transition="in" filter="fade">
                                      <p:cBhvr>
                                        <p:cTn id="89" dur="500"/>
                                        <p:tgtEl>
                                          <p:spTgt spid="52">
                                            <p:txEl>
                                              <p:charRg st="1" end="1"/>
                                            </p:txEl>
                                          </p:spTgt>
                                        </p:tgtEl>
                                      </p:cBhvr>
                                    </p:animEffect>
                                  </p:childTnLst>
                                </p:cTn>
                              </p:par>
                            </p:childTnLst>
                          </p:cTn>
                        </p:par>
                        <p:par>
                          <p:cTn id="90" fill="hold">
                            <p:stCondLst>
                              <p:cond delay="10000"/>
                            </p:stCondLst>
                            <p:childTnLst>
                              <p:par>
                                <p:cTn id="91" presetID="10" presetClass="entr" presetSubtype="0" fill="hold" nodeType="afterEffect">
                                  <p:stCondLst>
                                    <p:cond delay="0"/>
                                  </p:stCondLst>
                                  <p:childTnLst>
                                    <p:set>
                                      <p:cBhvr>
                                        <p:cTn id="92" dur="1" fill="hold">
                                          <p:stCondLst>
                                            <p:cond delay="0"/>
                                          </p:stCondLst>
                                        </p:cTn>
                                        <p:tgtEl>
                                          <p:spTgt spid="52">
                                            <p:txEl>
                                              <p:charRg st="1" end="1"/>
                                            </p:txEl>
                                          </p:spTgt>
                                        </p:tgtEl>
                                        <p:attrNameLst>
                                          <p:attrName>style.visibility</p:attrName>
                                        </p:attrNameLst>
                                      </p:cBhvr>
                                      <p:to>
                                        <p:strVal val="visible"/>
                                      </p:to>
                                    </p:set>
                                    <p:animEffect transition="in" filter="fade">
                                      <p:cBhvr>
                                        <p:cTn id="93" dur="500"/>
                                        <p:tgtEl>
                                          <p:spTgt spid="52">
                                            <p:txEl>
                                              <p:charRg st="1" end="1"/>
                                            </p:txEl>
                                          </p:spTgt>
                                        </p:tgtEl>
                                      </p:cBhvr>
                                    </p:animEffect>
                                  </p:childTnLst>
                                </p:cTn>
                              </p:par>
                            </p:childTnLst>
                          </p:cTn>
                        </p:par>
                        <p:par>
                          <p:cTn id="94" fill="hold">
                            <p:stCondLst>
                              <p:cond delay="10500"/>
                            </p:stCondLst>
                            <p:childTnLst>
                              <p:par>
                                <p:cTn id="95" presetID="10" presetClass="entr" presetSubtype="0" fill="hold" nodeType="afterEffect">
                                  <p:stCondLst>
                                    <p:cond delay="0"/>
                                  </p:stCondLst>
                                  <p:childTnLst>
                                    <p:set>
                                      <p:cBhvr>
                                        <p:cTn id="96" dur="1" fill="hold">
                                          <p:stCondLst>
                                            <p:cond delay="0"/>
                                          </p:stCondLst>
                                        </p:cTn>
                                        <p:tgtEl>
                                          <p:spTgt spid="52">
                                            <p:txEl>
                                              <p:charRg st="1" end="1"/>
                                            </p:txEl>
                                          </p:spTgt>
                                        </p:tgtEl>
                                        <p:attrNameLst>
                                          <p:attrName>style.visibility</p:attrName>
                                        </p:attrNameLst>
                                      </p:cBhvr>
                                      <p:to>
                                        <p:strVal val="visible"/>
                                      </p:to>
                                    </p:set>
                                    <p:animEffect transition="in" filter="fade">
                                      <p:cBhvr>
                                        <p:cTn id="97" dur="500"/>
                                        <p:tgtEl>
                                          <p:spTgt spid="52">
                                            <p:txEl>
                                              <p:charRg st="1" end="1"/>
                                            </p:txEl>
                                          </p:spTgt>
                                        </p:tgtEl>
                                      </p:cBhvr>
                                    </p:animEffect>
                                  </p:childTnLst>
                                </p:cTn>
                              </p:par>
                            </p:childTnLst>
                          </p:cTn>
                        </p:par>
                        <p:par>
                          <p:cTn id="98" fill="hold">
                            <p:stCondLst>
                              <p:cond delay="11000"/>
                            </p:stCondLst>
                            <p:childTnLst>
                              <p:par>
                                <p:cTn id="99" presetID="10" presetClass="entr" presetSubtype="0" fill="hold" nodeType="afterEffect">
                                  <p:stCondLst>
                                    <p:cond delay="0"/>
                                  </p:stCondLst>
                                  <p:childTnLst>
                                    <p:set>
                                      <p:cBhvr>
                                        <p:cTn id="100" dur="1" fill="hold">
                                          <p:stCondLst>
                                            <p:cond delay="0"/>
                                          </p:stCondLst>
                                        </p:cTn>
                                        <p:tgtEl>
                                          <p:spTgt spid="52">
                                            <p:txEl>
                                              <p:charRg st="1" end="1"/>
                                            </p:txEl>
                                          </p:spTgt>
                                        </p:tgtEl>
                                        <p:attrNameLst>
                                          <p:attrName>style.visibility</p:attrName>
                                        </p:attrNameLst>
                                      </p:cBhvr>
                                      <p:to>
                                        <p:strVal val="visible"/>
                                      </p:to>
                                    </p:set>
                                    <p:animEffect transition="in" filter="fade">
                                      <p:cBhvr>
                                        <p:cTn id="101" dur="500"/>
                                        <p:tgtEl>
                                          <p:spTgt spid="52">
                                            <p:txEl>
                                              <p:charRg st="1" end="1"/>
                                            </p:txEl>
                                          </p:spTgt>
                                        </p:tgtEl>
                                      </p:cBhvr>
                                    </p:animEffect>
                                  </p:childTnLst>
                                </p:cTn>
                              </p:par>
                            </p:childTnLst>
                          </p:cTn>
                        </p:par>
                        <p:par>
                          <p:cTn id="102" fill="hold">
                            <p:stCondLst>
                              <p:cond delay="11500"/>
                            </p:stCondLst>
                            <p:childTnLst>
                              <p:par>
                                <p:cTn id="103" presetID="10" presetClass="entr" presetSubtype="0" fill="hold" nodeType="afterEffect">
                                  <p:stCondLst>
                                    <p:cond delay="0"/>
                                  </p:stCondLst>
                                  <p:childTnLst>
                                    <p:set>
                                      <p:cBhvr>
                                        <p:cTn id="104" dur="1" fill="hold">
                                          <p:stCondLst>
                                            <p:cond delay="0"/>
                                          </p:stCondLst>
                                        </p:cTn>
                                        <p:tgtEl>
                                          <p:spTgt spid="53">
                                            <p:txEl>
                                              <p:pRg st="0" end="0"/>
                                            </p:txEl>
                                          </p:spTgt>
                                        </p:tgtEl>
                                        <p:attrNameLst>
                                          <p:attrName>style.visibility</p:attrName>
                                        </p:attrNameLst>
                                      </p:cBhvr>
                                      <p:to>
                                        <p:strVal val="visible"/>
                                      </p:to>
                                    </p:set>
                                    <p:animEffect transition="in" filter="fade">
                                      <p:cBhvr>
                                        <p:cTn id="105" dur="500"/>
                                        <p:tgtEl>
                                          <p:spTgt spid="53">
                                            <p:txEl>
                                              <p:pRg st="0" end="0"/>
                                            </p:txEl>
                                          </p:spTgt>
                                        </p:tgtEl>
                                      </p:cBhvr>
                                    </p:animEffect>
                                  </p:childTnLst>
                                </p:cTn>
                              </p:par>
                            </p:childTnLst>
                          </p:cTn>
                        </p:par>
                        <p:par>
                          <p:cTn id="106" fill="hold">
                            <p:stCondLst>
                              <p:cond delay="12000"/>
                            </p:stCondLst>
                            <p:childTnLst>
                              <p:par>
                                <p:cTn id="107" presetID="10" presetClass="entr" presetSubtype="0" fill="hold" nodeType="afterEffect">
                                  <p:stCondLst>
                                    <p:cond delay="0"/>
                                  </p:stCondLst>
                                  <p:childTnLst>
                                    <p:set>
                                      <p:cBhvr>
                                        <p:cTn id="108" dur="1" fill="hold">
                                          <p:stCondLst>
                                            <p:cond delay="0"/>
                                          </p:stCondLst>
                                        </p:cTn>
                                        <p:tgtEl>
                                          <p:spTgt spid="53">
                                            <p:txEl>
                                              <p:charRg st="1" end="1"/>
                                            </p:txEl>
                                          </p:spTgt>
                                        </p:tgtEl>
                                        <p:attrNameLst>
                                          <p:attrName>style.visibility</p:attrName>
                                        </p:attrNameLst>
                                      </p:cBhvr>
                                      <p:to>
                                        <p:strVal val="visible"/>
                                      </p:to>
                                    </p:set>
                                    <p:animEffect transition="in" filter="fade">
                                      <p:cBhvr>
                                        <p:cTn id="109" dur="500"/>
                                        <p:tgtEl>
                                          <p:spTgt spid="53">
                                            <p:txEl>
                                              <p:charRg st="1" end="1"/>
                                            </p:txEl>
                                          </p:spTgt>
                                        </p:tgtEl>
                                      </p:cBhvr>
                                    </p:animEffect>
                                  </p:childTnLst>
                                </p:cTn>
                              </p:par>
                            </p:childTnLst>
                          </p:cTn>
                        </p:par>
                        <p:par>
                          <p:cTn id="110" fill="hold">
                            <p:stCondLst>
                              <p:cond delay="12500"/>
                            </p:stCondLst>
                            <p:childTnLst>
                              <p:par>
                                <p:cTn id="111" presetID="10" presetClass="entr" presetSubtype="0" fill="hold" nodeType="afterEffect">
                                  <p:stCondLst>
                                    <p:cond delay="0"/>
                                  </p:stCondLst>
                                  <p:childTnLst>
                                    <p:set>
                                      <p:cBhvr>
                                        <p:cTn id="112" dur="1" fill="hold">
                                          <p:stCondLst>
                                            <p:cond delay="0"/>
                                          </p:stCondLst>
                                        </p:cTn>
                                        <p:tgtEl>
                                          <p:spTgt spid="53">
                                            <p:txEl>
                                              <p:charRg st="1" end="1"/>
                                            </p:txEl>
                                          </p:spTgt>
                                        </p:tgtEl>
                                        <p:attrNameLst>
                                          <p:attrName>style.visibility</p:attrName>
                                        </p:attrNameLst>
                                      </p:cBhvr>
                                      <p:to>
                                        <p:strVal val="visible"/>
                                      </p:to>
                                    </p:set>
                                    <p:animEffect transition="in" filter="fade">
                                      <p:cBhvr>
                                        <p:cTn id="113" dur="500"/>
                                        <p:tgtEl>
                                          <p:spTgt spid="53">
                                            <p:txEl>
                                              <p:charRg st="1" end="1"/>
                                            </p:txEl>
                                          </p:spTgt>
                                        </p:tgtEl>
                                      </p:cBhvr>
                                    </p:animEffect>
                                  </p:childTnLst>
                                </p:cTn>
                              </p:par>
                            </p:childTnLst>
                          </p:cTn>
                        </p:par>
                        <p:par>
                          <p:cTn id="114" fill="hold">
                            <p:stCondLst>
                              <p:cond delay="13000"/>
                            </p:stCondLst>
                            <p:childTnLst>
                              <p:par>
                                <p:cTn id="115" presetID="10" presetClass="entr" presetSubtype="0" fill="hold" nodeType="afterEffect">
                                  <p:stCondLst>
                                    <p:cond delay="0"/>
                                  </p:stCondLst>
                                  <p:childTnLst>
                                    <p:set>
                                      <p:cBhvr>
                                        <p:cTn id="116" dur="1" fill="hold">
                                          <p:stCondLst>
                                            <p:cond delay="0"/>
                                          </p:stCondLst>
                                        </p:cTn>
                                        <p:tgtEl>
                                          <p:spTgt spid="53">
                                            <p:txEl>
                                              <p:charRg st="1" end="1"/>
                                            </p:txEl>
                                          </p:spTgt>
                                        </p:tgtEl>
                                        <p:attrNameLst>
                                          <p:attrName>style.visibility</p:attrName>
                                        </p:attrNameLst>
                                      </p:cBhvr>
                                      <p:to>
                                        <p:strVal val="visible"/>
                                      </p:to>
                                    </p:set>
                                    <p:animEffect transition="in" filter="fade">
                                      <p:cBhvr>
                                        <p:cTn id="117" dur="500"/>
                                        <p:tgtEl>
                                          <p:spTgt spid="53">
                                            <p:txEl>
                                              <p:charRg st="1" end="1"/>
                                            </p:txEl>
                                          </p:spTgt>
                                        </p:tgtEl>
                                      </p:cBhvr>
                                    </p:animEffect>
                                  </p:childTnLst>
                                </p:cTn>
                              </p:par>
                            </p:childTnLst>
                          </p:cTn>
                        </p:par>
                        <p:par>
                          <p:cTn id="118" fill="hold">
                            <p:stCondLst>
                              <p:cond delay="13500"/>
                            </p:stCondLst>
                            <p:childTnLst>
                              <p:par>
                                <p:cTn id="119" presetID="10" presetClass="entr" presetSubtype="0" fill="hold" nodeType="afterEffect">
                                  <p:stCondLst>
                                    <p:cond delay="0"/>
                                  </p:stCondLst>
                                  <p:childTnLst>
                                    <p:set>
                                      <p:cBhvr>
                                        <p:cTn id="120" dur="1" fill="hold">
                                          <p:stCondLst>
                                            <p:cond delay="0"/>
                                          </p:stCondLst>
                                        </p:cTn>
                                        <p:tgtEl>
                                          <p:spTgt spid="53">
                                            <p:txEl>
                                              <p:charRg st="1" end="1"/>
                                            </p:txEl>
                                          </p:spTgt>
                                        </p:tgtEl>
                                        <p:attrNameLst>
                                          <p:attrName>style.visibility</p:attrName>
                                        </p:attrNameLst>
                                      </p:cBhvr>
                                      <p:to>
                                        <p:strVal val="visible"/>
                                      </p:to>
                                    </p:set>
                                    <p:animEffect transition="in" filter="fade">
                                      <p:cBhvr>
                                        <p:cTn id="121" dur="500"/>
                                        <p:tgtEl>
                                          <p:spTgt spid="53">
                                            <p:txEl>
                                              <p:charRg st="1" end="1"/>
                                            </p:txEl>
                                          </p:spTgt>
                                        </p:tgtEl>
                                      </p:cBhvr>
                                    </p:animEffect>
                                  </p:childTnLst>
                                </p:cTn>
                              </p:par>
                            </p:childTnLst>
                          </p:cTn>
                        </p:par>
                        <p:par>
                          <p:cTn id="122" fill="hold">
                            <p:stCondLst>
                              <p:cond delay="14000"/>
                            </p:stCondLst>
                            <p:childTnLst>
                              <p:par>
                                <p:cTn id="123" presetID="10" presetClass="entr" presetSubtype="0" fill="hold" nodeType="afterEffect">
                                  <p:stCondLst>
                                    <p:cond delay="0"/>
                                  </p:stCondLst>
                                  <p:childTnLst>
                                    <p:set>
                                      <p:cBhvr>
                                        <p:cTn id="124" dur="1" fill="hold">
                                          <p:stCondLst>
                                            <p:cond delay="0"/>
                                          </p:stCondLst>
                                        </p:cTn>
                                        <p:tgtEl>
                                          <p:spTgt spid="53">
                                            <p:txEl>
                                              <p:charRg st="1" end="1"/>
                                            </p:txEl>
                                          </p:spTgt>
                                        </p:tgtEl>
                                        <p:attrNameLst>
                                          <p:attrName>style.visibility</p:attrName>
                                        </p:attrNameLst>
                                      </p:cBhvr>
                                      <p:to>
                                        <p:strVal val="visible"/>
                                      </p:to>
                                    </p:set>
                                    <p:animEffect transition="in" filter="fade">
                                      <p:cBhvr>
                                        <p:cTn id="125" dur="500"/>
                                        <p:tgtEl>
                                          <p:spTgt spid="53">
                                            <p:txEl>
                                              <p:charRg st="1" end="1"/>
                                            </p:txEl>
                                          </p:spTgt>
                                        </p:tgtEl>
                                      </p:cBhvr>
                                    </p:animEffect>
                                  </p:childTnLst>
                                </p:cTn>
                              </p:par>
                            </p:childTnLst>
                          </p:cTn>
                        </p:par>
                        <p:par>
                          <p:cTn id="126" fill="hold">
                            <p:stCondLst>
                              <p:cond delay="14500"/>
                            </p:stCondLst>
                            <p:childTnLst>
                              <p:par>
                                <p:cTn id="127" presetID="10" presetClass="entr" presetSubtype="0" fill="hold" nodeType="afterEffect">
                                  <p:stCondLst>
                                    <p:cond delay="0"/>
                                  </p:stCondLst>
                                  <p:childTnLst>
                                    <p:set>
                                      <p:cBhvr>
                                        <p:cTn id="128" dur="1" fill="hold">
                                          <p:stCondLst>
                                            <p:cond delay="0"/>
                                          </p:stCondLst>
                                        </p:cTn>
                                        <p:tgtEl>
                                          <p:spTgt spid="53">
                                            <p:txEl>
                                              <p:charRg st="1" end="1"/>
                                            </p:txEl>
                                          </p:spTgt>
                                        </p:tgtEl>
                                        <p:attrNameLst>
                                          <p:attrName>style.visibility</p:attrName>
                                        </p:attrNameLst>
                                      </p:cBhvr>
                                      <p:to>
                                        <p:strVal val="visible"/>
                                      </p:to>
                                    </p:set>
                                    <p:animEffect transition="in" filter="fade">
                                      <p:cBhvr>
                                        <p:cTn id="129" dur="500"/>
                                        <p:tgtEl>
                                          <p:spTgt spid="53">
                                            <p:txEl>
                                              <p:charRg st="1" end="1"/>
                                            </p:txEl>
                                          </p:spTgt>
                                        </p:tgtEl>
                                      </p:cBhvr>
                                    </p:animEffect>
                                  </p:childTnLst>
                                </p:cTn>
                              </p:par>
                            </p:childTnLst>
                          </p:cTn>
                        </p:par>
                        <p:par>
                          <p:cTn id="130" fill="hold">
                            <p:stCondLst>
                              <p:cond delay="15000"/>
                            </p:stCondLst>
                            <p:childTnLst>
                              <p:par>
                                <p:cTn id="131" presetID="10" presetClass="entr" presetSubtype="0" fill="hold" nodeType="afterEffect">
                                  <p:stCondLst>
                                    <p:cond delay="0"/>
                                  </p:stCondLst>
                                  <p:childTnLst>
                                    <p:set>
                                      <p:cBhvr>
                                        <p:cTn id="132" dur="1" fill="hold">
                                          <p:stCondLst>
                                            <p:cond delay="0"/>
                                          </p:stCondLst>
                                        </p:cTn>
                                        <p:tgtEl>
                                          <p:spTgt spid="53">
                                            <p:txEl>
                                              <p:charRg st="1" end="1"/>
                                            </p:txEl>
                                          </p:spTgt>
                                        </p:tgtEl>
                                        <p:attrNameLst>
                                          <p:attrName>style.visibility</p:attrName>
                                        </p:attrNameLst>
                                      </p:cBhvr>
                                      <p:to>
                                        <p:strVal val="visible"/>
                                      </p:to>
                                    </p:set>
                                    <p:animEffect transition="in" filter="fade">
                                      <p:cBhvr>
                                        <p:cTn id="133" dur="500"/>
                                        <p:tgtEl>
                                          <p:spTgt spid="53">
                                            <p:txEl>
                                              <p:charRg st="1" end="1"/>
                                            </p:txEl>
                                          </p:spTgt>
                                        </p:tgtEl>
                                      </p:cBhvr>
                                    </p:animEffect>
                                  </p:childTnLst>
                                </p:cTn>
                              </p:par>
                            </p:childTnLst>
                          </p:cTn>
                        </p:par>
                        <p:par>
                          <p:cTn id="134" fill="hold">
                            <p:stCondLst>
                              <p:cond delay="15500"/>
                            </p:stCondLst>
                            <p:childTnLst>
                              <p:par>
                                <p:cTn id="135" presetID="10" presetClass="entr" presetSubtype="0" fill="hold" nodeType="afterEffect">
                                  <p:stCondLst>
                                    <p:cond delay="0"/>
                                  </p:stCondLst>
                                  <p:childTnLst>
                                    <p:set>
                                      <p:cBhvr>
                                        <p:cTn id="136" dur="1" fill="hold">
                                          <p:stCondLst>
                                            <p:cond delay="0"/>
                                          </p:stCondLst>
                                        </p:cTn>
                                        <p:tgtEl>
                                          <p:spTgt spid="53">
                                            <p:txEl>
                                              <p:charRg st="1" end="1"/>
                                            </p:txEl>
                                          </p:spTgt>
                                        </p:tgtEl>
                                        <p:attrNameLst>
                                          <p:attrName>style.visibility</p:attrName>
                                        </p:attrNameLst>
                                      </p:cBhvr>
                                      <p:to>
                                        <p:strVal val="visible"/>
                                      </p:to>
                                    </p:set>
                                    <p:animEffect transition="in" filter="fade">
                                      <p:cBhvr>
                                        <p:cTn id="137" dur="500"/>
                                        <p:tgtEl>
                                          <p:spTgt spid="53">
                                            <p:txEl>
                                              <p:charRg st="1" end="1"/>
                                            </p:txEl>
                                          </p:spTgt>
                                        </p:tgtEl>
                                      </p:cBhvr>
                                    </p:animEffect>
                                  </p:childTnLst>
                                </p:cTn>
                              </p:par>
                            </p:childTnLst>
                          </p:cTn>
                        </p:par>
                        <p:par>
                          <p:cTn id="138" fill="hold">
                            <p:stCondLst>
                              <p:cond delay="16000"/>
                            </p:stCondLst>
                            <p:childTnLst>
                              <p:par>
                                <p:cTn id="139" presetID="10" presetClass="entr" presetSubtype="0" fill="hold" nodeType="after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250"/>
                                        <p:tgtEl>
                                          <p:spTgt spid="54"/>
                                        </p:tgtEl>
                                      </p:cBhvr>
                                    </p:animEffect>
                                  </p:childTnLst>
                                </p:cTn>
                              </p:par>
                              <p:par>
                                <p:cTn id="142" presetID="10" presetClass="entr" presetSubtype="0" fill="hold" nodeType="withEffect">
                                  <p:stCondLst>
                                    <p:cond delay="0"/>
                                  </p:stCondLst>
                                  <p:childTnLst>
                                    <p:set>
                                      <p:cBhvr>
                                        <p:cTn id="143" dur="1" fill="hold">
                                          <p:stCondLst>
                                            <p:cond delay="0"/>
                                          </p:stCondLst>
                                        </p:cTn>
                                        <p:tgtEl>
                                          <p:spTgt spid="55"/>
                                        </p:tgtEl>
                                        <p:attrNameLst>
                                          <p:attrName>style.visibility</p:attrName>
                                        </p:attrNameLst>
                                      </p:cBhvr>
                                      <p:to>
                                        <p:strVal val="visible"/>
                                      </p:to>
                                    </p:set>
                                    <p:animEffect transition="in" filter="fade">
                                      <p:cBhvr>
                                        <p:cTn id="144" dur="500"/>
                                        <p:tgtEl>
                                          <p:spTgt spid="55"/>
                                        </p:tgtEl>
                                      </p:cBhvr>
                                    </p:animEffect>
                                  </p:childTnLst>
                                </p:cTn>
                              </p:par>
                            </p:childTnLst>
                          </p:cTn>
                        </p:par>
                        <p:par>
                          <p:cTn id="145" fill="hold">
                            <p:stCondLst>
                              <p:cond delay="16500"/>
                            </p:stCondLst>
                            <p:childTnLst>
                              <p:par>
                                <p:cTn id="146" presetID="10" presetClass="entr" presetSubtype="0" fill="hold" nodeType="afterEffect">
                                  <p:stCondLst>
                                    <p:cond delay="0"/>
                                  </p:stCondLst>
                                  <p:childTnLst>
                                    <p:set>
                                      <p:cBhvr>
                                        <p:cTn id="147" dur="1" fill="hold">
                                          <p:stCondLst>
                                            <p:cond delay="0"/>
                                          </p:stCondLst>
                                        </p:cTn>
                                        <p:tgtEl>
                                          <p:spTgt spid="56">
                                            <p:txEl>
                                              <p:pRg st="0" end="0"/>
                                            </p:txEl>
                                          </p:spTgt>
                                        </p:tgtEl>
                                        <p:attrNameLst>
                                          <p:attrName>style.visibility</p:attrName>
                                        </p:attrNameLst>
                                      </p:cBhvr>
                                      <p:to>
                                        <p:strVal val="visible"/>
                                      </p:to>
                                    </p:set>
                                    <p:animEffect transition="in" filter="fade">
                                      <p:cBhvr>
                                        <p:cTn id="148" dur="500"/>
                                        <p:tgtEl>
                                          <p:spTgt spid="56">
                                            <p:txEl>
                                              <p:pRg st="0" end="0"/>
                                            </p:txEl>
                                          </p:spTgt>
                                        </p:tgtEl>
                                      </p:cBhvr>
                                    </p:animEffect>
                                  </p:childTnLst>
                                </p:cTn>
                              </p:par>
                            </p:childTnLst>
                          </p:cTn>
                        </p:par>
                        <p:par>
                          <p:cTn id="149" fill="hold">
                            <p:stCondLst>
                              <p:cond delay="17000"/>
                            </p:stCondLst>
                            <p:childTnLst>
                              <p:par>
                                <p:cTn id="150" presetID="10" presetClass="entr" presetSubtype="0" fill="hold" nodeType="afterEffect">
                                  <p:stCondLst>
                                    <p:cond delay="0"/>
                                  </p:stCondLst>
                                  <p:childTnLst>
                                    <p:set>
                                      <p:cBhvr>
                                        <p:cTn id="151" dur="1" fill="hold">
                                          <p:stCondLst>
                                            <p:cond delay="0"/>
                                          </p:stCondLst>
                                        </p:cTn>
                                        <p:tgtEl>
                                          <p:spTgt spid="56">
                                            <p:txEl>
                                              <p:charRg st="1" end="1"/>
                                            </p:txEl>
                                          </p:spTgt>
                                        </p:tgtEl>
                                        <p:attrNameLst>
                                          <p:attrName>style.visibility</p:attrName>
                                        </p:attrNameLst>
                                      </p:cBhvr>
                                      <p:to>
                                        <p:strVal val="visible"/>
                                      </p:to>
                                    </p:set>
                                    <p:animEffect transition="in" filter="fade">
                                      <p:cBhvr>
                                        <p:cTn id="152" dur="500"/>
                                        <p:tgtEl>
                                          <p:spTgt spid="56">
                                            <p:txEl>
                                              <p:charRg st="1" end="1"/>
                                            </p:txEl>
                                          </p:spTgt>
                                        </p:tgtEl>
                                      </p:cBhvr>
                                    </p:animEffect>
                                  </p:childTnLst>
                                </p:cTn>
                              </p:par>
                            </p:childTnLst>
                          </p:cTn>
                        </p:par>
                        <p:par>
                          <p:cTn id="153" fill="hold">
                            <p:stCondLst>
                              <p:cond delay="17500"/>
                            </p:stCondLst>
                            <p:childTnLst>
                              <p:par>
                                <p:cTn id="154" presetID="10" presetClass="entr" presetSubtype="0" fill="hold" nodeType="afterEffect">
                                  <p:stCondLst>
                                    <p:cond delay="0"/>
                                  </p:stCondLst>
                                  <p:childTnLst>
                                    <p:set>
                                      <p:cBhvr>
                                        <p:cTn id="155" dur="1" fill="hold">
                                          <p:stCondLst>
                                            <p:cond delay="0"/>
                                          </p:stCondLst>
                                        </p:cTn>
                                        <p:tgtEl>
                                          <p:spTgt spid="56">
                                            <p:txEl>
                                              <p:charRg st="1" end="1"/>
                                            </p:txEl>
                                          </p:spTgt>
                                        </p:tgtEl>
                                        <p:attrNameLst>
                                          <p:attrName>style.visibility</p:attrName>
                                        </p:attrNameLst>
                                      </p:cBhvr>
                                      <p:to>
                                        <p:strVal val="visible"/>
                                      </p:to>
                                    </p:set>
                                    <p:animEffect transition="in" filter="fade">
                                      <p:cBhvr>
                                        <p:cTn id="156" dur="500"/>
                                        <p:tgtEl>
                                          <p:spTgt spid="56">
                                            <p:txEl>
                                              <p:charRg st="1" end="1"/>
                                            </p:txEl>
                                          </p:spTgt>
                                        </p:tgtEl>
                                      </p:cBhvr>
                                    </p:animEffect>
                                  </p:childTnLst>
                                </p:cTn>
                              </p:par>
                            </p:childTnLst>
                          </p:cTn>
                        </p:par>
                        <p:par>
                          <p:cTn id="157" fill="hold">
                            <p:stCondLst>
                              <p:cond delay="18000"/>
                            </p:stCondLst>
                            <p:childTnLst>
                              <p:par>
                                <p:cTn id="158" presetID="10" presetClass="entr" presetSubtype="0" fill="hold" nodeType="afterEffect">
                                  <p:stCondLst>
                                    <p:cond delay="0"/>
                                  </p:stCondLst>
                                  <p:childTnLst>
                                    <p:set>
                                      <p:cBhvr>
                                        <p:cTn id="159" dur="1" fill="hold">
                                          <p:stCondLst>
                                            <p:cond delay="0"/>
                                          </p:stCondLst>
                                        </p:cTn>
                                        <p:tgtEl>
                                          <p:spTgt spid="56">
                                            <p:txEl>
                                              <p:charRg st="1" end="1"/>
                                            </p:txEl>
                                          </p:spTgt>
                                        </p:tgtEl>
                                        <p:attrNameLst>
                                          <p:attrName>style.visibility</p:attrName>
                                        </p:attrNameLst>
                                      </p:cBhvr>
                                      <p:to>
                                        <p:strVal val="visible"/>
                                      </p:to>
                                    </p:set>
                                    <p:animEffect transition="in" filter="fade">
                                      <p:cBhvr>
                                        <p:cTn id="160" dur="500"/>
                                        <p:tgtEl>
                                          <p:spTgt spid="56">
                                            <p:txEl>
                                              <p:charRg st="1" end="1"/>
                                            </p:txEl>
                                          </p:spTgt>
                                        </p:tgtEl>
                                      </p:cBhvr>
                                    </p:animEffect>
                                  </p:childTnLst>
                                </p:cTn>
                              </p:par>
                            </p:childTnLst>
                          </p:cTn>
                        </p:par>
                        <p:par>
                          <p:cTn id="161" fill="hold">
                            <p:stCondLst>
                              <p:cond delay="18500"/>
                            </p:stCondLst>
                            <p:childTnLst>
                              <p:par>
                                <p:cTn id="162" presetID="10" presetClass="entr" presetSubtype="0" fill="hold" nodeType="afterEffect">
                                  <p:stCondLst>
                                    <p:cond delay="0"/>
                                  </p:stCondLst>
                                  <p:childTnLst>
                                    <p:set>
                                      <p:cBhvr>
                                        <p:cTn id="163" dur="1" fill="hold">
                                          <p:stCondLst>
                                            <p:cond delay="0"/>
                                          </p:stCondLst>
                                        </p:cTn>
                                        <p:tgtEl>
                                          <p:spTgt spid="56">
                                            <p:txEl>
                                              <p:charRg st="1" end="1"/>
                                            </p:txEl>
                                          </p:spTgt>
                                        </p:tgtEl>
                                        <p:attrNameLst>
                                          <p:attrName>style.visibility</p:attrName>
                                        </p:attrNameLst>
                                      </p:cBhvr>
                                      <p:to>
                                        <p:strVal val="visible"/>
                                      </p:to>
                                    </p:set>
                                    <p:animEffect transition="in" filter="fade">
                                      <p:cBhvr>
                                        <p:cTn id="164" dur="500"/>
                                        <p:tgtEl>
                                          <p:spTgt spid="56">
                                            <p:txEl>
                                              <p:charRg st="1" end="1"/>
                                            </p:txEl>
                                          </p:spTgt>
                                        </p:tgtEl>
                                      </p:cBhvr>
                                    </p:animEffect>
                                  </p:childTnLst>
                                </p:cTn>
                              </p:par>
                            </p:childTnLst>
                          </p:cTn>
                        </p:par>
                        <p:par>
                          <p:cTn id="165" fill="hold">
                            <p:stCondLst>
                              <p:cond delay="19000"/>
                            </p:stCondLst>
                            <p:childTnLst>
                              <p:par>
                                <p:cTn id="166" presetID="10" presetClass="entr" presetSubtype="0" fill="hold" nodeType="afterEffect">
                                  <p:stCondLst>
                                    <p:cond delay="0"/>
                                  </p:stCondLst>
                                  <p:childTnLst>
                                    <p:set>
                                      <p:cBhvr>
                                        <p:cTn id="167" dur="1" fill="hold">
                                          <p:stCondLst>
                                            <p:cond delay="0"/>
                                          </p:stCondLst>
                                        </p:cTn>
                                        <p:tgtEl>
                                          <p:spTgt spid="56">
                                            <p:txEl>
                                              <p:charRg st="1" end="1"/>
                                            </p:txEl>
                                          </p:spTgt>
                                        </p:tgtEl>
                                        <p:attrNameLst>
                                          <p:attrName>style.visibility</p:attrName>
                                        </p:attrNameLst>
                                      </p:cBhvr>
                                      <p:to>
                                        <p:strVal val="visible"/>
                                      </p:to>
                                    </p:set>
                                    <p:animEffect transition="in" filter="fade">
                                      <p:cBhvr>
                                        <p:cTn id="168" dur="500"/>
                                        <p:tgtEl>
                                          <p:spTgt spid="56">
                                            <p:txEl>
                                              <p:charRg st="1" end="1"/>
                                            </p:txEl>
                                          </p:spTgt>
                                        </p:tgtEl>
                                      </p:cBhvr>
                                    </p:animEffect>
                                  </p:childTnLst>
                                </p:cTn>
                              </p:par>
                            </p:childTnLst>
                          </p:cTn>
                        </p:par>
                        <p:par>
                          <p:cTn id="169" fill="hold">
                            <p:stCondLst>
                              <p:cond delay="19500"/>
                            </p:stCondLst>
                            <p:childTnLst>
                              <p:par>
                                <p:cTn id="170" presetID="10" presetClass="entr" presetSubtype="0" fill="hold" nodeType="afterEffect">
                                  <p:stCondLst>
                                    <p:cond delay="0"/>
                                  </p:stCondLst>
                                  <p:childTnLst>
                                    <p:set>
                                      <p:cBhvr>
                                        <p:cTn id="171" dur="1" fill="hold">
                                          <p:stCondLst>
                                            <p:cond delay="0"/>
                                          </p:stCondLst>
                                        </p:cTn>
                                        <p:tgtEl>
                                          <p:spTgt spid="56">
                                            <p:txEl>
                                              <p:charRg st="1" end="1"/>
                                            </p:txEl>
                                          </p:spTgt>
                                        </p:tgtEl>
                                        <p:attrNameLst>
                                          <p:attrName>style.visibility</p:attrName>
                                        </p:attrNameLst>
                                      </p:cBhvr>
                                      <p:to>
                                        <p:strVal val="visible"/>
                                      </p:to>
                                    </p:set>
                                    <p:animEffect transition="in" filter="fade">
                                      <p:cBhvr>
                                        <p:cTn id="172" dur="500"/>
                                        <p:tgtEl>
                                          <p:spTgt spid="56">
                                            <p:txEl>
                                              <p:charRg st="1" end="1"/>
                                            </p:txEl>
                                          </p:spTgt>
                                        </p:tgtEl>
                                      </p:cBhvr>
                                    </p:animEffect>
                                  </p:childTnLst>
                                </p:cTn>
                              </p:par>
                            </p:childTnLst>
                          </p:cTn>
                        </p:par>
                        <p:par>
                          <p:cTn id="173" fill="hold">
                            <p:stCondLst>
                              <p:cond delay="20000"/>
                            </p:stCondLst>
                            <p:childTnLst>
                              <p:par>
                                <p:cTn id="174" presetID="10" presetClass="entr" presetSubtype="0" fill="hold" nodeType="afterEffect">
                                  <p:stCondLst>
                                    <p:cond delay="0"/>
                                  </p:stCondLst>
                                  <p:childTnLst>
                                    <p:set>
                                      <p:cBhvr>
                                        <p:cTn id="175" dur="1" fill="hold">
                                          <p:stCondLst>
                                            <p:cond delay="0"/>
                                          </p:stCondLst>
                                        </p:cTn>
                                        <p:tgtEl>
                                          <p:spTgt spid="56">
                                            <p:txEl>
                                              <p:charRg st="1" end="1"/>
                                            </p:txEl>
                                          </p:spTgt>
                                        </p:tgtEl>
                                        <p:attrNameLst>
                                          <p:attrName>style.visibility</p:attrName>
                                        </p:attrNameLst>
                                      </p:cBhvr>
                                      <p:to>
                                        <p:strVal val="visible"/>
                                      </p:to>
                                    </p:set>
                                    <p:animEffect transition="in" filter="fade">
                                      <p:cBhvr>
                                        <p:cTn id="176" dur="500"/>
                                        <p:tgtEl>
                                          <p:spTgt spid="56">
                                            <p:txEl>
                                              <p:charRg st="1" end="1"/>
                                            </p:txEl>
                                          </p:spTgt>
                                        </p:tgtEl>
                                      </p:cBhvr>
                                    </p:animEffect>
                                  </p:childTnLst>
                                </p:cTn>
                              </p:par>
                            </p:childTnLst>
                          </p:cTn>
                        </p:par>
                        <p:par>
                          <p:cTn id="177" fill="hold">
                            <p:stCondLst>
                              <p:cond delay="20500"/>
                            </p:stCondLst>
                            <p:childTnLst>
                              <p:par>
                                <p:cTn id="178" presetID="10" presetClass="entr" presetSubtype="0" fill="hold" nodeType="afterEffect">
                                  <p:stCondLst>
                                    <p:cond delay="0"/>
                                  </p:stCondLst>
                                  <p:childTnLst>
                                    <p:set>
                                      <p:cBhvr>
                                        <p:cTn id="179" dur="1" fill="hold">
                                          <p:stCondLst>
                                            <p:cond delay="0"/>
                                          </p:stCondLst>
                                        </p:cTn>
                                        <p:tgtEl>
                                          <p:spTgt spid="56">
                                            <p:txEl>
                                              <p:charRg st="1" end="1"/>
                                            </p:txEl>
                                          </p:spTgt>
                                        </p:tgtEl>
                                        <p:attrNameLst>
                                          <p:attrName>style.visibility</p:attrName>
                                        </p:attrNameLst>
                                      </p:cBhvr>
                                      <p:to>
                                        <p:strVal val="visible"/>
                                      </p:to>
                                    </p:set>
                                    <p:animEffect transition="in" filter="fade">
                                      <p:cBhvr>
                                        <p:cTn id="180" dur="500"/>
                                        <p:tgtEl>
                                          <p:spTgt spid="56">
                                            <p:txEl>
                                              <p:charRg st="1" end="1"/>
                                            </p:txEl>
                                          </p:spTgt>
                                        </p:tgtEl>
                                      </p:cBhvr>
                                    </p:animEffect>
                                  </p:childTnLst>
                                </p:cTn>
                              </p:par>
                            </p:childTnLst>
                          </p:cTn>
                        </p:par>
                        <p:par>
                          <p:cTn id="181" fill="hold">
                            <p:stCondLst>
                              <p:cond delay="21000"/>
                            </p:stCondLst>
                            <p:childTnLst>
                              <p:par>
                                <p:cTn id="182" presetID="10" presetClass="entr" presetSubtype="0" fill="hold" nodeType="afterEffect">
                                  <p:stCondLst>
                                    <p:cond delay="0"/>
                                  </p:stCondLst>
                                  <p:childTnLst>
                                    <p:set>
                                      <p:cBhvr>
                                        <p:cTn id="183" dur="1" fill="hold">
                                          <p:stCondLst>
                                            <p:cond delay="0"/>
                                          </p:stCondLst>
                                        </p:cTn>
                                        <p:tgtEl>
                                          <p:spTgt spid="57">
                                            <p:txEl>
                                              <p:pRg st="0" end="0"/>
                                            </p:txEl>
                                          </p:spTgt>
                                        </p:tgtEl>
                                        <p:attrNameLst>
                                          <p:attrName>style.visibility</p:attrName>
                                        </p:attrNameLst>
                                      </p:cBhvr>
                                      <p:to>
                                        <p:strVal val="visible"/>
                                      </p:to>
                                    </p:set>
                                    <p:animEffect transition="in" filter="fade">
                                      <p:cBhvr>
                                        <p:cTn id="184" dur="500"/>
                                        <p:tgtEl>
                                          <p:spTgt spid="57">
                                            <p:txEl>
                                              <p:pRg st="0" end="0"/>
                                            </p:txEl>
                                          </p:spTgt>
                                        </p:tgtEl>
                                      </p:cBhvr>
                                    </p:animEffect>
                                  </p:childTnLst>
                                </p:cTn>
                              </p:par>
                            </p:childTnLst>
                          </p:cTn>
                        </p:par>
                        <p:par>
                          <p:cTn id="185" fill="hold">
                            <p:stCondLst>
                              <p:cond delay="21500"/>
                            </p:stCondLst>
                            <p:childTnLst>
                              <p:par>
                                <p:cTn id="186" presetID="10" presetClass="entr" presetSubtype="0" fill="hold" nodeType="afterEffect">
                                  <p:stCondLst>
                                    <p:cond delay="0"/>
                                  </p:stCondLst>
                                  <p:childTnLst>
                                    <p:set>
                                      <p:cBhvr>
                                        <p:cTn id="187" dur="1" fill="hold">
                                          <p:stCondLst>
                                            <p:cond delay="0"/>
                                          </p:stCondLst>
                                        </p:cTn>
                                        <p:tgtEl>
                                          <p:spTgt spid="57">
                                            <p:txEl>
                                              <p:charRg st="1" end="1"/>
                                            </p:txEl>
                                          </p:spTgt>
                                        </p:tgtEl>
                                        <p:attrNameLst>
                                          <p:attrName>style.visibility</p:attrName>
                                        </p:attrNameLst>
                                      </p:cBhvr>
                                      <p:to>
                                        <p:strVal val="visible"/>
                                      </p:to>
                                    </p:set>
                                    <p:animEffect transition="in" filter="fade">
                                      <p:cBhvr>
                                        <p:cTn id="188" dur="500"/>
                                        <p:tgtEl>
                                          <p:spTgt spid="57">
                                            <p:txEl>
                                              <p:charRg st="1" end="1"/>
                                            </p:txEl>
                                          </p:spTgt>
                                        </p:tgtEl>
                                      </p:cBhvr>
                                    </p:animEffect>
                                  </p:childTnLst>
                                </p:cTn>
                              </p:par>
                            </p:childTnLst>
                          </p:cTn>
                        </p:par>
                        <p:par>
                          <p:cTn id="189" fill="hold">
                            <p:stCondLst>
                              <p:cond delay="22000"/>
                            </p:stCondLst>
                            <p:childTnLst>
                              <p:par>
                                <p:cTn id="190" presetID="10" presetClass="entr" presetSubtype="0" fill="hold" nodeType="afterEffect">
                                  <p:stCondLst>
                                    <p:cond delay="0"/>
                                  </p:stCondLst>
                                  <p:childTnLst>
                                    <p:set>
                                      <p:cBhvr>
                                        <p:cTn id="191" dur="1" fill="hold">
                                          <p:stCondLst>
                                            <p:cond delay="0"/>
                                          </p:stCondLst>
                                        </p:cTn>
                                        <p:tgtEl>
                                          <p:spTgt spid="57">
                                            <p:txEl>
                                              <p:charRg st="1" end="1"/>
                                            </p:txEl>
                                          </p:spTgt>
                                        </p:tgtEl>
                                        <p:attrNameLst>
                                          <p:attrName>style.visibility</p:attrName>
                                        </p:attrNameLst>
                                      </p:cBhvr>
                                      <p:to>
                                        <p:strVal val="visible"/>
                                      </p:to>
                                    </p:set>
                                    <p:animEffect transition="in" filter="fade">
                                      <p:cBhvr>
                                        <p:cTn id="192" dur="500"/>
                                        <p:tgtEl>
                                          <p:spTgt spid="57">
                                            <p:txEl>
                                              <p:charRg st="1" end="1"/>
                                            </p:txEl>
                                          </p:spTgt>
                                        </p:tgtEl>
                                      </p:cBhvr>
                                    </p:animEffect>
                                  </p:childTnLst>
                                </p:cTn>
                              </p:par>
                            </p:childTnLst>
                          </p:cTn>
                        </p:par>
                        <p:par>
                          <p:cTn id="193" fill="hold">
                            <p:stCondLst>
                              <p:cond delay="22500"/>
                            </p:stCondLst>
                            <p:childTnLst>
                              <p:par>
                                <p:cTn id="194" presetID="10" presetClass="entr" presetSubtype="0" fill="hold" nodeType="afterEffect">
                                  <p:stCondLst>
                                    <p:cond delay="0"/>
                                  </p:stCondLst>
                                  <p:childTnLst>
                                    <p:set>
                                      <p:cBhvr>
                                        <p:cTn id="195" dur="1" fill="hold">
                                          <p:stCondLst>
                                            <p:cond delay="0"/>
                                          </p:stCondLst>
                                        </p:cTn>
                                        <p:tgtEl>
                                          <p:spTgt spid="57">
                                            <p:txEl>
                                              <p:charRg st="1" end="1"/>
                                            </p:txEl>
                                          </p:spTgt>
                                        </p:tgtEl>
                                        <p:attrNameLst>
                                          <p:attrName>style.visibility</p:attrName>
                                        </p:attrNameLst>
                                      </p:cBhvr>
                                      <p:to>
                                        <p:strVal val="visible"/>
                                      </p:to>
                                    </p:set>
                                    <p:animEffect transition="in" filter="fade">
                                      <p:cBhvr>
                                        <p:cTn id="196" dur="500"/>
                                        <p:tgtEl>
                                          <p:spTgt spid="57">
                                            <p:txEl>
                                              <p:charRg st="1" end="1"/>
                                            </p:txEl>
                                          </p:spTgt>
                                        </p:tgtEl>
                                      </p:cBhvr>
                                    </p:animEffect>
                                  </p:childTnLst>
                                </p:cTn>
                              </p:par>
                            </p:childTnLst>
                          </p:cTn>
                        </p:par>
                        <p:par>
                          <p:cTn id="197" fill="hold">
                            <p:stCondLst>
                              <p:cond delay="23000"/>
                            </p:stCondLst>
                            <p:childTnLst>
                              <p:par>
                                <p:cTn id="198" presetID="10" presetClass="entr" presetSubtype="0" fill="hold" nodeType="afterEffect">
                                  <p:stCondLst>
                                    <p:cond delay="0"/>
                                  </p:stCondLst>
                                  <p:childTnLst>
                                    <p:set>
                                      <p:cBhvr>
                                        <p:cTn id="199" dur="1" fill="hold">
                                          <p:stCondLst>
                                            <p:cond delay="0"/>
                                          </p:stCondLst>
                                        </p:cTn>
                                        <p:tgtEl>
                                          <p:spTgt spid="57">
                                            <p:txEl>
                                              <p:charRg st="1" end="1"/>
                                            </p:txEl>
                                          </p:spTgt>
                                        </p:tgtEl>
                                        <p:attrNameLst>
                                          <p:attrName>style.visibility</p:attrName>
                                        </p:attrNameLst>
                                      </p:cBhvr>
                                      <p:to>
                                        <p:strVal val="visible"/>
                                      </p:to>
                                    </p:set>
                                    <p:animEffect transition="in" filter="fade">
                                      <p:cBhvr>
                                        <p:cTn id="200" dur="500"/>
                                        <p:tgtEl>
                                          <p:spTgt spid="57">
                                            <p:txEl>
                                              <p:charRg st="1" end="1"/>
                                            </p:txEl>
                                          </p:spTgt>
                                        </p:tgtEl>
                                      </p:cBhvr>
                                    </p:animEffect>
                                  </p:childTnLst>
                                </p:cTn>
                              </p:par>
                            </p:childTnLst>
                          </p:cTn>
                        </p:par>
                        <p:par>
                          <p:cTn id="201" fill="hold">
                            <p:stCondLst>
                              <p:cond delay="23500"/>
                            </p:stCondLst>
                            <p:childTnLst>
                              <p:par>
                                <p:cTn id="202" presetID="10" presetClass="entr" presetSubtype="0" fill="hold" nodeType="afterEffect">
                                  <p:stCondLst>
                                    <p:cond delay="0"/>
                                  </p:stCondLst>
                                  <p:childTnLst>
                                    <p:set>
                                      <p:cBhvr>
                                        <p:cTn id="203" dur="1" fill="hold">
                                          <p:stCondLst>
                                            <p:cond delay="0"/>
                                          </p:stCondLst>
                                        </p:cTn>
                                        <p:tgtEl>
                                          <p:spTgt spid="57">
                                            <p:txEl>
                                              <p:charRg st="1" end="1"/>
                                            </p:txEl>
                                          </p:spTgt>
                                        </p:tgtEl>
                                        <p:attrNameLst>
                                          <p:attrName>style.visibility</p:attrName>
                                        </p:attrNameLst>
                                      </p:cBhvr>
                                      <p:to>
                                        <p:strVal val="visible"/>
                                      </p:to>
                                    </p:set>
                                    <p:animEffect transition="in" filter="fade">
                                      <p:cBhvr>
                                        <p:cTn id="204" dur="500"/>
                                        <p:tgtEl>
                                          <p:spTgt spid="57">
                                            <p:txEl>
                                              <p:charRg st="1" end="1"/>
                                            </p:txEl>
                                          </p:spTgt>
                                        </p:tgtEl>
                                      </p:cBhvr>
                                    </p:animEffect>
                                  </p:childTnLst>
                                </p:cTn>
                              </p:par>
                            </p:childTnLst>
                          </p:cTn>
                        </p:par>
                        <p:par>
                          <p:cTn id="205" fill="hold">
                            <p:stCondLst>
                              <p:cond delay="24000"/>
                            </p:stCondLst>
                            <p:childTnLst>
                              <p:par>
                                <p:cTn id="206" presetID="10" presetClass="entr" presetSubtype="0" fill="hold" nodeType="afterEffect">
                                  <p:stCondLst>
                                    <p:cond delay="0"/>
                                  </p:stCondLst>
                                  <p:childTnLst>
                                    <p:set>
                                      <p:cBhvr>
                                        <p:cTn id="207" dur="1" fill="hold">
                                          <p:stCondLst>
                                            <p:cond delay="0"/>
                                          </p:stCondLst>
                                        </p:cTn>
                                        <p:tgtEl>
                                          <p:spTgt spid="57">
                                            <p:txEl>
                                              <p:charRg st="1" end="1"/>
                                            </p:txEl>
                                          </p:spTgt>
                                        </p:tgtEl>
                                        <p:attrNameLst>
                                          <p:attrName>style.visibility</p:attrName>
                                        </p:attrNameLst>
                                      </p:cBhvr>
                                      <p:to>
                                        <p:strVal val="visible"/>
                                      </p:to>
                                    </p:set>
                                    <p:animEffect transition="in" filter="fade">
                                      <p:cBhvr>
                                        <p:cTn id="208" dur="500"/>
                                        <p:tgtEl>
                                          <p:spTgt spid="57">
                                            <p:txEl>
                                              <p:charRg st="1" end="1"/>
                                            </p:txEl>
                                          </p:spTgt>
                                        </p:tgtEl>
                                      </p:cBhvr>
                                    </p:animEffect>
                                  </p:childTnLst>
                                </p:cTn>
                              </p:par>
                            </p:childTnLst>
                          </p:cTn>
                        </p:par>
                        <p:par>
                          <p:cTn id="209" fill="hold">
                            <p:stCondLst>
                              <p:cond delay="24500"/>
                            </p:stCondLst>
                            <p:childTnLst>
                              <p:par>
                                <p:cTn id="210" presetID="10" presetClass="entr" presetSubtype="0" fill="hold" nodeType="afterEffect">
                                  <p:stCondLst>
                                    <p:cond delay="0"/>
                                  </p:stCondLst>
                                  <p:childTnLst>
                                    <p:set>
                                      <p:cBhvr>
                                        <p:cTn id="211" dur="1" fill="hold">
                                          <p:stCondLst>
                                            <p:cond delay="0"/>
                                          </p:stCondLst>
                                        </p:cTn>
                                        <p:tgtEl>
                                          <p:spTgt spid="57">
                                            <p:txEl>
                                              <p:charRg st="1" end="1"/>
                                            </p:txEl>
                                          </p:spTgt>
                                        </p:tgtEl>
                                        <p:attrNameLst>
                                          <p:attrName>style.visibility</p:attrName>
                                        </p:attrNameLst>
                                      </p:cBhvr>
                                      <p:to>
                                        <p:strVal val="visible"/>
                                      </p:to>
                                    </p:set>
                                    <p:animEffect transition="in" filter="fade">
                                      <p:cBhvr>
                                        <p:cTn id="212" dur="500"/>
                                        <p:tgtEl>
                                          <p:spTgt spid="57">
                                            <p:txEl>
                                              <p:charRg st="1" end="1"/>
                                            </p:txEl>
                                          </p:spTgt>
                                        </p:tgtEl>
                                      </p:cBhvr>
                                    </p:animEffect>
                                  </p:childTnLst>
                                </p:cTn>
                              </p:par>
                            </p:childTnLst>
                          </p:cTn>
                        </p:par>
                        <p:par>
                          <p:cTn id="213" fill="hold">
                            <p:stCondLst>
                              <p:cond delay="25000"/>
                            </p:stCondLst>
                            <p:childTnLst>
                              <p:par>
                                <p:cTn id="214" presetID="10" presetClass="entr" presetSubtype="0" fill="hold" nodeType="afterEffect">
                                  <p:stCondLst>
                                    <p:cond delay="0"/>
                                  </p:stCondLst>
                                  <p:childTnLst>
                                    <p:set>
                                      <p:cBhvr>
                                        <p:cTn id="215" dur="1" fill="hold">
                                          <p:stCondLst>
                                            <p:cond delay="0"/>
                                          </p:stCondLst>
                                        </p:cTn>
                                        <p:tgtEl>
                                          <p:spTgt spid="57">
                                            <p:txEl>
                                              <p:charRg st="1" end="1"/>
                                            </p:txEl>
                                          </p:spTgt>
                                        </p:tgtEl>
                                        <p:attrNameLst>
                                          <p:attrName>style.visibility</p:attrName>
                                        </p:attrNameLst>
                                      </p:cBhvr>
                                      <p:to>
                                        <p:strVal val="visible"/>
                                      </p:to>
                                    </p:set>
                                    <p:animEffect transition="in" filter="fade">
                                      <p:cBhvr>
                                        <p:cTn id="216" dur="500"/>
                                        <p:tgtEl>
                                          <p:spTgt spid="57">
                                            <p:txEl>
                                              <p:charRg st="1" end="1"/>
                                            </p:txEl>
                                          </p:spTgt>
                                        </p:tgtEl>
                                      </p:cBhvr>
                                    </p:animEffect>
                                  </p:childTnLst>
                                </p:cTn>
                              </p:par>
                            </p:childTnLst>
                          </p:cTn>
                        </p:par>
                        <p:par>
                          <p:cTn id="217" fill="hold">
                            <p:stCondLst>
                              <p:cond delay="25500"/>
                            </p:stCondLst>
                            <p:childTnLst>
                              <p:par>
                                <p:cTn id="218" presetID="10" presetClass="entr" presetSubtype="0" fill="hold" nodeType="afterEffect">
                                  <p:stCondLst>
                                    <p:cond delay="0"/>
                                  </p:stCondLst>
                                  <p:childTnLst>
                                    <p:set>
                                      <p:cBhvr>
                                        <p:cTn id="219" dur="1" fill="hold">
                                          <p:stCondLst>
                                            <p:cond delay="0"/>
                                          </p:stCondLst>
                                        </p:cTn>
                                        <p:tgtEl>
                                          <p:spTgt spid="58"/>
                                        </p:tgtEl>
                                        <p:attrNameLst>
                                          <p:attrName>style.visibility</p:attrName>
                                        </p:attrNameLst>
                                      </p:cBhvr>
                                      <p:to>
                                        <p:strVal val="visible"/>
                                      </p:to>
                                    </p:set>
                                    <p:animEffect transition="in" filter="fade">
                                      <p:cBhvr>
                                        <p:cTn id="220" dur="250"/>
                                        <p:tgtEl>
                                          <p:spTgt spid="58"/>
                                        </p:tgtEl>
                                      </p:cBhvr>
                                    </p:animEffect>
                                  </p:childTnLst>
                                </p:cTn>
                              </p:par>
                              <p:par>
                                <p:cTn id="221" presetID="10" presetClass="entr" presetSubtype="0" fill="hold" nodeType="withEffect">
                                  <p:stCondLst>
                                    <p:cond delay="0"/>
                                  </p:stCondLst>
                                  <p:childTnLst>
                                    <p:set>
                                      <p:cBhvr>
                                        <p:cTn id="222" dur="1" fill="hold">
                                          <p:stCondLst>
                                            <p:cond delay="0"/>
                                          </p:stCondLst>
                                        </p:cTn>
                                        <p:tgtEl>
                                          <p:spTgt spid="59"/>
                                        </p:tgtEl>
                                        <p:attrNameLst>
                                          <p:attrName>style.visibility</p:attrName>
                                        </p:attrNameLst>
                                      </p:cBhvr>
                                      <p:to>
                                        <p:strVal val="visible"/>
                                      </p:to>
                                    </p:set>
                                    <p:animEffect transition="in" filter="fade">
                                      <p:cBhvr>
                                        <p:cTn id="223" dur="500"/>
                                        <p:tgtEl>
                                          <p:spTgt spid="59"/>
                                        </p:tgtEl>
                                      </p:cBhvr>
                                    </p:animEffect>
                                  </p:childTnLst>
                                </p:cTn>
                              </p:par>
                            </p:childTnLst>
                          </p:cTn>
                        </p:par>
                        <p:par>
                          <p:cTn id="224" fill="hold">
                            <p:stCondLst>
                              <p:cond delay="26000"/>
                            </p:stCondLst>
                            <p:childTnLst>
                              <p:par>
                                <p:cTn id="225" presetID="10" presetClass="entr" presetSubtype="0" fill="hold" nodeType="afterEffect">
                                  <p:stCondLst>
                                    <p:cond delay="0"/>
                                  </p:stCondLst>
                                  <p:childTnLst>
                                    <p:set>
                                      <p:cBhvr>
                                        <p:cTn id="226" dur="1" fill="hold">
                                          <p:stCondLst>
                                            <p:cond delay="0"/>
                                          </p:stCondLst>
                                        </p:cTn>
                                        <p:tgtEl>
                                          <p:spTgt spid="60">
                                            <p:txEl>
                                              <p:pRg st="0" end="0"/>
                                            </p:txEl>
                                          </p:spTgt>
                                        </p:tgtEl>
                                        <p:attrNameLst>
                                          <p:attrName>style.visibility</p:attrName>
                                        </p:attrNameLst>
                                      </p:cBhvr>
                                      <p:to>
                                        <p:strVal val="visible"/>
                                      </p:to>
                                    </p:set>
                                    <p:animEffect transition="in" filter="fade">
                                      <p:cBhvr>
                                        <p:cTn id="227" dur="500"/>
                                        <p:tgtEl>
                                          <p:spTgt spid="60">
                                            <p:txEl>
                                              <p:pRg st="0" end="0"/>
                                            </p:txEl>
                                          </p:spTgt>
                                        </p:tgtEl>
                                      </p:cBhvr>
                                    </p:animEffect>
                                  </p:childTnLst>
                                </p:cTn>
                              </p:par>
                            </p:childTnLst>
                          </p:cTn>
                        </p:par>
                        <p:par>
                          <p:cTn id="228" fill="hold">
                            <p:stCondLst>
                              <p:cond delay="26500"/>
                            </p:stCondLst>
                            <p:childTnLst>
                              <p:par>
                                <p:cTn id="229" presetID="10" presetClass="entr" presetSubtype="0" fill="hold" nodeType="afterEffect">
                                  <p:stCondLst>
                                    <p:cond delay="0"/>
                                  </p:stCondLst>
                                  <p:childTnLst>
                                    <p:set>
                                      <p:cBhvr>
                                        <p:cTn id="230" dur="1" fill="hold">
                                          <p:stCondLst>
                                            <p:cond delay="0"/>
                                          </p:stCondLst>
                                        </p:cTn>
                                        <p:tgtEl>
                                          <p:spTgt spid="60">
                                            <p:txEl>
                                              <p:charRg st="1" end="1"/>
                                            </p:txEl>
                                          </p:spTgt>
                                        </p:tgtEl>
                                        <p:attrNameLst>
                                          <p:attrName>style.visibility</p:attrName>
                                        </p:attrNameLst>
                                      </p:cBhvr>
                                      <p:to>
                                        <p:strVal val="visible"/>
                                      </p:to>
                                    </p:set>
                                    <p:animEffect transition="in" filter="fade">
                                      <p:cBhvr>
                                        <p:cTn id="231" dur="500"/>
                                        <p:tgtEl>
                                          <p:spTgt spid="60">
                                            <p:txEl>
                                              <p:charRg st="1" end="1"/>
                                            </p:txEl>
                                          </p:spTgt>
                                        </p:tgtEl>
                                      </p:cBhvr>
                                    </p:animEffect>
                                  </p:childTnLst>
                                </p:cTn>
                              </p:par>
                            </p:childTnLst>
                          </p:cTn>
                        </p:par>
                        <p:par>
                          <p:cTn id="232" fill="hold">
                            <p:stCondLst>
                              <p:cond delay="27000"/>
                            </p:stCondLst>
                            <p:childTnLst>
                              <p:par>
                                <p:cTn id="233" presetID="10" presetClass="entr" presetSubtype="0" fill="hold" nodeType="afterEffect">
                                  <p:stCondLst>
                                    <p:cond delay="0"/>
                                  </p:stCondLst>
                                  <p:childTnLst>
                                    <p:set>
                                      <p:cBhvr>
                                        <p:cTn id="234" dur="1" fill="hold">
                                          <p:stCondLst>
                                            <p:cond delay="0"/>
                                          </p:stCondLst>
                                        </p:cTn>
                                        <p:tgtEl>
                                          <p:spTgt spid="60">
                                            <p:txEl>
                                              <p:charRg st="1" end="1"/>
                                            </p:txEl>
                                          </p:spTgt>
                                        </p:tgtEl>
                                        <p:attrNameLst>
                                          <p:attrName>style.visibility</p:attrName>
                                        </p:attrNameLst>
                                      </p:cBhvr>
                                      <p:to>
                                        <p:strVal val="visible"/>
                                      </p:to>
                                    </p:set>
                                    <p:animEffect transition="in" filter="fade">
                                      <p:cBhvr>
                                        <p:cTn id="235" dur="500"/>
                                        <p:tgtEl>
                                          <p:spTgt spid="60">
                                            <p:txEl>
                                              <p:charRg st="1" end="1"/>
                                            </p:txEl>
                                          </p:spTgt>
                                        </p:tgtEl>
                                      </p:cBhvr>
                                    </p:animEffect>
                                  </p:childTnLst>
                                </p:cTn>
                              </p:par>
                            </p:childTnLst>
                          </p:cTn>
                        </p:par>
                        <p:par>
                          <p:cTn id="236" fill="hold">
                            <p:stCondLst>
                              <p:cond delay="27500"/>
                            </p:stCondLst>
                            <p:childTnLst>
                              <p:par>
                                <p:cTn id="237" presetID="10" presetClass="entr" presetSubtype="0" fill="hold" nodeType="afterEffect">
                                  <p:stCondLst>
                                    <p:cond delay="0"/>
                                  </p:stCondLst>
                                  <p:childTnLst>
                                    <p:set>
                                      <p:cBhvr>
                                        <p:cTn id="238" dur="1" fill="hold">
                                          <p:stCondLst>
                                            <p:cond delay="0"/>
                                          </p:stCondLst>
                                        </p:cTn>
                                        <p:tgtEl>
                                          <p:spTgt spid="60">
                                            <p:txEl>
                                              <p:charRg st="1" end="1"/>
                                            </p:txEl>
                                          </p:spTgt>
                                        </p:tgtEl>
                                        <p:attrNameLst>
                                          <p:attrName>style.visibility</p:attrName>
                                        </p:attrNameLst>
                                      </p:cBhvr>
                                      <p:to>
                                        <p:strVal val="visible"/>
                                      </p:to>
                                    </p:set>
                                    <p:animEffect transition="in" filter="fade">
                                      <p:cBhvr>
                                        <p:cTn id="239" dur="500"/>
                                        <p:tgtEl>
                                          <p:spTgt spid="60">
                                            <p:txEl>
                                              <p:charRg st="1" end="1"/>
                                            </p:txEl>
                                          </p:spTgt>
                                        </p:tgtEl>
                                      </p:cBhvr>
                                    </p:animEffect>
                                  </p:childTnLst>
                                </p:cTn>
                              </p:par>
                            </p:childTnLst>
                          </p:cTn>
                        </p:par>
                        <p:par>
                          <p:cTn id="240" fill="hold">
                            <p:stCondLst>
                              <p:cond delay="28000"/>
                            </p:stCondLst>
                            <p:childTnLst>
                              <p:par>
                                <p:cTn id="241" presetID="10" presetClass="entr" presetSubtype="0" fill="hold" nodeType="afterEffect">
                                  <p:stCondLst>
                                    <p:cond delay="0"/>
                                  </p:stCondLst>
                                  <p:childTnLst>
                                    <p:set>
                                      <p:cBhvr>
                                        <p:cTn id="242" dur="1" fill="hold">
                                          <p:stCondLst>
                                            <p:cond delay="0"/>
                                          </p:stCondLst>
                                        </p:cTn>
                                        <p:tgtEl>
                                          <p:spTgt spid="60">
                                            <p:txEl>
                                              <p:charRg st="1" end="1"/>
                                            </p:txEl>
                                          </p:spTgt>
                                        </p:tgtEl>
                                        <p:attrNameLst>
                                          <p:attrName>style.visibility</p:attrName>
                                        </p:attrNameLst>
                                      </p:cBhvr>
                                      <p:to>
                                        <p:strVal val="visible"/>
                                      </p:to>
                                    </p:set>
                                    <p:animEffect transition="in" filter="fade">
                                      <p:cBhvr>
                                        <p:cTn id="243" dur="500"/>
                                        <p:tgtEl>
                                          <p:spTgt spid="60">
                                            <p:txEl>
                                              <p:charRg st="1" end="1"/>
                                            </p:txEl>
                                          </p:spTgt>
                                        </p:tgtEl>
                                      </p:cBhvr>
                                    </p:animEffect>
                                  </p:childTnLst>
                                </p:cTn>
                              </p:par>
                            </p:childTnLst>
                          </p:cTn>
                        </p:par>
                        <p:par>
                          <p:cTn id="244" fill="hold">
                            <p:stCondLst>
                              <p:cond delay="28500"/>
                            </p:stCondLst>
                            <p:childTnLst>
                              <p:par>
                                <p:cTn id="245" presetID="10" presetClass="entr" presetSubtype="0" fill="hold" nodeType="afterEffect">
                                  <p:stCondLst>
                                    <p:cond delay="0"/>
                                  </p:stCondLst>
                                  <p:childTnLst>
                                    <p:set>
                                      <p:cBhvr>
                                        <p:cTn id="246" dur="1" fill="hold">
                                          <p:stCondLst>
                                            <p:cond delay="0"/>
                                          </p:stCondLst>
                                        </p:cTn>
                                        <p:tgtEl>
                                          <p:spTgt spid="60">
                                            <p:txEl>
                                              <p:charRg st="1" end="1"/>
                                            </p:txEl>
                                          </p:spTgt>
                                        </p:tgtEl>
                                        <p:attrNameLst>
                                          <p:attrName>style.visibility</p:attrName>
                                        </p:attrNameLst>
                                      </p:cBhvr>
                                      <p:to>
                                        <p:strVal val="visible"/>
                                      </p:to>
                                    </p:set>
                                    <p:animEffect transition="in" filter="fade">
                                      <p:cBhvr>
                                        <p:cTn id="247" dur="500"/>
                                        <p:tgtEl>
                                          <p:spTgt spid="60">
                                            <p:txEl>
                                              <p:charRg st="1" end="1"/>
                                            </p:txEl>
                                          </p:spTgt>
                                        </p:tgtEl>
                                      </p:cBhvr>
                                    </p:animEffect>
                                  </p:childTnLst>
                                </p:cTn>
                              </p:par>
                            </p:childTnLst>
                          </p:cTn>
                        </p:par>
                        <p:par>
                          <p:cTn id="248" fill="hold">
                            <p:stCondLst>
                              <p:cond delay="29000"/>
                            </p:stCondLst>
                            <p:childTnLst>
                              <p:par>
                                <p:cTn id="249" presetID="10" presetClass="entr" presetSubtype="0" fill="hold" nodeType="afterEffect">
                                  <p:stCondLst>
                                    <p:cond delay="0"/>
                                  </p:stCondLst>
                                  <p:childTnLst>
                                    <p:set>
                                      <p:cBhvr>
                                        <p:cTn id="250" dur="1" fill="hold">
                                          <p:stCondLst>
                                            <p:cond delay="0"/>
                                          </p:stCondLst>
                                        </p:cTn>
                                        <p:tgtEl>
                                          <p:spTgt spid="60">
                                            <p:txEl>
                                              <p:charRg st="1" end="1"/>
                                            </p:txEl>
                                          </p:spTgt>
                                        </p:tgtEl>
                                        <p:attrNameLst>
                                          <p:attrName>style.visibility</p:attrName>
                                        </p:attrNameLst>
                                      </p:cBhvr>
                                      <p:to>
                                        <p:strVal val="visible"/>
                                      </p:to>
                                    </p:set>
                                    <p:animEffect transition="in" filter="fade">
                                      <p:cBhvr>
                                        <p:cTn id="251" dur="500"/>
                                        <p:tgtEl>
                                          <p:spTgt spid="60">
                                            <p:txEl>
                                              <p:charRg st="1" end="1"/>
                                            </p:txEl>
                                          </p:spTgt>
                                        </p:tgtEl>
                                      </p:cBhvr>
                                    </p:animEffect>
                                  </p:childTnLst>
                                </p:cTn>
                              </p:par>
                            </p:childTnLst>
                          </p:cTn>
                        </p:par>
                        <p:par>
                          <p:cTn id="252" fill="hold">
                            <p:stCondLst>
                              <p:cond delay="29500"/>
                            </p:stCondLst>
                            <p:childTnLst>
                              <p:par>
                                <p:cTn id="253" presetID="10" presetClass="entr" presetSubtype="0" fill="hold" nodeType="afterEffect">
                                  <p:stCondLst>
                                    <p:cond delay="0"/>
                                  </p:stCondLst>
                                  <p:childTnLst>
                                    <p:set>
                                      <p:cBhvr>
                                        <p:cTn id="254" dur="1" fill="hold">
                                          <p:stCondLst>
                                            <p:cond delay="0"/>
                                          </p:stCondLst>
                                        </p:cTn>
                                        <p:tgtEl>
                                          <p:spTgt spid="60">
                                            <p:txEl>
                                              <p:charRg st="1" end="1"/>
                                            </p:txEl>
                                          </p:spTgt>
                                        </p:tgtEl>
                                        <p:attrNameLst>
                                          <p:attrName>style.visibility</p:attrName>
                                        </p:attrNameLst>
                                      </p:cBhvr>
                                      <p:to>
                                        <p:strVal val="visible"/>
                                      </p:to>
                                    </p:set>
                                    <p:animEffect transition="in" filter="fade">
                                      <p:cBhvr>
                                        <p:cTn id="255" dur="500"/>
                                        <p:tgtEl>
                                          <p:spTgt spid="60">
                                            <p:txEl>
                                              <p:charRg st="1" end="1"/>
                                            </p:txEl>
                                          </p:spTgt>
                                        </p:tgtEl>
                                      </p:cBhvr>
                                    </p:animEffect>
                                  </p:childTnLst>
                                </p:cTn>
                              </p:par>
                            </p:childTnLst>
                          </p:cTn>
                        </p:par>
                        <p:par>
                          <p:cTn id="256" fill="hold">
                            <p:stCondLst>
                              <p:cond delay="30000"/>
                            </p:stCondLst>
                            <p:childTnLst>
                              <p:par>
                                <p:cTn id="257" presetID="10" presetClass="entr" presetSubtype="0" fill="hold" nodeType="afterEffect">
                                  <p:stCondLst>
                                    <p:cond delay="0"/>
                                  </p:stCondLst>
                                  <p:childTnLst>
                                    <p:set>
                                      <p:cBhvr>
                                        <p:cTn id="258" dur="1" fill="hold">
                                          <p:stCondLst>
                                            <p:cond delay="0"/>
                                          </p:stCondLst>
                                        </p:cTn>
                                        <p:tgtEl>
                                          <p:spTgt spid="60">
                                            <p:txEl>
                                              <p:charRg st="1" end="1"/>
                                            </p:txEl>
                                          </p:spTgt>
                                        </p:tgtEl>
                                        <p:attrNameLst>
                                          <p:attrName>style.visibility</p:attrName>
                                        </p:attrNameLst>
                                      </p:cBhvr>
                                      <p:to>
                                        <p:strVal val="visible"/>
                                      </p:to>
                                    </p:set>
                                    <p:animEffect transition="in" filter="fade">
                                      <p:cBhvr>
                                        <p:cTn id="259" dur="500"/>
                                        <p:tgtEl>
                                          <p:spTgt spid="60">
                                            <p:txEl>
                                              <p:charRg st="1" end="1"/>
                                            </p:txEl>
                                          </p:spTgt>
                                        </p:tgtEl>
                                      </p:cBhvr>
                                    </p:animEffect>
                                  </p:childTnLst>
                                </p:cTn>
                              </p:par>
                            </p:childTnLst>
                          </p:cTn>
                        </p:par>
                        <p:par>
                          <p:cTn id="260" fill="hold">
                            <p:stCondLst>
                              <p:cond delay="30500"/>
                            </p:stCondLst>
                            <p:childTnLst>
                              <p:par>
                                <p:cTn id="261" presetID="10" presetClass="entr" presetSubtype="0" fill="hold" nodeType="afterEffect">
                                  <p:stCondLst>
                                    <p:cond delay="0"/>
                                  </p:stCondLst>
                                  <p:childTnLst>
                                    <p:set>
                                      <p:cBhvr>
                                        <p:cTn id="262" dur="1" fill="hold">
                                          <p:stCondLst>
                                            <p:cond delay="0"/>
                                          </p:stCondLst>
                                        </p:cTn>
                                        <p:tgtEl>
                                          <p:spTgt spid="61">
                                            <p:txEl>
                                              <p:pRg st="0" end="0"/>
                                            </p:txEl>
                                          </p:spTgt>
                                        </p:tgtEl>
                                        <p:attrNameLst>
                                          <p:attrName>style.visibility</p:attrName>
                                        </p:attrNameLst>
                                      </p:cBhvr>
                                      <p:to>
                                        <p:strVal val="visible"/>
                                      </p:to>
                                    </p:set>
                                    <p:animEffect transition="in" filter="fade">
                                      <p:cBhvr>
                                        <p:cTn id="263" dur="500"/>
                                        <p:tgtEl>
                                          <p:spTgt spid="61">
                                            <p:txEl>
                                              <p:pRg st="0" end="0"/>
                                            </p:txEl>
                                          </p:spTgt>
                                        </p:tgtEl>
                                      </p:cBhvr>
                                    </p:animEffect>
                                  </p:childTnLst>
                                </p:cTn>
                              </p:par>
                            </p:childTnLst>
                          </p:cTn>
                        </p:par>
                        <p:par>
                          <p:cTn id="264" fill="hold">
                            <p:stCondLst>
                              <p:cond delay="31000"/>
                            </p:stCondLst>
                            <p:childTnLst>
                              <p:par>
                                <p:cTn id="265" presetID="10" presetClass="entr" presetSubtype="0" fill="hold" nodeType="afterEffect">
                                  <p:stCondLst>
                                    <p:cond delay="0"/>
                                  </p:stCondLst>
                                  <p:childTnLst>
                                    <p:set>
                                      <p:cBhvr>
                                        <p:cTn id="266" dur="1" fill="hold">
                                          <p:stCondLst>
                                            <p:cond delay="0"/>
                                          </p:stCondLst>
                                        </p:cTn>
                                        <p:tgtEl>
                                          <p:spTgt spid="61">
                                            <p:txEl>
                                              <p:charRg st="1" end="1"/>
                                            </p:txEl>
                                          </p:spTgt>
                                        </p:tgtEl>
                                        <p:attrNameLst>
                                          <p:attrName>style.visibility</p:attrName>
                                        </p:attrNameLst>
                                      </p:cBhvr>
                                      <p:to>
                                        <p:strVal val="visible"/>
                                      </p:to>
                                    </p:set>
                                    <p:animEffect transition="in" filter="fade">
                                      <p:cBhvr>
                                        <p:cTn id="267" dur="500"/>
                                        <p:tgtEl>
                                          <p:spTgt spid="61">
                                            <p:txEl>
                                              <p:charRg st="1" end="1"/>
                                            </p:txEl>
                                          </p:spTgt>
                                        </p:tgtEl>
                                      </p:cBhvr>
                                    </p:animEffect>
                                  </p:childTnLst>
                                </p:cTn>
                              </p:par>
                            </p:childTnLst>
                          </p:cTn>
                        </p:par>
                        <p:par>
                          <p:cTn id="268" fill="hold">
                            <p:stCondLst>
                              <p:cond delay="31500"/>
                            </p:stCondLst>
                            <p:childTnLst>
                              <p:par>
                                <p:cTn id="269" presetID="10" presetClass="entr" presetSubtype="0" fill="hold" nodeType="afterEffect">
                                  <p:stCondLst>
                                    <p:cond delay="0"/>
                                  </p:stCondLst>
                                  <p:childTnLst>
                                    <p:set>
                                      <p:cBhvr>
                                        <p:cTn id="270" dur="1" fill="hold">
                                          <p:stCondLst>
                                            <p:cond delay="0"/>
                                          </p:stCondLst>
                                        </p:cTn>
                                        <p:tgtEl>
                                          <p:spTgt spid="61">
                                            <p:txEl>
                                              <p:charRg st="1" end="1"/>
                                            </p:txEl>
                                          </p:spTgt>
                                        </p:tgtEl>
                                        <p:attrNameLst>
                                          <p:attrName>style.visibility</p:attrName>
                                        </p:attrNameLst>
                                      </p:cBhvr>
                                      <p:to>
                                        <p:strVal val="visible"/>
                                      </p:to>
                                    </p:set>
                                    <p:animEffect transition="in" filter="fade">
                                      <p:cBhvr>
                                        <p:cTn id="271" dur="500"/>
                                        <p:tgtEl>
                                          <p:spTgt spid="61">
                                            <p:txEl>
                                              <p:charRg st="1" end="1"/>
                                            </p:txEl>
                                          </p:spTgt>
                                        </p:tgtEl>
                                      </p:cBhvr>
                                    </p:animEffect>
                                  </p:childTnLst>
                                </p:cTn>
                              </p:par>
                            </p:childTnLst>
                          </p:cTn>
                        </p:par>
                        <p:par>
                          <p:cTn id="272" fill="hold">
                            <p:stCondLst>
                              <p:cond delay="32000"/>
                            </p:stCondLst>
                            <p:childTnLst>
                              <p:par>
                                <p:cTn id="273" presetID="10" presetClass="entr" presetSubtype="0" fill="hold" nodeType="afterEffect">
                                  <p:stCondLst>
                                    <p:cond delay="0"/>
                                  </p:stCondLst>
                                  <p:childTnLst>
                                    <p:set>
                                      <p:cBhvr>
                                        <p:cTn id="274" dur="1" fill="hold">
                                          <p:stCondLst>
                                            <p:cond delay="0"/>
                                          </p:stCondLst>
                                        </p:cTn>
                                        <p:tgtEl>
                                          <p:spTgt spid="61">
                                            <p:txEl>
                                              <p:charRg st="1" end="1"/>
                                            </p:txEl>
                                          </p:spTgt>
                                        </p:tgtEl>
                                        <p:attrNameLst>
                                          <p:attrName>style.visibility</p:attrName>
                                        </p:attrNameLst>
                                      </p:cBhvr>
                                      <p:to>
                                        <p:strVal val="visible"/>
                                      </p:to>
                                    </p:set>
                                    <p:animEffect transition="in" filter="fade">
                                      <p:cBhvr>
                                        <p:cTn id="275" dur="500"/>
                                        <p:tgtEl>
                                          <p:spTgt spid="61">
                                            <p:txEl>
                                              <p:charRg st="1" end="1"/>
                                            </p:txEl>
                                          </p:spTgt>
                                        </p:tgtEl>
                                      </p:cBhvr>
                                    </p:animEffect>
                                  </p:childTnLst>
                                </p:cTn>
                              </p:par>
                            </p:childTnLst>
                          </p:cTn>
                        </p:par>
                        <p:par>
                          <p:cTn id="276" fill="hold">
                            <p:stCondLst>
                              <p:cond delay="32500"/>
                            </p:stCondLst>
                            <p:childTnLst>
                              <p:par>
                                <p:cTn id="277" presetID="10" presetClass="entr" presetSubtype="0" fill="hold" nodeType="afterEffect">
                                  <p:stCondLst>
                                    <p:cond delay="0"/>
                                  </p:stCondLst>
                                  <p:childTnLst>
                                    <p:set>
                                      <p:cBhvr>
                                        <p:cTn id="278" dur="1" fill="hold">
                                          <p:stCondLst>
                                            <p:cond delay="0"/>
                                          </p:stCondLst>
                                        </p:cTn>
                                        <p:tgtEl>
                                          <p:spTgt spid="61">
                                            <p:txEl>
                                              <p:charRg st="1" end="1"/>
                                            </p:txEl>
                                          </p:spTgt>
                                        </p:tgtEl>
                                        <p:attrNameLst>
                                          <p:attrName>style.visibility</p:attrName>
                                        </p:attrNameLst>
                                      </p:cBhvr>
                                      <p:to>
                                        <p:strVal val="visible"/>
                                      </p:to>
                                    </p:set>
                                    <p:animEffect transition="in" filter="fade">
                                      <p:cBhvr>
                                        <p:cTn id="279" dur="500"/>
                                        <p:tgtEl>
                                          <p:spTgt spid="61">
                                            <p:txEl>
                                              <p:charRg st="1" end="1"/>
                                            </p:txEl>
                                          </p:spTgt>
                                        </p:tgtEl>
                                      </p:cBhvr>
                                    </p:animEffect>
                                  </p:childTnLst>
                                </p:cTn>
                              </p:par>
                            </p:childTnLst>
                          </p:cTn>
                        </p:par>
                        <p:par>
                          <p:cTn id="280" fill="hold">
                            <p:stCondLst>
                              <p:cond delay="33000"/>
                            </p:stCondLst>
                            <p:childTnLst>
                              <p:par>
                                <p:cTn id="281" presetID="10" presetClass="entr" presetSubtype="0" fill="hold" nodeType="afterEffect">
                                  <p:stCondLst>
                                    <p:cond delay="0"/>
                                  </p:stCondLst>
                                  <p:childTnLst>
                                    <p:set>
                                      <p:cBhvr>
                                        <p:cTn id="282" dur="1" fill="hold">
                                          <p:stCondLst>
                                            <p:cond delay="0"/>
                                          </p:stCondLst>
                                        </p:cTn>
                                        <p:tgtEl>
                                          <p:spTgt spid="61">
                                            <p:txEl>
                                              <p:charRg st="1" end="1"/>
                                            </p:txEl>
                                          </p:spTgt>
                                        </p:tgtEl>
                                        <p:attrNameLst>
                                          <p:attrName>style.visibility</p:attrName>
                                        </p:attrNameLst>
                                      </p:cBhvr>
                                      <p:to>
                                        <p:strVal val="visible"/>
                                      </p:to>
                                    </p:set>
                                    <p:animEffect transition="in" filter="fade">
                                      <p:cBhvr>
                                        <p:cTn id="283" dur="500"/>
                                        <p:tgtEl>
                                          <p:spTgt spid="61">
                                            <p:txEl>
                                              <p:charRg st="1" end="1"/>
                                            </p:txEl>
                                          </p:spTgt>
                                        </p:tgtEl>
                                      </p:cBhvr>
                                    </p:animEffect>
                                  </p:childTnLst>
                                </p:cTn>
                              </p:par>
                            </p:childTnLst>
                          </p:cTn>
                        </p:par>
                        <p:par>
                          <p:cTn id="284" fill="hold">
                            <p:stCondLst>
                              <p:cond delay="33500"/>
                            </p:stCondLst>
                            <p:childTnLst>
                              <p:par>
                                <p:cTn id="285" presetID="10" presetClass="entr" presetSubtype="0" fill="hold" nodeType="afterEffect">
                                  <p:stCondLst>
                                    <p:cond delay="0"/>
                                  </p:stCondLst>
                                  <p:childTnLst>
                                    <p:set>
                                      <p:cBhvr>
                                        <p:cTn id="286" dur="1" fill="hold">
                                          <p:stCondLst>
                                            <p:cond delay="0"/>
                                          </p:stCondLst>
                                        </p:cTn>
                                        <p:tgtEl>
                                          <p:spTgt spid="61">
                                            <p:txEl>
                                              <p:charRg st="1" end="1"/>
                                            </p:txEl>
                                          </p:spTgt>
                                        </p:tgtEl>
                                        <p:attrNameLst>
                                          <p:attrName>style.visibility</p:attrName>
                                        </p:attrNameLst>
                                      </p:cBhvr>
                                      <p:to>
                                        <p:strVal val="visible"/>
                                      </p:to>
                                    </p:set>
                                    <p:animEffect transition="in" filter="fade">
                                      <p:cBhvr>
                                        <p:cTn id="287" dur="500"/>
                                        <p:tgtEl>
                                          <p:spTgt spid="61">
                                            <p:txEl>
                                              <p:charRg st="1" end="1"/>
                                            </p:txEl>
                                          </p:spTgt>
                                        </p:tgtEl>
                                      </p:cBhvr>
                                    </p:animEffect>
                                  </p:childTnLst>
                                </p:cTn>
                              </p:par>
                            </p:childTnLst>
                          </p:cTn>
                        </p:par>
                        <p:par>
                          <p:cTn id="288" fill="hold">
                            <p:stCondLst>
                              <p:cond delay="34000"/>
                            </p:stCondLst>
                            <p:childTnLst>
                              <p:par>
                                <p:cTn id="289" presetID="10" presetClass="entr" presetSubtype="0" fill="hold" nodeType="afterEffect">
                                  <p:stCondLst>
                                    <p:cond delay="0"/>
                                  </p:stCondLst>
                                  <p:childTnLst>
                                    <p:set>
                                      <p:cBhvr>
                                        <p:cTn id="290" dur="1" fill="hold">
                                          <p:stCondLst>
                                            <p:cond delay="0"/>
                                          </p:stCondLst>
                                        </p:cTn>
                                        <p:tgtEl>
                                          <p:spTgt spid="61">
                                            <p:txEl>
                                              <p:charRg st="1" end="1"/>
                                            </p:txEl>
                                          </p:spTgt>
                                        </p:tgtEl>
                                        <p:attrNameLst>
                                          <p:attrName>style.visibility</p:attrName>
                                        </p:attrNameLst>
                                      </p:cBhvr>
                                      <p:to>
                                        <p:strVal val="visible"/>
                                      </p:to>
                                    </p:set>
                                    <p:animEffect transition="in" filter="fade">
                                      <p:cBhvr>
                                        <p:cTn id="291" dur="500"/>
                                        <p:tgtEl>
                                          <p:spTgt spid="61">
                                            <p:txEl>
                                              <p:charRg st="1" end="1"/>
                                            </p:txEl>
                                          </p:spTgt>
                                        </p:tgtEl>
                                      </p:cBhvr>
                                    </p:animEffect>
                                  </p:childTnLst>
                                </p:cTn>
                              </p:par>
                            </p:childTnLst>
                          </p:cTn>
                        </p:par>
                        <p:par>
                          <p:cTn id="292" fill="hold">
                            <p:stCondLst>
                              <p:cond delay="34500"/>
                            </p:stCondLst>
                            <p:childTnLst>
                              <p:par>
                                <p:cTn id="293" presetID="10" presetClass="entr" presetSubtype="0" fill="hold" nodeType="afterEffect">
                                  <p:stCondLst>
                                    <p:cond delay="0"/>
                                  </p:stCondLst>
                                  <p:childTnLst>
                                    <p:set>
                                      <p:cBhvr>
                                        <p:cTn id="294" dur="1" fill="hold">
                                          <p:stCondLst>
                                            <p:cond delay="0"/>
                                          </p:stCondLst>
                                        </p:cTn>
                                        <p:tgtEl>
                                          <p:spTgt spid="61">
                                            <p:txEl>
                                              <p:charRg st="1" end="1"/>
                                            </p:txEl>
                                          </p:spTgt>
                                        </p:tgtEl>
                                        <p:attrNameLst>
                                          <p:attrName>style.visibility</p:attrName>
                                        </p:attrNameLst>
                                      </p:cBhvr>
                                      <p:to>
                                        <p:strVal val="visible"/>
                                      </p:to>
                                    </p:set>
                                    <p:animEffect transition="in" filter="fade">
                                      <p:cBhvr>
                                        <p:cTn id="295" dur="500"/>
                                        <p:tgtEl>
                                          <p:spTgt spid="61">
                                            <p:txEl>
                                              <p:charRg st="1" end="1"/>
                                            </p:txEl>
                                          </p:spTgt>
                                        </p:tgtEl>
                                      </p:cBhvr>
                                    </p:animEffect>
                                  </p:childTnLst>
                                </p:cTn>
                              </p:par>
                            </p:childTnLst>
                          </p:cTn>
                        </p:par>
                        <p:par>
                          <p:cTn id="296" fill="hold">
                            <p:stCondLst>
                              <p:cond delay="35000"/>
                            </p:stCondLst>
                            <p:childTnLst>
                              <p:par>
                                <p:cTn id="297" presetID="10" presetClass="entr" presetSubtype="0" fill="hold" nodeType="afterEffect">
                                  <p:stCondLst>
                                    <p:cond delay="0"/>
                                  </p:stCondLst>
                                  <p:childTnLst>
                                    <p:set>
                                      <p:cBhvr>
                                        <p:cTn id="298" dur="1" fill="hold">
                                          <p:stCondLst>
                                            <p:cond delay="0"/>
                                          </p:stCondLst>
                                        </p:cTn>
                                        <p:tgtEl>
                                          <p:spTgt spid="62"/>
                                        </p:tgtEl>
                                        <p:attrNameLst>
                                          <p:attrName>style.visibility</p:attrName>
                                        </p:attrNameLst>
                                      </p:cBhvr>
                                      <p:to>
                                        <p:strVal val="visible"/>
                                      </p:to>
                                    </p:set>
                                    <p:animEffect transition="in" filter="fade">
                                      <p:cBhvr>
                                        <p:cTn id="299" dur="250"/>
                                        <p:tgtEl>
                                          <p:spTgt spid="62"/>
                                        </p:tgtEl>
                                      </p:cBhvr>
                                    </p:animEffect>
                                  </p:childTnLst>
                                </p:cTn>
                              </p:par>
                              <p:par>
                                <p:cTn id="300" presetID="10" presetClass="entr" presetSubtype="0" fill="hold" nodeType="withEffect">
                                  <p:stCondLst>
                                    <p:cond delay="0"/>
                                  </p:stCondLst>
                                  <p:childTnLst>
                                    <p:set>
                                      <p:cBhvr>
                                        <p:cTn id="301" dur="1" fill="hold">
                                          <p:stCondLst>
                                            <p:cond delay="0"/>
                                          </p:stCondLst>
                                        </p:cTn>
                                        <p:tgtEl>
                                          <p:spTgt spid="63"/>
                                        </p:tgtEl>
                                        <p:attrNameLst>
                                          <p:attrName>style.visibility</p:attrName>
                                        </p:attrNameLst>
                                      </p:cBhvr>
                                      <p:to>
                                        <p:strVal val="visible"/>
                                      </p:to>
                                    </p:set>
                                    <p:animEffect transition="in" filter="fade">
                                      <p:cBhvr>
                                        <p:cTn id="302" dur="500"/>
                                        <p:tgtEl>
                                          <p:spTgt spid="63"/>
                                        </p:tgtEl>
                                      </p:cBhvr>
                                    </p:animEffect>
                                  </p:childTnLst>
                                </p:cTn>
                              </p:par>
                            </p:childTnLst>
                          </p:cTn>
                        </p:par>
                        <p:par>
                          <p:cTn id="303" fill="hold">
                            <p:stCondLst>
                              <p:cond delay="35500"/>
                            </p:stCondLst>
                            <p:childTnLst>
                              <p:par>
                                <p:cTn id="304" presetID="10" presetClass="entr" presetSubtype="0" fill="hold" nodeType="afterEffect">
                                  <p:stCondLst>
                                    <p:cond delay="0"/>
                                  </p:stCondLst>
                                  <p:childTnLst>
                                    <p:set>
                                      <p:cBhvr>
                                        <p:cTn id="305" dur="1" fill="hold">
                                          <p:stCondLst>
                                            <p:cond delay="0"/>
                                          </p:stCondLst>
                                        </p:cTn>
                                        <p:tgtEl>
                                          <p:spTgt spid="64">
                                            <p:txEl>
                                              <p:pRg st="0" end="0"/>
                                            </p:txEl>
                                          </p:spTgt>
                                        </p:tgtEl>
                                        <p:attrNameLst>
                                          <p:attrName>style.visibility</p:attrName>
                                        </p:attrNameLst>
                                      </p:cBhvr>
                                      <p:to>
                                        <p:strVal val="visible"/>
                                      </p:to>
                                    </p:set>
                                    <p:animEffect transition="in" filter="fade">
                                      <p:cBhvr>
                                        <p:cTn id="306" dur="500"/>
                                        <p:tgtEl>
                                          <p:spTgt spid="64">
                                            <p:txEl>
                                              <p:pRg st="0" end="0"/>
                                            </p:txEl>
                                          </p:spTgt>
                                        </p:tgtEl>
                                      </p:cBhvr>
                                    </p:animEffect>
                                  </p:childTnLst>
                                </p:cTn>
                              </p:par>
                            </p:childTnLst>
                          </p:cTn>
                        </p:par>
                        <p:par>
                          <p:cTn id="307" fill="hold">
                            <p:stCondLst>
                              <p:cond delay="36000"/>
                            </p:stCondLst>
                            <p:childTnLst>
                              <p:par>
                                <p:cTn id="308" presetID="10" presetClass="entr" presetSubtype="0" fill="hold" nodeType="afterEffect">
                                  <p:stCondLst>
                                    <p:cond delay="0"/>
                                  </p:stCondLst>
                                  <p:childTnLst>
                                    <p:set>
                                      <p:cBhvr>
                                        <p:cTn id="309" dur="1" fill="hold">
                                          <p:stCondLst>
                                            <p:cond delay="0"/>
                                          </p:stCondLst>
                                        </p:cTn>
                                        <p:tgtEl>
                                          <p:spTgt spid="64">
                                            <p:txEl>
                                              <p:charRg st="1" end="1"/>
                                            </p:txEl>
                                          </p:spTgt>
                                        </p:tgtEl>
                                        <p:attrNameLst>
                                          <p:attrName>style.visibility</p:attrName>
                                        </p:attrNameLst>
                                      </p:cBhvr>
                                      <p:to>
                                        <p:strVal val="visible"/>
                                      </p:to>
                                    </p:set>
                                    <p:animEffect transition="in" filter="fade">
                                      <p:cBhvr>
                                        <p:cTn id="310" dur="500"/>
                                        <p:tgtEl>
                                          <p:spTgt spid="64">
                                            <p:txEl>
                                              <p:charRg st="1" end="1"/>
                                            </p:txEl>
                                          </p:spTgt>
                                        </p:tgtEl>
                                      </p:cBhvr>
                                    </p:animEffect>
                                  </p:childTnLst>
                                </p:cTn>
                              </p:par>
                            </p:childTnLst>
                          </p:cTn>
                        </p:par>
                        <p:par>
                          <p:cTn id="311" fill="hold">
                            <p:stCondLst>
                              <p:cond delay="36500"/>
                            </p:stCondLst>
                            <p:childTnLst>
                              <p:par>
                                <p:cTn id="312" presetID="10" presetClass="entr" presetSubtype="0" fill="hold" nodeType="afterEffect">
                                  <p:stCondLst>
                                    <p:cond delay="0"/>
                                  </p:stCondLst>
                                  <p:childTnLst>
                                    <p:set>
                                      <p:cBhvr>
                                        <p:cTn id="313" dur="1" fill="hold">
                                          <p:stCondLst>
                                            <p:cond delay="0"/>
                                          </p:stCondLst>
                                        </p:cTn>
                                        <p:tgtEl>
                                          <p:spTgt spid="64">
                                            <p:txEl>
                                              <p:charRg st="1" end="1"/>
                                            </p:txEl>
                                          </p:spTgt>
                                        </p:tgtEl>
                                        <p:attrNameLst>
                                          <p:attrName>style.visibility</p:attrName>
                                        </p:attrNameLst>
                                      </p:cBhvr>
                                      <p:to>
                                        <p:strVal val="visible"/>
                                      </p:to>
                                    </p:set>
                                    <p:animEffect transition="in" filter="fade">
                                      <p:cBhvr>
                                        <p:cTn id="314" dur="500"/>
                                        <p:tgtEl>
                                          <p:spTgt spid="64">
                                            <p:txEl>
                                              <p:charRg st="1" end="1"/>
                                            </p:txEl>
                                          </p:spTgt>
                                        </p:tgtEl>
                                      </p:cBhvr>
                                    </p:animEffect>
                                  </p:childTnLst>
                                </p:cTn>
                              </p:par>
                            </p:childTnLst>
                          </p:cTn>
                        </p:par>
                        <p:par>
                          <p:cTn id="315" fill="hold">
                            <p:stCondLst>
                              <p:cond delay="37000"/>
                            </p:stCondLst>
                            <p:childTnLst>
                              <p:par>
                                <p:cTn id="316" presetID="10" presetClass="entr" presetSubtype="0" fill="hold" nodeType="afterEffect">
                                  <p:stCondLst>
                                    <p:cond delay="0"/>
                                  </p:stCondLst>
                                  <p:childTnLst>
                                    <p:set>
                                      <p:cBhvr>
                                        <p:cTn id="317" dur="1" fill="hold">
                                          <p:stCondLst>
                                            <p:cond delay="0"/>
                                          </p:stCondLst>
                                        </p:cTn>
                                        <p:tgtEl>
                                          <p:spTgt spid="64">
                                            <p:txEl>
                                              <p:charRg st="1" end="1"/>
                                            </p:txEl>
                                          </p:spTgt>
                                        </p:tgtEl>
                                        <p:attrNameLst>
                                          <p:attrName>style.visibility</p:attrName>
                                        </p:attrNameLst>
                                      </p:cBhvr>
                                      <p:to>
                                        <p:strVal val="visible"/>
                                      </p:to>
                                    </p:set>
                                    <p:animEffect transition="in" filter="fade">
                                      <p:cBhvr>
                                        <p:cTn id="318" dur="500"/>
                                        <p:tgtEl>
                                          <p:spTgt spid="64">
                                            <p:txEl>
                                              <p:charRg st="1" end="1"/>
                                            </p:txEl>
                                          </p:spTgt>
                                        </p:tgtEl>
                                      </p:cBhvr>
                                    </p:animEffect>
                                  </p:childTnLst>
                                </p:cTn>
                              </p:par>
                            </p:childTnLst>
                          </p:cTn>
                        </p:par>
                        <p:par>
                          <p:cTn id="319" fill="hold">
                            <p:stCondLst>
                              <p:cond delay="37500"/>
                            </p:stCondLst>
                            <p:childTnLst>
                              <p:par>
                                <p:cTn id="320" presetID="10" presetClass="entr" presetSubtype="0" fill="hold" nodeType="afterEffect">
                                  <p:stCondLst>
                                    <p:cond delay="0"/>
                                  </p:stCondLst>
                                  <p:childTnLst>
                                    <p:set>
                                      <p:cBhvr>
                                        <p:cTn id="321" dur="1" fill="hold">
                                          <p:stCondLst>
                                            <p:cond delay="0"/>
                                          </p:stCondLst>
                                        </p:cTn>
                                        <p:tgtEl>
                                          <p:spTgt spid="64">
                                            <p:txEl>
                                              <p:charRg st="1" end="1"/>
                                            </p:txEl>
                                          </p:spTgt>
                                        </p:tgtEl>
                                        <p:attrNameLst>
                                          <p:attrName>style.visibility</p:attrName>
                                        </p:attrNameLst>
                                      </p:cBhvr>
                                      <p:to>
                                        <p:strVal val="visible"/>
                                      </p:to>
                                    </p:set>
                                    <p:animEffect transition="in" filter="fade">
                                      <p:cBhvr>
                                        <p:cTn id="322" dur="500"/>
                                        <p:tgtEl>
                                          <p:spTgt spid="64">
                                            <p:txEl>
                                              <p:charRg st="1" end="1"/>
                                            </p:txEl>
                                          </p:spTgt>
                                        </p:tgtEl>
                                      </p:cBhvr>
                                    </p:animEffect>
                                  </p:childTnLst>
                                </p:cTn>
                              </p:par>
                            </p:childTnLst>
                          </p:cTn>
                        </p:par>
                        <p:par>
                          <p:cTn id="323" fill="hold">
                            <p:stCondLst>
                              <p:cond delay="38000"/>
                            </p:stCondLst>
                            <p:childTnLst>
                              <p:par>
                                <p:cTn id="324" presetID="10" presetClass="entr" presetSubtype="0" fill="hold" nodeType="afterEffect">
                                  <p:stCondLst>
                                    <p:cond delay="0"/>
                                  </p:stCondLst>
                                  <p:childTnLst>
                                    <p:set>
                                      <p:cBhvr>
                                        <p:cTn id="325" dur="1" fill="hold">
                                          <p:stCondLst>
                                            <p:cond delay="0"/>
                                          </p:stCondLst>
                                        </p:cTn>
                                        <p:tgtEl>
                                          <p:spTgt spid="64">
                                            <p:txEl>
                                              <p:charRg st="1" end="1"/>
                                            </p:txEl>
                                          </p:spTgt>
                                        </p:tgtEl>
                                        <p:attrNameLst>
                                          <p:attrName>style.visibility</p:attrName>
                                        </p:attrNameLst>
                                      </p:cBhvr>
                                      <p:to>
                                        <p:strVal val="visible"/>
                                      </p:to>
                                    </p:set>
                                    <p:animEffect transition="in" filter="fade">
                                      <p:cBhvr>
                                        <p:cTn id="326" dur="500"/>
                                        <p:tgtEl>
                                          <p:spTgt spid="64">
                                            <p:txEl>
                                              <p:charRg st="1" end="1"/>
                                            </p:txEl>
                                          </p:spTgt>
                                        </p:tgtEl>
                                      </p:cBhvr>
                                    </p:animEffect>
                                  </p:childTnLst>
                                </p:cTn>
                              </p:par>
                            </p:childTnLst>
                          </p:cTn>
                        </p:par>
                        <p:par>
                          <p:cTn id="327" fill="hold">
                            <p:stCondLst>
                              <p:cond delay="38500"/>
                            </p:stCondLst>
                            <p:childTnLst>
                              <p:par>
                                <p:cTn id="328" presetID="10" presetClass="entr" presetSubtype="0" fill="hold" nodeType="afterEffect">
                                  <p:stCondLst>
                                    <p:cond delay="0"/>
                                  </p:stCondLst>
                                  <p:childTnLst>
                                    <p:set>
                                      <p:cBhvr>
                                        <p:cTn id="329" dur="1" fill="hold">
                                          <p:stCondLst>
                                            <p:cond delay="0"/>
                                          </p:stCondLst>
                                        </p:cTn>
                                        <p:tgtEl>
                                          <p:spTgt spid="64">
                                            <p:txEl>
                                              <p:charRg st="1" end="1"/>
                                            </p:txEl>
                                          </p:spTgt>
                                        </p:tgtEl>
                                        <p:attrNameLst>
                                          <p:attrName>style.visibility</p:attrName>
                                        </p:attrNameLst>
                                      </p:cBhvr>
                                      <p:to>
                                        <p:strVal val="visible"/>
                                      </p:to>
                                    </p:set>
                                    <p:animEffect transition="in" filter="fade">
                                      <p:cBhvr>
                                        <p:cTn id="330" dur="500"/>
                                        <p:tgtEl>
                                          <p:spTgt spid="64">
                                            <p:txEl>
                                              <p:charRg st="1" end="1"/>
                                            </p:txEl>
                                          </p:spTgt>
                                        </p:tgtEl>
                                      </p:cBhvr>
                                    </p:animEffect>
                                  </p:childTnLst>
                                </p:cTn>
                              </p:par>
                            </p:childTnLst>
                          </p:cTn>
                        </p:par>
                        <p:par>
                          <p:cTn id="331" fill="hold">
                            <p:stCondLst>
                              <p:cond delay="39000"/>
                            </p:stCondLst>
                            <p:childTnLst>
                              <p:par>
                                <p:cTn id="332" presetID="10" presetClass="entr" presetSubtype="0" fill="hold" nodeType="afterEffect">
                                  <p:stCondLst>
                                    <p:cond delay="0"/>
                                  </p:stCondLst>
                                  <p:childTnLst>
                                    <p:set>
                                      <p:cBhvr>
                                        <p:cTn id="333" dur="1" fill="hold">
                                          <p:stCondLst>
                                            <p:cond delay="0"/>
                                          </p:stCondLst>
                                        </p:cTn>
                                        <p:tgtEl>
                                          <p:spTgt spid="64">
                                            <p:txEl>
                                              <p:charRg st="1" end="1"/>
                                            </p:txEl>
                                          </p:spTgt>
                                        </p:tgtEl>
                                        <p:attrNameLst>
                                          <p:attrName>style.visibility</p:attrName>
                                        </p:attrNameLst>
                                      </p:cBhvr>
                                      <p:to>
                                        <p:strVal val="visible"/>
                                      </p:to>
                                    </p:set>
                                    <p:animEffect transition="in" filter="fade">
                                      <p:cBhvr>
                                        <p:cTn id="334" dur="500"/>
                                        <p:tgtEl>
                                          <p:spTgt spid="64">
                                            <p:txEl>
                                              <p:charRg st="1" end="1"/>
                                            </p:txEl>
                                          </p:spTgt>
                                        </p:tgtEl>
                                      </p:cBhvr>
                                    </p:animEffect>
                                  </p:childTnLst>
                                </p:cTn>
                              </p:par>
                            </p:childTnLst>
                          </p:cTn>
                        </p:par>
                        <p:par>
                          <p:cTn id="335" fill="hold">
                            <p:stCondLst>
                              <p:cond delay="39500"/>
                            </p:stCondLst>
                            <p:childTnLst>
                              <p:par>
                                <p:cTn id="336" presetID="10" presetClass="entr" presetSubtype="0" fill="hold" nodeType="afterEffect">
                                  <p:stCondLst>
                                    <p:cond delay="0"/>
                                  </p:stCondLst>
                                  <p:childTnLst>
                                    <p:set>
                                      <p:cBhvr>
                                        <p:cTn id="337" dur="1" fill="hold">
                                          <p:stCondLst>
                                            <p:cond delay="0"/>
                                          </p:stCondLst>
                                        </p:cTn>
                                        <p:tgtEl>
                                          <p:spTgt spid="64">
                                            <p:txEl>
                                              <p:charRg st="1" end="1"/>
                                            </p:txEl>
                                          </p:spTgt>
                                        </p:tgtEl>
                                        <p:attrNameLst>
                                          <p:attrName>style.visibility</p:attrName>
                                        </p:attrNameLst>
                                      </p:cBhvr>
                                      <p:to>
                                        <p:strVal val="visible"/>
                                      </p:to>
                                    </p:set>
                                    <p:animEffect transition="in" filter="fade">
                                      <p:cBhvr>
                                        <p:cTn id="338" dur="500"/>
                                        <p:tgtEl>
                                          <p:spTgt spid="64">
                                            <p:txEl>
                                              <p:charRg st="1" end="1"/>
                                            </p:txEl>
                                          </p:spTgt>
                                        </p:tgtEl>
                                      </p:cBhvr>
                                    </p:animEffect>
                                  </p:childTnLst>
                                </p:cTn>
                              </p:par>
                            </p:childTnLst>
                          </p:cTn>
                        </p:par>
                        <p:par>
                          <p:cTn id="339" fill="hold">
                            <p:stCondLst>
                              <p:cond delay="40000"/>
                            </p:stCondLst>
                            <p:childTnLst>
                              <p:par>
                                <p:cTn id="340" presetID="10" presetClass="entr" presetSubtype="0" fill="hold" nodeType="afterEffect">
                                  <p:stCondLst>
                                    <p:cond delay="0"/>
                                  </p:stCondLst>
                                  <p:childTnLst>
                                    <p:set>
                                      <p:cBhvr>
                                        <p:cTn id="341" dur="1" fill="hold">
                                          <p:stCondLst>
                                            <p:cond delay="0"/>
                                          </p:stCondLst>
                                        </p:cTn>
                                        <p:tgtEl>
                                          <p:spTgt spid="65">
                                            <p:txEl>
                                              <p:pRg st="0" end="0"/>
                                            </p:txEl>
                                          </p:spTgt>
                                        </p:tgtEl>
                                        <p:attrNameLst>
                                          <p:attrName>style.visibility</p:attrName>
                                        </p:attrNameLst>
                                      </p:cBhvr>
                                      <p:to>
                                        <p:strVal val="visible"/>
                                      </p:to>
                                    </p:set>
                                    <p:animEffect transition="in" filter="fade">
                                      <p:cBhvr>
                                        <p:cTn id="342" dur="500"/>
                                        <p:tgtEl>
                                          <p:spTgt spid="65">
                                            <p:txEl>
                                              <p:pRg st="0" end="0"/>
                                            </p:txEl>
                                          </p:spTgt>
                                        </p:tgtEl>
                                      </p:cBhvr>
                                    </p:animEffect>
                                  </p:childTnLst>
                                </p:cTn>
                              </p:par>
                            </p:childTnLst>
                          </p:cTn>
                        </p:par>
                        <p:par>
                          <p:cTn id="343" fill="hold">
                            <p:stCondLst>
                              <p:cond delay="40500"/>
                            </p:stCondLst>
                            <p:childTnLst>
                              <p:par>
                                <p:cTn id="344" presetID="10" presetClass="entr" presetSubtype="0" fill="hold" nodeType="afterEffect">
                                  <p:stCondLst>
                                    <p:cond delay="0"/>
                                  </p:stCondLst>
                                  <p:childTnLst>
                                    <p:set>
                                      <p:cBhvr>
                                        <p:cTn id="345" dur="1" fill="hold">
                                          <p:stCondLst>
                                            <p:cond delay="0"/>
                                          </p:stCondLst>
                                        </p:cTn>
                                        <p:tgtEl>
                                          <p:spTgt spid="65">
                                            <p:txEl>
                                              <p:charRg st="1" end="1"/>
                                            </p:txEl>
                                          </p:spTgt>
                                        </p:tgtEl>
                                        <p:attrNameLst>
                                          <p:attrName>style.visibility</p:attrName>
                                        </p:attrNameLst>
                                      </p:cBhvr>
                                      <p:to>
                                        <p:strVal val="visible"/>
                                      </p:to>
                                    </p:set>
                                    <p:animEffect transition="in" filter="fade">
                                      <p:cBhvr>
                                        <p:cTn id="346" dur="500"/>
                                        <p:tgtEl>
                                          <p:spTgt spid="65">
                                            <p:txEl>
                                              <p:charRg st="1" end="1"/>
                                            </p:txEl>
                                          </p:spTgt>
                                        </p:tgtEl>
                                      </p:cBhvr>
                                    </p:animEffect>
                                  </p:childTnLst>
                                </p:cTn>
                              </p:par>
                            </p:childTnLst>
                          </p:cTn>
                        </p:par>
                        <p:par>
                          <p:cTn id="347" fill="hold">
                            <p:stCondLst>
                              <p:cond delay="41000"/>
                            </p:stCondLst>
                            <p:childTnLst>
                              <p:par>
                                <p:cTn id="348" presetID="10" presetClass="entr" presetSubtype="0" fill="hold" nodeType="afterEffect">
                                  <p:stCondLst>
                                    <p:cond delay="0"/>
                                  </p:stCondLst>
                                  <p:childTnLst>
                                    <p:set>
                                      <p:cBhvr>
                                        <p:cTn id="349" dur="1" fill="hold">
                                          <p:stCondLst>
                                            <p:cond delay="0"/>
                                          </p:stCondLst>
                                        </p:cTn>
                                        <p:tgtEl>
                                          <p:spTgt spid="65">
                                            <p:txEl>
                                              <p:charRg st="1" end="1"/>
                                            </p:txEl>
                                          </p:spTgt>
                                        </p:tgtEl>
                                        <p:attrNameLst>
                                          <p:attrName>style.visibility</p:attrName>
                                        </p:attrNameLst>
                                      </p:cBhvr>
                                      <p:to>
                                        <p:strVal val="visible"/>
                                      </p:to>
                                    </p:set>
                                    <p:animEffect transition="in" filter="fade">
                                      <p:cBhvr>
                                        <p:cTn id="350" dur="500"/>
                                        <p:tgtEl>
                                          <p:spTgt spid="65">
                                            <p:txEl>
                                              <p:charRg st="1" end="1"/>
                                            </p:txEl>
                                          </p:spTgt>
                                        </p:tgtEl>
                                      </p:cBhvr>
                                    </p:animEffect>
                                  </p:childTnLst>
                                </p:cTn>
                              </p:par>
                            </p:childTnLst>
                          </p:cTn>
                        </p:par>
                        <p:par>
                          <p:cTn id="351" fill="hold">
                            <p:stCondLst>
                              <p:cond delay="41500"/>
                            </p:stCondLst>
                            <p:childTnLst>
                              <p:par>
                                <p:cTn id="352" presetID="10" presetClass="entr" presetSubtype="0" fill="hold" nodeType="afterEffect">
                                  <p:stCondLst>
                                    <p:cond delay="0"/>
                                  </p:stCondLst>
                                  <p:childTnLst>
                                    <p:set>
                                      <p:cBhvr>
                                        <p:cTn id="353" dur="1" fill="hold">
                                          <p:stCondLst>
                                            <p:cond delay="0"/>
                                          </p:stCondLst>
                                        </p:cTn>
                                        <p:tgtEl>
                                          <p:spTgt spid="65">
                                            <p:txEl>
                                              <p:charRg st="1" end="1"/>
                                            </p:txEl>
                                          </p:spTgt>
                                        </p:tgtEl>
                                        <p:attrNameLst>
                                          <p:attrName>style.visibility</p:attrName>
                                        </p:attrNameLst>
                                      </p:cBhvr>
                                      <p:to>
                                        <p:strVal val="visible"/>
                                      </p:to>
                                    </p:set>
                                    <p:animEffect transition="in" filter="fade">
                                      <p:cBhvr>
                                        <p:cTn id="354" dur="500"/>
                                        <p:tgtEl>
                                          <p:spTgt spid="65">
                                            <p:txEl>
                                              <p:charRg st="1" end="1"/>
                                            </p:txEl>
                                          </p:spTgt>
                                        </p:tgtEl>
                                      </p:cBhvr>
                                    </p:animEffect>
                                  </p:childTnLst>
                                </p:cTn>
                              </p:par>
                            </p:childTnLst>
                          </p:cTn>
                        </p:par>
                        <p:par>
                          <p:cTn id="355" fill="hold">
                            <p:stCondLst>
                              <p:cond delay="42000"/>
                            </p:stCondLst>
                            <p:childTnLst>
                              <p:par>
                                <p:cTn id="356" presetID="10" presetClass="entr" presetSubtype="0" fill="hold" nodeType="afterEffect">
                                  <p:stCondLst>
                                    <p:cond delay="0"/>
                                  </p:stCondLst>
                                  <p:childTnLst>
                                    <p:set>
                                      <p:cBhvr>
                                        <p:cTn id="357" dur="1" fill="hold">
                                          <p:stCondLst>
                                            <p:cond delay="0"/>
                                          </p:stCondLst>
                                        </p:cTn>
                                        <p:tgtEl>
                                          <p:spTgt spid="65">
                                            <p:txEl>
                                              <p:charRg st="1" end="1"/>
                                            </p:txEl>
                                          </p:spTgt>
                                        </p:tgtEl>
                                        <p:attrNameLst>
                                          <p:attrName>style.visibility</p:attrName>
                                        </p:attrNameLst>
                                      </p:cBhvr>
                                      <p:to>
                                        <p:strVal val="visible"/>
                                      </p:to>
                                    </p:set>
                                    <p:animEffect transition="in" filter="fade">
                                      <p:cBhvr>
                                        <p:cTn id="358" dur="500"/>
                                        <p:tgtEl>
                                          <p:spTgt spid="65">
                                            <p:txEl>
                                              <p:charRg st="1" end="1"/>
                                            </p:txEl>
                                          </p:spTgt>
                                        </p:tgtEl>
                                      </p:cBhvr>
                                    </p:animEffect>
                                  </p:childTnLst>
                                </p:cTn>
                              </p:par>
                            </p:childTnLst>
                          </p:cTn>
                        </p:par>
                        <p:par>
                          <p:cTn id="359" fill="hold">
                            <p:stCondLst>
                              <p:cond delay="42500"/>
                            </p:stCondLst>
                            <p:childTnLst>
                              <p:par>
                                <p:cTn id="360" presetID="10" presetClass="entr" presetSubtype="0" fill="hold" nodeType="afterEffect">
                                  <p:stCondLst>
                                    <p:cond delay="0"/>
                                  </p:stCondLst>
                                  <p:childTnLst>
                                    <p:set>
                                      <p:cBhvr>
                                        <p:cTn id="361" dur="1" fill="hold">
                                          <p:stCondLst>
                                            <p:cond delay="0"/>
                                          </p:stCondLst>
                                        </p:cTn>
                                        <p:tgtEl>
                                          <p:spTgt spid="65">
                                            <p:txEl>
                                              <p:charRg st="1" end="1"/>
                                            </p:txEl>
                                          </p:spTgt>
                                        </p:tgtEl>
                                        <p:attrNameLst>
                                          <p:attrName>style.visibility</p:attrName>
                                        </p:attrNameLst>
                                      </p:cBhvr>
                                      <p:to>
                                        <p:strVal val="visible"/>
                                      </p:to>
                                    </p:set>
                                    <p:animEffect transition="in" filter="fade">
                                      <p:cBhvr>
                                        <p:cTn id="362" dur="500"/>
                                        <p:tgtEl>
                                          <p:spTgt spid="65">
                                            <p:txEl>
                                              <p:charRg st="1" end="1"/>
                                            </p:txEl>
                                          </p:spTgt>
                                        </p:tgtEl>
                                      </p:cBhvr>
                                    </p:animEffect>
                                  </p:childTnLst>
                                </p:cTn>
                              </p:par>
                            </p:childTnLst>
                          </p:cTn>
                        </p:par>
                        <p:par>
                          <p:cTn id="363" fill="hold">
                            <p:stCondLst>
                              <p:cond delay="43000"/>
                            </p:stCondLst>
                            <p:childTnLst>
                              <p:par>
                                <p:cTn id="364" presetID="10" presetClass="entr" presetSubtype="0" fill="hold" nodeType="afterEffect">
                                  <p:stCondLst>
                                    <p:cond delay="0"/>
                                  </p:stCondLst>
                                  <p:childTnLst>
                                    <p:set>
                                      <p:cBhvr>
                                        <p:cTn id="365" dur="1" fill="hold">
                                          <p:stCondLst>
                                            <p:cond delay="0"/>
                                          </p:stCondLst>
                                        </p:cTn>
                                        <p:tgtEl>
                                          <p:spTgt spid="65">
                                            <p:txEl>
                                              <p:charRg st="1" end="1"/>
                                            </p:txEl>
                                          </p:spTgt>
                                        </p:tgtEl>
                                        <p:attrNameLst>
                                          <p:attrName>style.visibility</p:attrName>
                                        </p:attrNameLst>
                                      </p:cBhvr>
                                      <p:to>
                                        <p:strVal val="visible"/>
                                      </p:to>
                                    </p:set>
                                    <p:animEffect transition="in" filter="fade">
                                      <p:cBhvr>
                                        <p:cTn id="366" dur="500"/>
                                        <p:tgtEl>
                                          <p:spTgt spid="65">
                                            <p:txEl>
                                              <p:charRg st="1" end="1"/>
                                            </p:txEl>
                                          </p:spTgt>
                                        </p:tgtEl>
                                      </p:cBhvr>
                                    </p:animEffect>
                                  </p:childTnLst>
                                </p:cTn>
                              </p:par>
                            </p:childTnLst>
                          </p:cTn>
                        </p:par>
                        <p:par>
                          <p:cTn id="367" fill="hold">
                            <p:stCondLst>
                              <p:cond delay="43500"/>
                            </p:stCondLst>
                            <p:childTnLst>
                              <p:par>
                                <p:cTn id="368" presetID="10" presetClass="entr" presetSubtype="0" fill="hold" nodeType="afterEffect">
                                  <p:stCondLst>
                                    <p:cond delay="0"/>
                                  </p:stCondLst>
                                  <p:childTnLst>
                                    <p:set>
                                      <p:cBhvr>
                                        <p:cTn id="369" dur="1" fill="hold">
                                          <p:stCondLst>
                                            <p:cond delay="0"/>
                                          </p:stCondLst>
                                        </p:cTn>
                                        <p:tgtEl>
                                          <p:spTgt spid="65">
                                            <p:txEl>
                                              <p:charRg st="1" end="1"/>
                                            </p:txEl>
                                          </p:spTgt>
                                        </p:tgtEl>
                                        <p:attrNameLst>
                                          <p:attrName>style.visibility</p:attrName>
                                        </p:attrNameLst>
                                      </p:cBhvr>
                                      <p:to>
                                        <p:strVal val="visible"/>
                                      </p:to>
                                    </p:set>
                                    <p:animEffect transition="in" filter="fade">
                                      <p:cBhvr>
                                        <p:cTn id="370" dur="500"/>
                                        <p:tgtEl>
                                          <p:spTgt spid="65">
                                            <p:txEl>
                                              <p:charRg st="1" end="1"/>
                                            </p:txEl>
                                          </p:spTgt>
                                        </p:tgtEl>
                                      </p:cBhvr>
                                    </p:animEffect>
                                  </p:childTnLst>
                                </p:cTn>
                              </p:par>
                            </p:childTnLst>
                          </p:cTn>
                        </p:par>
                        <p:par>
                          <p:cTn id="371" fill="hold">
                            <p:stCondLst>
                              <p:cond delay="44000"/>
                            </p:stCondLst>
                            <p:childTnLst>
                              <p:par>
                                <p:cTn id="372" presetID="10" presetClass="entr" presetSubtype="0" fill="hold" nodeType="afterEffect">
                                  <p:stCondLst>
                                    <p:cond delay="0"/>
                                  </p:stCondLst>
                                  <p:childTnLst>
                                    <p:set>
                                      <p:cBhvr>
                                        <p:cTn id="373" dur="1" fill="hold">
                                          <p:stCondLst>
                                            <p:cond delay="0"/>
                                          </p:stCondLst>
                                        </p:cTn>
                                        <p:tgtEl>
                                          <p:spTgt spid="65">
                                            <p:txEl>
                                              <p:charRg st="1" end="1"/>
                                            </p:txEl>
                                          </p:spTgt>
                                        </p:tgtEl>
                                        <p:attrNameLst>
                                          <p:attrName>style.visibility</p:attrName>
                                        </p:attrNameLst>
                                      </p:cBhvr>
                                      <p:to>
                                        <p:strVal val="visible"/>
                                      </p:to>
                                    </p:set>
                                    <p:animEffect transition="in" filter="fade">
                                      <p:cBhvr>
                                        <p:cTn id="374" dur="500"/>
                                        <p:tgtEl>
                                          <p:spTgt spid="65">
                                            <p:txEl>
                                              <p:charRg st="1" end="1"/>
                                            </p:txEl>
                                          </p:spTgt>
                                        </p:tgtEl>
                                      </p:cBhvr>
                                    </p:animEffect>
                                  </p:childTnLst>
                                </p:cTn>
                              </p:par>
                            </p:childTnLst>
                          </p:cTn>
                        </p:par>
                        <p:par>
                          <p:cTn id="375" fill="hold">
                            <p:stCondLst>
                              <p:cond delay="44500"/>
                            </p:stCondLst>
                            <p:childTnLst>
                              <p:par>
                                <p:cTn id="376" presetID="10" presetClass="entr" presetSubtype="0" fill="hold" nodeType="afterEffect">
                                  <p:stCondLst>
                                    <p:cond delay="0"/>
                                  </p:stCondLst>
                                  <p:childTnLst>
                                    <p:set>
                                      <p:cBhvr>
                                        <p:cTn id="377" dur="1" fill="hold">
                                          <p:stCondLst>
                                            <p:cond delay="0"/>
                                          </p:stCondLst>
                                        </p:cTn>
                                        <p:tgtEl>
                                          <p:spTgt spid="66"/>
                                        </p:tgtEl>
                                        <p:attrNameLst>
                                          <p:attrName>style.visibility</p:attrName>
                                        </p:attrNameLst>
                                      </p:cBhvr>
                                      <p:to>
                                        <p:strVal val="visible"/>
                                      </p:to>
                                    </p:set>
                                    <p:animEffect transition="in" filter="fade">
                                      <p:cBhvr>
                                        <p:cTn id="378" dur="250"/>
                                        <p:tgtEl>
                                          <p:spTgt spid="66"/>
                                        </p:tgtEl>
                                      </p:cBhvr>
                                    </p:animEffect>
                                  </p:childTnLst>
                                </p:cTn>
                              </p:par>
                              <p:par>
                                <p:cTn id="379" presetID="10" presetClass="entr" presetSubtype="0" fill="hold" nodeType="withEffect">
                                  <p:stCondLst>
                                    <p:cond delay="0"/>
                                  </p:stCondLst>
                                  <p:childTnLst>
                                    <p:set>
                                      <p:cBhvr>
                                        <p:cTn id="380" dur="1" fill="hold">
                                          <p:stCondLst>
                                            <p:cond delay="0"/>
                                          </p:stCondLst>
                                        </p:cTn>
                                        <p:tgtEl>
                                          <p:spTgt spid="67"/>
                                        </p:tgtEl>
                                        <p:attrNameLst>
                                          <p:attrName>style.visibility</p:attrName>
                                        </p:attrNameLst>
                                      </p:cBhvr>
                                      <p:to>
                                        <p:strVal val="visible"/>
                                      </p:to>
                                    </p:set>
                                    <p:animEffect transition="in" filter="fade">
                                      <p:cBhvr>
                                        <p:cTn id="381" dur="500"/>
                                        <p:tgtEl>
                                          <p:spTgt spid="67"/>
                                        </p:tgtEl>
                                      </p:cBhvr>
                                    </p:animEffect>
                                  </p:childTnLst>
                                </p:cTn>
                              </p:par>
                            </p:childTnLst>
                          </p:cTn>
                        </p:par>
                        <p:par>
                          <p:cTn id="382" fill="hold">
                            <p:stCondLst>
                              <p:cond delay="45000"/>
                            </p:stCondLst>
                            <p:childTnLst>
                              <p:par>
                                <p:cTn id="383" presetID="10" presetClass="entr" presetSubtype="0" fill="hold" nodeType="afterEffect">
                                  <p:stCondLst>
                                    <p:cond delay="0"/>
                                  </p:stCondLst>
                                  <p:childTnLst>
                                    <p:set>
                                      <p:cBhvr>
                                        <p:cTn id="384" dur="1" fill="hold">
                                          <p:stCondLst>
                                            <p:cond delay="0"/>
                                          </p:stCondLst>
                                        </p:cTn>
                                        <p:tgtEl>
                                          <p:spTgt spid="68">
                                            <p:txEl>
                                              <p:pRg st="0" end="0"/>
                                            </p:txEl>
                                          </p:spTgt>
                                        </p:tgtEl>
                                        <p:attrNameLst>
                                          <p:attrName>style.visibility</p:attrName>
                                        </p:attrNameLst>
                                      </p:cBhvr>
                                      <p:to>
                                        <p:strVal val="visible"/>
                                      </p:to>
                                    </p:set>
                                    <p:animEffect transition="in" filter="fade">
                                      <p:cBhvr>
                                        <p:cTn id="385" dur="500"/>
                                        <p:tgtEl>
                                          <p:spTgt spid="68">
                                            <p:txEl>
                                              <p:pRg st="0" end="0"/>
                                            </p:txEl>
                                          </p:spTgt>
                                        </p:tgtEl>
                                      </p:cBhvr>
                                    </p:animEffect>
                                  </p:childTnLst>
                                </p:cTn>
                              </p:par>
                            </p:childTnLst>
                          </p:cTn>
                        </p:par>
                        <p:par>
                          <p:cTn id="386" fill="hold">
                            <p:stCondLst>
                              <p:cond delay="45500"/>
                            </p:stCondLst>
                            <p:childTnLst>
                              <p:par>
                                <p:cTn id="387" presetID="10" presetClass="entr" presetSubtype="0" fill="hold" nodeType="afterEffect">
                                  <p:stCondLst>
                                    <p:cond delay="0"/>
                                  </p:stCondLst>
                                  <p:childTnLst>
                                    <p:set>
                                      <p:cBhvr>
                                        <p:cTn id="388" dur="1" fill="hold">
                                          <p:stCondLst>
                                            <p:cond delay="0"/>
                                          </p:stCondLst>
                                        </p:cTn>
                                        <p:tgtEl>
                                          <p:spTgt spid="68">
                                            <p:txEl>
                                              <p:charRg st="1" end="1"/>
                                            </p:txEl>
                                          </p:spTgt>
                                        </p:tgtEl>
                                        <p:attrNameLst>
                                          <p:attrName>style.visibility</p:attrName>
                                        </p:attrNameLst>
                                      </p:cBhvr>
                                      <p:to>
                                        <p:strVal val="visible"/>
                                      </p:to>
                                    </p:set>
                                    <p:animEffect transition="in" filter="fade">
                                      <p:cBhvr>
                                        <p:cTn id="389" dur="500"/>
                                        <p:tgtEl>
                                          <p:spTgt spid="68">
                                            <p:txEl>
                                              <p:charRg st="1" end="1"/>
                                            </p:txEl>
                                          </p:spTgt>
                                        </p:tgtEl>
                                      </p:cBhvr>
                                    </p:animEffect>
                                  </p:childTnLst>
                                </p:cTn>
                              </p:par>
                            </p:childTnLst>
                          </p:cTn>
                        </p:par>
                        <p:par>
                          <p:cTn id="390" fill="hold">
                            <p:stCondLst>
                              <p:cond delay="46000"/>
                            </p:stCondLst>
                            <p:childTnLst>
                              <p:par>
                                <p:cTn id="391" presetID="10" presetClass="entr" presetSubtype="0" fill="hold" nodeType="afterEffect">
                                  <p:stCondLst>
                                    <p:cond delay="0"/>
                                  </p:stCondLst>
                                  <p:childTnLst>
                                    <p:set>
                                      <p:cBhvr>
                                        <p:cTn id="392" dur="1" fill="hold">
                                          <p:stCondLst>
                                            <p:cond delay="0"/>
                                          </p:stCondLst>
                                        </p:cTn>
                                        <p:tgtEl>
                                          <p:spTgt spid="68">
                                            <p:txEl>
                                              <p:charRg st="1" end="1"/>
                                            </p:txEl>
                                          </p:spTgt>
                                        </p:tgtEl>
                                        <p:attrNameLst>
                                          <p:attrName>style.visibility</p:attrName>
                                        </p:attrNameLst>
                                      </p:cBhvr>
                                      <p:to>
                                        <p:strVal val="visible"/>
                                      </p:to>
                                    </p:set>
                                    <p:animEffect transition="in" filter="fade">
                                      <p:cBhvr>
                                        <p:cTn id="393" dur="500"/>
                                        <p:tgtEl>
                                          <p:spTgt spid="68">
                                            <p:txEl>
                                              <p:charRg st="1" end="1"/>
                                            </p:txEl>
                                          </p:spTgt>
                                        </p:tgtEl>
                                      </p:cBhvr>
                                    </p:animEffect>
                                  </p:childTnLst>
                                </p:cTn>
                              </p:par>
                            </p:childTnLst>
                          </p:cTn>
                        </p:par>
                        <p:par>
                          <p:cTn id="394" fill="hold">
                            <p:stCondLst>
                              <p:cond delay="46500"/>
                            </p:stCondLst>
                            <p:childTnLst>
                              <p:par>
                                <p:cTn id="395" presetID="10" presetClass="entr" presetSubtype="0" fill="hold" nodeType="afterEffect">
                                  <p:stCondLst>
                                    <p:cond delay="0"/>
                                  </p:stCondLst>
                                  <p:childTnLst>
                                    <p:set>
                                      <p:cBhvr>
                                        <p:cTn id="396" dur="1" fill="hold">
                                          <p:stCondLst>
                                            <p:cond delay="0"/>
                                          </p:stCondLst>
                                        </p:cTn>
                                        <p:tgtEl>
                                          <p:spTgt spid="68">
                                            <p:txEl>
                                              <p:charRg st="1" end="1"/>
                                            </p:txEl>
                                          </p:spTgt>
                                        </p:tgtEl>
                                        <p:attrNameLst>
                                          <p:attrName>style.visibility</p:attrName>
                                        </p:attrNameLst>
                                      </p:cBhvr>
                                      <p:to>
                                        <p:strVal val="visible"/>
                                      </p:to>
                                    </p:set>
                                    <p:animEffect transition="in" filter="fade">
                                      <p:cBhvr>
                                        <p:cTn id="397" dur="500"/>
                                        <p:tgtEl>
                                          <p:spTgt spid="68">
                                            <p:txEl>
                                              <p:charRg st="1" end="1"/>
                                            </p:txEl>
                                          </p:spTgt>
                                        </p:tgtEl>
                                      </p:cBhvr>
                                    </p:animEffect>
                                  </p:childTnLst>
                                </p:cTn>
                              </p:par>
                            </p:childTnLst>
                          </p:cTn>
                        </p:par>
                        <p:par>
                          <p:cTn id="398" fill="hold">
                            <p:stCondLst>
                              <p:cond delay="47000"/>
                            </p:stCondLst>
                            <p:childTnLst>
                              <p:par>
                                <p:cTn id="399" presetID="10" presetClass="entr" presetSubtype="0" fill="hold" nodeType="afterEffect">
                                  <p:stCondLst>
                                    <p:cond delay="0"/>
                                  </p:stCondLst>
                                  <p:childTnLst>
                                    <p:set>
                                      <p:cBhvr>
                                        <p:cTn id="400" dur="1" fill="hold">
                                          <p:stCondLst>
                                            <p:cond delay="0"/>
                                          </p:stCondLst>
                                        </p:cTn>
                                        <p:tgtEl>
                                          <p:spTgt spid="68">
                                            <p:txEl>
                                              <p:charRg st="1" end="1"/>
                                            </p:txEl>
                                          </p:spTgt>
                                        </p:tgtEl>
                                        <p:attrNameLst>
                                          <p:attrName>style.visibility</p:attrName>
                                        </p:attrNameLst>
                                      </p:cBhvr>
                                      <p:to>
                                        <p:strVal val="visible"/>
                                      </p:to>
                                    </p:set>
                                    <p:animEffect transition="in" filter="fade">
                                      <p:cBhvr>
                                        <p:cTn id="401" dur="500"/>
                                        <p:tgtEl>
                                          <p:spTgt spid="68">
                                            <p:txEl>
                                              <p:charRg st="1" end="1"/>
                                            </p:txEl>
                                          </p:spTgt>
                                        </p:tgtEl>
                                      </p:cBhvr>
                                    </p:animEffect>
                                  </p:childTnLst>
                                </p:cTn>
                              </p:par>
                            </p:childTnLst>
                          </p:cTn>
                        </p:par>
                        <p:par>
                          <p:cTn id="402" fill="hold">
                            <p:stCondLst>
                              <p:cond delay="47500"/>
                            </p:stCondLst>
                            <p:childTnLst>
                              <p:par>
                                <p:cTn id="403" presetID="10" presetClass="entr" presetSubtype="0" fill="hold" nodeType="afterEffect">
                                  <p:stCondLst>
                                    <p:cond delay="0"/>
                                  </p:stCondLst>
                                  <p:childTnLst>
                                    <p:set>
                                      <p:cBhvr>
                                        <p:cTn id="404" dur="1" fill="hold">
                                          <p:stCondLst>
                                            <p:cond delay="0"/>
                                          </p:stCondLst>
                                        </p:cTn>
                                        <p:tgtEl>
                                          <p:spTgt spid="68">
                                            <p:txEl>
                                              <p:charRg st="1" end="1"/>
                                            </p:txEl>
                                          </p:spTgt>
                                        </p:tgtEl>
                                        <p:attrNameLst>
                                          <p:attrName>style.visibility</p:attrName>
                                        </p:attrNameLst>
                                      </p:cBhvr>
                                      <p:to>
                                        <p:strVal val="visible"/>
                                      </p:to>
                                    </p:set>
                                    <p:animEffect transition="in" filter="fade">
                                      <p:cBhvr>
                                        <p:cTn id="405" dur="500"/>
                                        <p:tgtEl>
                                          <p:spTgt spid="68">
                                            <p:txEl>
                                              <p:charRg st="1" end="1"/>
                                            </p:txEl>
                                          </p:spTgt>
                                        </p:tgtEl>
                                      </p:cBhvr>
                                    </p:animEffect>
                                  </p:childTnLst>
                                </p:cTn>
                              </p:par>
                            </p:childTnLst>
                          </p:cTn>
                        </p:par>
                        <p:par>
                          <p:cTn id="406" fill="hold">
                            <p:stCondLst>
                              <p:cond delay="48000"/>
                            </p:stCondLst>
                            <p:childTnLst>
                              <p:par>
                                <p:cTn id="407" presetID="10" presetClass="entr" presetSubtype="0" fill="hold" nodeType="afterEffect">
                                  <p:stCondLst>
                                    <p:cond delay="0"/>
                                  </p:stCondLst>
                                  <p:childTnLst>
                                    <p:set>
                                      <p:cBhvr>
                                        <p:cTn id="408" dur="1" fill="hold">
                                          <p:stCondLst>
                                            <p:cond delay="0"/>
                                          </p:stCondLst>
                                        </p:cTn>
                                        <p:tgtEl>
                                          <p:spTgt spid="68">
                                            <p:txEl>
                                              <p:charRg st="1" end="1"/>
                                            </p:txEl>
                                          </p:spTgt>
                                        </p:tgtEl>
                                        <p:attrNameLst>
                                          <p:attrName>style.visibility</p:attrName>
                                        </p:attrNameLst>
                                      </p:cBhvr>
                                      <p:to>
                                        <p:strVal val="visible"/>
                                      </p:to>
                                    </p:set>
                                    <p:animEffect transition="in" filter="fade">
                                      <p:cBhvr>
                                        <p:cTn id="409" dur="500"/>
                                        <p:tgtEl>
                                          <p:spTgt spid="68">
                                            <p:txEl>
                                              <p:charRg st="1" end="1"/>
                                            </p:txEl>
                                          </p:spTgt>
                                        </p:tgtEl>
                                      </p:cBhvr>
                                    </p:animEffect>
                                  </p:childTnLst>
                                </p:cTn>
                              </p:par>
                            </p:childTnLst>
                          </p:cTn>
                        </p:par>
                        <p:par>
                          <p:cTn id="410" fill="hold">
                            <p:stCondLst>
                              <p:cond delay="48500"/>
                            </p:stCondLst>
                            <p:childTnLst>
                              <p:par>
                                <p:cTn id="411" presetID="10" presetClass="entr" presetSubtype="0" fill="hold" nodeType="afterEffect">
                                  <p:stCondLst>
                                    <p:cond delay="0"/>
                                  </p:stCondLst>
                                  <p:childTnLst>
                                    <p:set>
                                      <p:cBhvr>
                                        <p:cTn id="412" dur="1" fill="hold">
                                          <p:stCondLst>
                                            <p:cond delay="0"/>
                                          </p:stCondLst>
                                        </p:cTn>
                                        <p:tgtEl>
                                          <p:spTgt spid="68">
                                            <p:txEl>
                                              <p:charRg st="1" end="1"/>
                                            </p:txEl>
                                          </p:spTgt>
                                        </p:tgtEl>
                                        <p:attrNameLst>
                                          <p:attrName>style.visibility</p:attrName>
                                        </p:attrNameLst>
                                      </p:cBhvr>
                                      <p:to>
                                        <p:strVal val="visible"/>
                                      </p:to>
                                    </p:set>
                                    <p:animEffect transition="in" filter="fade">
                                      <p:cBhvr>
                                        <p:cTn id="413" dur="500"/>
                                        <p:tgtEl>
                                          <p:spTgt spid="68">
                                            <p:txEl>
                                              <p:charRg st="1" end="1"/>
                                            </p:txEl>
                                          </p:spTgt>
                                        </p:tgtEl>
                                      </p:cBhvr>
                                    </p:animEffect>
                                  </p:childTnLst>
                                </p:cTn>
                              </p:par>
                            </p:childTnLst>
                          </p:cTn>
                        </p:par>
                        <p:par>
                          <p:cTn id="414" fill="hold">
                            <p:stCondLst>
                              <p:cond delay="49000"/>
                            </p:stCondLst>
                            <p:childTnLst>
                              <p:par>
                                <p:cTn id="415" presetID="10" presetClass="entr" presetSubtype="0" fill="hold" nodeType="afterEffect">
                                  <p:stCondLst>
                                    <p:cond delay="0"/>
                                  </p:stCondLst>
                                  <p:childTnLst>
                                    <p:set>
                                      <p:cBhvr>
                                        <p:cTn id="416" dur="1" fill="hold">
                                          <p:stCondLst>
                                            <p:cond delay="0"/>
                                          </p:stCondLst>
                                        </p:cTn>
                                        <p:tgtEl>
                                          <p:spTgt spid="68">
                                            <p:txEl>
                                              <p:charRg st="1" end="1"/>
                                            </p:txEl>
                                          </p:spTgt>
                                        </p:tgtEl>
                                        <p:attrNameLst>
                                          <p:attrName>style.visibility</p:attrName>
                                        </p:attrNameLst>
                                      </p:cBhvr>
                                      <p:to>
                                        <p:strVal val="visible"/>
                                      </p:to>
                                    </p:set>
                                    <p:animEffect transition="in" filter="fade">
                                      <p:cBhvr>
                                        <p:cTn id="417" dur="500"/>
                                        <p:tgtEl>
                                          <p:spTgt spid="68">
                                            <p:txEl>
                                              <p:charRg st="1" end="1"/>
                                            </p:txEl>
                                          </p:spTgt>
                                        </p:tgtEl>
                                      </p:cBhvr>
                                    </p:animEffect>
                                  </p:childTnLst>
                                </p:cTn>
                              </p:par>
                            </p:childTnLst>
                          </p:cTn>
                        </p:par>
                        <p:par>
                          <p:cTn id="418" fill="hold">
                            <p:stCondLst>
                              <p:cond delay="49500"/>
                            </p:stCondLst>
                            <p:childTnLst>
                              <p:par>
                                <p:cTn id="419" presetID="10" presetClass="entr" presetSubtype="0" fill="hold" nodeType="afterEffect">
                                  <p:stCondLst>
                                    <p:cond delay="0"/>
                                  </p:stCondLst>
                                  <p:childTnLst>
                                    <p:set>
                                      <p:cBhvr>
                                        <p:cTn id="420" dur="1" fill="hold">
                                          <p:stCondLst>
                                            <p:cond delay="0"/>
                                          </p:stCondLst>
                                        </p:cTn>
                                        <p:tgtEl>
                                          <p:spTgt spid="69">
                                            <p:txEl>
                                              <p:pRg st="0" end="0"/>
                                            </p:txEl>
                                          </p:spTgt>
                                        </p:tgtEl>
                                        <p:attrNameLst>
                                          <p:attrName>style.visibility</p:attrName>
                                        </p:attrNameLst>
                                      </p:cBhvr>
                                      <p:to>
                                        <p:strVal val="visible"/>
                                      </p:to>
                                    </p:set>
                                    <p:animEffect transition="in" filter="fade">
                                      <p:cBhvr>
                                        <p:cTn id="421" dur="500"/>
                                        <p:tgtEl>
                                          <p:spTgt spid="69">
                                            <p:txEl>
                                              <p:pRg st="0" end="0"/>
                                            </p:txEl>
                                          </p:spTgt>
                                        </p:tgtEl>
                                      </p:cBhvr>
                                    </p:animEffect>
                                  </p:childTnLst>
                                </p:cTn>
                              </p:par>
                            </p:childTnLst>
                          </p:cTn>
                        </p:par>
                        <p:par>
                          <p:cTn id="422" fill="hold">
                            <p:stCondLst>
                              <p:cond delay="50000"/>
                            </p:stCondLst>
                            <p:childTnLst>
                              <p:par>
                                <p:cTn id="423" presetID="10" presetClass="entr" presetSubtype="0" fill="hold" nodeType="afterEffect">
                                  <p:stCondLst>
                                    <p:cond delay="0"/>
                                  </p:stCondLst>
                                  <p:childTnLst>
                                    <p:set>
                                      <p:cBhvr>
                                        <p:cTn id="424" dur="1" fill="hold">
                                          <p:stCondLst>
                                            <p:cond delay="0"/>
                                          </p:stCondLst>
                                        </p:cTn>
                                        <p:tgtEl>
                                          <p:spTgt spid="69">
                                            <p:txEl>
                                              <p:charRg st="1" end="1"/>
                                            </p:txEl>
                                          </p:spTgt>
                                        </p:tgtEl>
                                        <p:attrNameLst>
                                          <p:attrName>style.visibility</p:attrName>
                                        </p:attrNameLst>
                                      </p:cBhvr>
                                      <p:to>
                                        <p:strVal val="visible"/>
                                      </p:to>
                                    </p:set>
                                    <p:animEffect transition="in" filter="fade">
                                      <p:cBhvr>
                                        <p:cTn id="425" dur="500"/>
                                        <p:tgtEl>
                                          <p:spTgt spid="69">
                                            <p:txEl>
                                              <p:charRg st="1" end="1"/>
                                            </p:txEl>
                                          </p:spTgt>
                                        </p:tgtEl>
                                      </p:cBhvr>
                                    </p:animEffect>
                                  </p:childTnLst>
                                </p:cTn>
                              </p:par>
                            </p:childTnLst>
                          </p:cTn>
                        </p:par>
                        <p:par>
                          <p:cTn id="426" fill="hold">
                            <p:stCondLst>
                              <p:cond delay="50500"/>
                            </p:stCondLst>
                            <p:childTnLst>
                              <p:par>
                                <p:cTn id="427" presetID="10" presetClass="entr" presetSubtype="0" fill="hold" nodeType="afterEffect">
                                  <p:stCondLst>
                                    <p:cond delay="0"/>
                                  </p:stCondLst>
                                  <p:childTnLst>
                                    <p:set>
                                      <p:cBhvr>
                                        <p:cTn id="428" dur="1" fill="hold">
                                          <p:stCondLst>
                                            <p:cond delay="0"/>
                                          </p:stCondLst>
                                        </p:cTn>
                                        <p:tgtEl>
                                          <p:spTgt spid="69">
                                            <p:txEl>
                                              <p:charRg st="1" end="1"/>
                                            </p:txEl>
                                          </p:spTgt>
                                        </p:tgtEl>
                                        <p:attrNameLst>
                                          <p:attrName>style.visibility</p:attrName>
                                        </p:attrNameLst>
                                      </p:cBhvr>
                                      <p:to>
                                        <p:strVal val="visible"/>
                                      </p:to>
                                    </p:set>
                                    <p:animEffect transition="in" filter="fade">
                                      <p:cBhvr>
                                        <p:cTn id="429" dur="500"/>
                                        <p:tgtEl>
                                          <p:spTgt spid="69">
                                            <p:txEl>
                                              <p:charRg st="1" end="1"/>
                                            </p:txEl>
                                          </p:spTgt>
                                        </p:tgtEl>
                                      </p:cBhvr>
                                    </p:animEffect>
                                  </p:childTnLst>
                                </p:cTn>
                              </p:par>
                            </p:childTnLst>
                          </p:cTn>
                        </p:par>
                        <p:par>
                          <p:cTn id="430" fill="hold">
                            <p:stCondLst>
                              <p:cond delay="51000"/>
                            </p:stCondLst>
                            <p:childTnLst>
                              <p:par>
                                <p:cTn id="431" presetID="10" presetClass="entr" presetSubtype="0" fill="hold" nodeType="afterEffect">
                                  <p:stCondLst>
                                    <p:cond delay="0"/>
                                  </p:stCondLst>
                                  <p:childTnLst>
                                    <p:set>
                                      <p:cBhvr>
                                        <p:cTn id="432" dur="1" fill="hold">
                                          <p:stCondLst>
                                            <p:cond delay="0"/>
                                          </p:stCondLst>
                                        </p:cTn>
                                        <p:tgtEl>
                                          <p:spTgt spid="69">
                                            <p:txEl>
                                              <p:charRg st="1" end="1"/>
                                            </p:txEl>
                                          </p:spTgt>
                                        </p:tgtEl>
                                        <p:attrNameLst>
                                          <p:attrName>style.visibility</p:attrName>
                                        </p:attrNameLst>
                                      </p:cBhvr>
                                      <p:to>
                                        <p:strVal val="visible"/>
                                      </p:to>
                                    </p:set>
                                    <p:animEffect transition="in" filter="fade">
                                      <p:cBhvr>
                                        <p:cTn id="433" dur="500"/>
                                        <p:tgtEl>
                                          <p:spTgt spid="69">
                                            <p:txEl>
                                              <p:charRg st="1" end="1"/>
                                            </p:txEl>
                                          </p:spTgt>
                                        </p:tgtEl>
                                      </p:cBhvr>
                                    </p:animEffect>
                                  </p:childTnLst>
                                </p:cTn>
                              </p:par>
                            </p:childTnLst>
                          </p:cTn>
                        </p:par>
                        <p:par>
                          <p:cTn id="434" fill="hold">
                            <p:stCondLst>
                              <p:cond delay="51500"/>
                            </p:stCondLst>
                            <p:childTnLst>
                              <p:par>
                                <p:cTn id="435" presetID="10" presetClass="entr" presetSubtype="0" fill="hold" nodeType="afterEffect">
                                  <p:stCondLst>
                                    <p:cond delay="0"/>
                                  </p:stCondLst>
                                  <p:childTnLst>
                                    <p:set>
                                      <p:cBhvr>
                                        <p:cTn id="436" dur="1" fill="hold">
                                          <p:stCondLst>
                                            <p:cond delay="0"/>
                                          </p:stCondLst>
                                        </p:cTn>
                                        <p:tgtEl>
                                          <p:spTgt spid="69">
                                            <p:txEl>
                                              <p:charRg st="1" end="1"/>
                                            </p:txEl>
                                          </p:spTgt>
                                        </p:tgtEl>
                                        <p:attrNameLst>
                                          <p:attrName>style.visibility</p:attrName>
                                        </p:attrNameLst>
                                      </p:cBhvr>
                                      <p:to>
                                        <p:strVal val="visible"/>
                                      </p:to>
                                    </p:set>
                                    <p:animEffect transition="in" filter="fade">
                                      <p:cBhvr>
                                        <p:cTn id="437" dur="500"/>
                                        <p:tgtEl>
                                          <p:spTgt spid="69">
                                            <p:txEl>
                                              <p:charRg st="1" end="1"/>
                                            </p:txEl>
                                          </p:spTgt>
                                        </p:tgtEl>
                                      </p:cBhvr>
                                    </p:animEffect>
                                  </p:childTnLst>
                                </p:cTn>
                              </p:par>
                            </p:childTnLst>
                          </p:cTn>
                        </p:par>
                        <p:par>
                          <p:cTn id="438" fill="hold">
                            <p:stCondLst>
                              <p:cond delay="52000"/>
                            </p:stCondLst>
                            <p:childTnLst>
                              <p:par>
                                <p:cTn id="439" presetID="10" presetClass="entr" presetSubtype="0" fill="hold" nodeType="afterEffect">
                                  <p:stCondLst>
                                    <p:cond delay="0"/>
                                  </p:stCondLst>
                                  <p:childTnLst>
                                    <p:set>
                                      <p:cBhvr>
                                        <p:cTn id="440" dur="1" fill="hold">
                                          <p:stCondLst>
                                            <p:cond delay="0"/>
                                          </p:stCondLst>
                                        </p:cTn>
                                        <p:tgtEl>
                                          <p:spTgt spid="69">
                                            <p:txEl>
                                              <p:charRg st="1" end="1"/>
                                            </p:txEl>
                                          </p:spTgt>
                                        </p:tgtEl>
                                        <p:attrNameLst>
                                          <p:attrName>style.visibility</p:attrName>
                                        </p:attrNameLst>
                                      </p:cBhvr>
                                      <p:to>
                                        <p:strVal val="visible"/>
                                      </p:to>
                                    </p:set>
                                    <p:animEffect transition="in" filter="fade">
                                      <p:cBhvr>
                                        <p:cTn id="441" dur="500"/>
                                        <p:tgtEl>
                                          <p:spTgt spid="69">
                                            <p:txEl>
                                              <p:charRg st="1" end="1"/>
                                            </p:txEl>
                                          </p:spTgt>
                                        </p:tgtEl>
                                      </p:cBhvr>
                                    </p:animEffect>
                                  </p:childTnLst>
                                </p:cTn>
                              </p:par>
                            </p:childTnLst>
                          </p:cTn>
                        </p:par>
                        <p:par>
                          <p:cTn id="442" fill="hold">
                            <p:stCondLst>
                              <p:cond delay="52500"/>
                            </p:stCondLst>
                            <p:childTnLst>
                              <p:par>
                                <p:cTn id="443" presetID="10" presetClass="entr" presetSubtype="0" fill="hold" nodeType="afterEffect">
                                  <p:stCondLst>
                                    <p:cond delay="0"/>
                                  </p:stCondLst>
                                  <p:childTnLst>
                                    <p:set>
                                      <p:cBhvr>
                                        <p:cTn id="444" dur="1" fill="hold">
                                          <p:stCondLst>
                                            <p:cond delay="0"/>
                                          </p:stCondLst>
                                        </p:cTn>
                                        <p:tgtEl>
                                          <p:spTgt spid="69">
                                            <p:txEl>
                                              <p:charRg st="1" end="1"/>
                                            </p:txEl>
                                          </p:spTgt>
                                        </p:tgtEl>
                                        <p:attrNameLst>
                                          <p:attrName>style.visibility</p:attrName>
                                        </p:attrNameLst>
                                      </p:cBhvr>
                                      <p:to>
                                        <p:strVal val="visible"/>
                                      </p:to>
                                    </p:set>
                                    <p:animEffect transition="in" filter="fade">
                                      <p:cBhvr>
                                        <p:cTn id="445" dur="500"/>
                                        <p:tgtEl>
                                          <p:spTgt spid="69">
                                            <p:txEl>
                                              <p:charRg st="1" end="1"/>
                                            </p:txEl>
                                          </p:spTgt>
                                        </p:tgtEl>
                                      </p:cBhvr>
                                    </p:animEffect>
                                  </p:childTnLst>
                                </p:cTn>
                              </p:par>
                            </p:childTnLst>
                          </p:cTn>
                        </p:par>
                        <p:par>
                          <p:cTn id="446" fill="hold">
                            <p:stCondLst>
                              <p:cond delay="53000"/>
                            </p:stCondLst>
                            <p:childTnLst>
                              <p:par>
                                <p:cTn id="447" presetID="10" presetClass="entr" presetSubtype="0" fill="hold" nodeType="afterEffect">
                                  <p:stCondLst>
                                    <p:cond delay="0"/>
                                  </p:stCondLst>
                                  <p:childTnLst>
                                    <p:set>
                                      <p:cBhvr>
                                        <p:cTn id="448" dur="1" fill="hold">
                                          <p:stCondLst>
                                            <p:cond delay="0"/>
                                          </p:stCondLst>
                                        </p:cTn>
                                        <p:tgtEl>
                                          <p:spTgt spid="69">
                                            <p:txEl>
                                              <p:charRg st="1" end="1"/>
                                            </p:txEl>
                                          </p:spTgt>
                                        </p:tgtEl>
                                        <p:attrNameLst>
                                          <p:attrName>style.visibility</p:attrName>
                                        </p:attrNameLst>
                                      </p:cBhvr>
                                      <p:to>
                                        <p:strVal val="visible"/>
                                      </p:to>
                                    </p:set>
                                    <p:animEffect transition="in" filter="fade">
                                      <p:cBhvr>
                                        <p:cTn id="449" dur="500"/>
                                        <p:tgtEl>
                                          <p:spTgt spid="69">
                                            <p:txEl>
                                              <p:charRg st="1" end="1"/>
                                            </p:txEl>
                                          </p:spTgt>
                                        </p:tgtEl>
                                      </p:cBhvr>
                                    </p:animEffect>
                                  </p:childTnLst>
                                </p:cTn>
                              </p:par>
                            </p:childTnLst>
                          </p:cTn>
                        </p:par>
                        <p:par>
                          <p:cTn id="450" fill="hold">
                            <p:stCondLst>
                              <p:cond delay="53500"/>
                            </p:stCondLst>
                            <p:childTnLst>
                              <p:par>
                                <p:cTn id="451" presetID="10" presetClass="entr" presetSubtype="0" fill="hold" nodeType="afterEffect">
                                  <p:stCondLst>
                                    <p:cond delay="0"/>
                                  </p:stCondLst>
                                  <p:childTnLst>
                                    <p:set>
                                      <p:cBhvr>
                                        <p:cTn id="452" dur="1" fill="hold">
                                          <p:stCondLst>
                                            <p:cond delay="0"/>
                                          </p:stCondLst>
                                        </p:cTn>
                                        <p:tgtEl>
                                          <p:spTgt spid="69">
                                            <p:txEl>
                                              <p:charRg st="1" end="1"/>
                                            </p:txEl>
                                          </p:spTgt>
                                        </p:tgtEl>
                                        <p:attrNameLst>
                                          <p:attrName>style.visibility</p:attrName>
                                        </p:attrNameLst>
                                      </p:cBhvr>
                                      <p:to>
                                        <p:strVal val="visible"/>
                                      </p:to>
                                    </p:set>
                                    <p:animEffect transition="in" filter="fade">
                                      <p:cBhvr>
                                        <p:cTn id="453" dur="500"/>
                                        <p:tgtEl>
                                          <p:spTgt spid="6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tx" preserve="1">
  <p:cSld name="Title and Conten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4" name="Google Shape;74;p11"/>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5" name="Google Shape;75;p11"/>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62548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reserve="1">
  <p:cSld name="Section Header">
    <p:spTree>
      <p:nvGrpSpPr>
        <p:cNvPr id="1" name="Shape 76"/>
        <p:cNvGrpSpPr/>
        <p:nvPr/>
      </p:nvGrpSpPr>
      <p:grpSpPr>
        <a:xfrm>
          <a:off x="0" y="0"/>
          <a:ext cx="0" cy="0"/>
          <a:chOff x="0" y="0"/>
          <a:chExt cx="0" cy="0"/>
        </a:xfrm>
      </p:grpSpPr>
      <p:sp>
        <p:nvSpPr>
          <p:cNvPr id="77" name="Google Shape;77;p13"/>
          <p:cNvSpPr txBox="1">
            <a:spLocks noGrp="1"/>
          </p:cNvSpPr>
          <p:nvPr>
            <p:ph type="title"/>
          </p:nvPr>
        </p:nvSpPr>
        <p:spPr>
          <a:xfrm>
            <a:off x="831850" y="1709738"/>
            <a:ext cx="10515600" cy="28527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8" name="Google Shape;78;p13"/>
          <p:cNvSpPr txBox="1">
            <a:spLocks noGrp="1"/>
          </p:cNvSpPr>
          <p:nvPr>
            <p:ph type="body" idx="1"/>
          </p:nvPr>
        </p:nvSpPr>
        <p:spPr>
          <a:xfrm>
            <a:off x="831850" y="4589462"/>
            <a:ext cx="10515600" cy="15003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Arial"/>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Arial"/>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Arial"/>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Arial"/>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Arial"/>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9" name="Google Shape;79;p13"/>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74022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reserve="1">
  <p:cSld name="Comparison">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839787"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2" name="Google Shape;82;p14"/>
          <p:cNvSpPr txBox="1">
            <a:spLocks noGrp="1"/>
          </p:cNvSpPr>
          <p:nvPr>
            <p:ph type="body" idx="1"/>
          </p:nvPr>
        </p:nvSpPr>
        <p:spPr>
          <a:xfrm>
            <a:off x="839787" y="1681163"/>
            <a:ext cx="5157900" cy="823800"/>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Arial"/>
              <a:buNone/>
              <a:defRPr sz="2400" b="1"/>
            </a:lvl1pPr>
            <a:lvl2pPr marL="914400" lvl="1" indent="-228600" algn="l">
              <a:lnSpc>
                <a:spcPct val="90000"/>
              </a:lnSpc>
              <a:spcBef>
                <a:spcPts val="1000"/>
              </a:spcBef>
              <a:spcAft>
                <a:spcPts val="0"/>
              </a:spcAft>
              <a:buClr>
                <a:srgbClr val="000000"/>
              </a:buClr>
              <a:buSzPts val="2400"/>
              <a:buFont typeface="Arial"/>
              <a:buNone/>
              <a:defRPr sz="2400" b="1"/>
            </a:lvl2pPr>
            <a:lvl3pPr marL="1371600" lvl="2" indent="-228600" algn="l">
              <a:lnSpc>
                <a:spcPct val="90000"/>
              </a:lnSpc>
              <a:spcBef>
                <a:spcPts val="1000"/>
              </a:spcBef>
              <a:spcAft>
                <a:spcPts val="0"/>
              </a:spcAft>
              <a:buClr>
                <a:srgbClr val="000000"/>
              </a:buClr>
              <a:buSzPts val="2400"/>
              <a:buFont typeface="Arial"/>
              <a:buNone/>
              <a:defRPr sz="2400" b="1"/>
            </a:lvl3pPr>
            <a:lvl4pPr marL="1828800" lvl="3" indent="-228600" algn="l">
              <a:lnSpc>
                <a:spcPct val="90000"/>
              </a:lnSpc>
              <a:spcBef>
                <a:spcPts val="1000"/>
              </a:spcBef>
              <a:spcAft>
                <a:spcPts val="0"/>
              </a:spcAft>
              <a:buClr>
                <a:srgbClr val="000000"/>
              </a:buClr>
              <a:buSzPts val="2400"/>
              <a:buFont typeface="Arial"/>
              <a:buNone/>
              <a:defRPr sz="2400" b="1"/>
            </a:lvl4pPr>
            <a:lvl5pPr marL="2286000" lvl="4" indent="-228600" algn="l">
              <a:lnSpc>
                <a:spcPct val="90000"/>
              </a:lnSpc>
              <a:spcBef>
                <a:spcPts val="1000"/>
              </a:spcBef>
              <a:spcAft>
                <a:spcPts val="0"/>
              </a:spcAft>
              <a:buClr>
                <a:srgbClr val="000000"/>
              </a:buClr>
              <a:buSzPts val="2400"/>
              <a:buFont typeface="Arial"/>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3" name="Google Shape;83;p14"/>
          <p:cNvSpPr txBox="1">
            <a:spLocks noGrp="1"/>
          </p:cNvSpPr>
          <p:nvPr>
            <p:ph type="body" idx="2"/>
          </p:nvPr>
        </p:nvSpPr>
        <p:spPr>
          <a:xfrm>
            <a:off x="6172200" y="1681163"/>
            <a:ext cx="5183100" cy="823800"/>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4" name="Google Shape;84;p14"/>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40476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7" name="Google Shape;87;p15"/>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7586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Shape 88"/>
        <p:cNvGrpSpPr/>
        <p:nvPr/>
      </p:nvGrpSpPr>
      <p:grpSpPr>
        <a:xfrm>
          <a:off x="0" y="0"/>
          <a:ext cx="0" cy="0"/>
          <a:chOff x="0" y="0"/>
          <a:chExt cx="0" cy="0"/>
        </a:xfrm>
      </p:grpSpPr>
      <p:sp>
        <p:nvSpPr>
          <p:cNvPr id="89" name="Google Shape;89;p16"/>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865833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reserve="1">
  <p:cSld name="Content with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2" name="Google Shape;92;p17"/>
          <p:cNvSpPr txBox="1">
            <a:spLocks noGrp="1"/>
          </p:cNvSpPr>
          <p:nvPr>
            <p:ph type="body" idx="1"/>
          </p:nvPr>
        </p:nvSpPr>
        <p:spPr>
          <a:xfrm>
            <a:off x="5183187" y="987425"/>
            <a:ext cx="6172200" cy="4873500"/>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3" name="Google Shape;93;p17"/>
          <p:cNvSpPr txBox="1">
            <a:spLocks noGrp="1"/>
          </p:cNvSpPr>
          <p:nvPr>
            <p:ph type="body" idx="2"/>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4" name="Google Shape;94;p17"/>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365745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reserve="1">
  <p:cSld name="Picture with Caption">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7" name="Google Shape;97;p18"/>
          <p:cNvSpPr>
            <a:spLocks noGrp="1"/>
          </p:cNvSpPr>
          <p:nvPr>
            <p:ph type="pic" idx="2"/>
          </p:nvPr>
        </p:nvSpPr>
        <p:spPr>
          <a:xfrm>
            <a:off x="5183187" y="987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R="0" lvl="1"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R="0" lvl="5"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R="0" lvl="6"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R="0" lvl="7"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R="0" lvl="8"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98" name="Google Shape;98;p18"/>
          <p:cNvSpPr txBox="1">
            <a:spLocks noGrp="1"/>
          </p:cNvSpPr>
          <p:nvPr>
            <p:ph type="body" idx="1"/>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Arial"/>
              <a:buNone/>
              <a:defRPr sz="1600"/>
            </a:lvl1pPr>
            <a:lvl2pPr marL="914400" lvl="1" indent="-228600" algn="l">
              <a:lnSpc>
                <a:spcPct val="90000"/>
              </a:lnSpc>
              <a:spcBef>
                <a:spcPts val="1000"/>
              </a:spcBef>
              <a:spcAft>
                <a:spcPts val="0"/>
              </a:spcAft>
              <a:buClr>
                <a:srgbClr val="000000"/>
              </a:buClr>
              <a:buSzPts val="1600"/>
              <a:buFont typeface="Arial"/>
              <a:buNone/>
              <a:defRPr sz="1600"/>
            </a:lvl2pPr>
            <a:lvl3pPr marL="1371600" lvl="2" indent="-228600" algn="l">
              <a:lnSpc>
                <a:spcPct val="90000"/>
              </a:lnSpc>
              <a:spcBef>
                <a:spcPts val="1000"/>
              </a:spcBef>
              <a:spcAft>
                <a:spcPts val="0"/>
              </a:spcAft>
              <a:buClr>
                <a:srgbClr val="000000"/>
              </a:buClr>
              <a:buSzPts val="1600"/>
              <a:buFont typeface="Arial"/>
              <a:buNone/>
              <a:defRPr sz="1600"/>
            </a:lvl3pPr>
            <a:lvl4pPr marL="1828800" lvl="3" indent="-228600" algn="l">
              <a:lnSpc>
                <a:spcPct val="90000"/>
              </a:lnSpc>
              <a:spcBef>
                <a:spcPts val="1000"/>
              </a:spcBef>
              <a:spcAft>
                <a:spcPts val="0"/>
              </a:spcAft>
              <a:buClr>
                <a:srgbClr val="000000"/>
              </a:buClr>
              <a:buSzPts val="1600"/>
              <a:buFont typeface="Arial"/>
              <a:buNone/>
              <a:defRPr sz="1600"/>
            </a:lvl4pPr>
            <a:lvl5pPr marL="2286000" lvl="4" indent="-228600" algn="l">
              <a:lnSpc>
                <a:spcPct val="90000"/>
              </a:lnSpc>
              <a:spcBef>
                <a:spcPts val="1000"/>
              </a:spcBef>
              <a:spcAft>
                <a:spcPts val="0"/>
              </a:spcAft>
              <a:buClr>
                <a:srgbClr val="000000"/>
              </a:buClr>
              <a:buSzPts val="1600"/>
              <a:buFont typeface="Arial"/>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9" name="Google Shape;99;p18"/>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244955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preserve="1">
  <p:cSld name="Title and Vertical Text">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2" name="Google Shape;102;p1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3" name="Google Shape;103;p1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798796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preserve="1">
  <p:cSld name="Vertical Title and Text">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8724900" y="365125"/>
            <a:ext cx="2628900" cy="58119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6" name="Google Shape;106;p20"/>
          <p:cNvSpPr txBox="1">
            <a:spLocks noGrp="1"/>
          </p:cNvSpPr>
          <p:nvPr>
            <p:ph type="body" idx="1"/>
          </p:nvPr>
        </p:nvSpPr>
        <p:spPr>
          <a:xfrm>
            <a:off x="838200" y="365125"/>
            <a:ext cx="7734300" cy="581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7" name="Google Shape;107;p2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3823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preserve="1">
  <p:cSld name="Title 2">
    <p:spTree>
      <p:nvGrpSpPr>
        <p:cNvPr id="1" name="Shape 108"/>
        <p:cNvGrpSpPr/>
        <p:nvPr/>
      </p:nvGrpSpPr>
      <p:grpSpPr>
        <a:xfrm>
          <a:off x="0" y="0"/>
          <a:ext cx="0" cy="0"/>
          <a:chOff x="0" y="0"/>
          <a:chExt cx="0" cy="0"/>
        </a:xfrm>
      </p:grpSpPr>
      <p:sp>
        <p:nvSpPr>
          <p:cNvPr id="109" name="Google Shape;109;ge35c07f9d5_0_198"/>
          <p:cNvSpPr/>
          <p:nvPr/>
        </p:nvSpPr>
        <p:spPr>
          <a:xfrm>
            <a:off x="0" y="2400300"/>
            <a:ext cx="12192000" cy="2057400"/>
          </a:xfrm>
          <a:prstGeom prst="rect">
            <a:avLst/>
          </a:prstGeom>
          <a:gradFill>
            <a:gsLst>
              <a:gs pos="0">
                <a:srgbClr val="FFFFFF">
                  <a:alpha val="89411"/>
                </a:srgbClr>
              </a:gs>
              <a:gs pos="25000">
                <a:srgbClr val="FFFFFF">
                  <a:alpha val="40392"/>
                </a:srgbClr>
              </a:gs>
              <a:gs pos="51000">
                <a:srgbClr val="FFFFFF">
                  <a:alpha val="0"/>
                </a:srgbClr>
              </a:gs>
              <a:gs pos="80000">
                <a:srgbClr val="FFFFFF">
                  <a:alpha val="392"/>
                </a:srgbClr>
              </a:gs>
              <a:gs pos="100000">
                <a:srgbClr val="FFFFFF">
                  <a:alpha val="49411"/>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0" name="Google Shape;110;ge35c07f9d5_0_198"/>
          <p:cNvSpPr txBox="1">
            <a:spLocks noGrp="1"/>
          </p:cNvSpPr>
          <p:nvPr>
            <p:ph type="title"/>
          </p:nvPr>
        </p:nvSpPr>
        <p:spPr>
          <a:xfrm>
            <a:off x="609600" y="2648638"/>
            <a:ext cx="109728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64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1" name="Google Shape;111;ge35c07f9d5_0_198"/>
          <p:cNvSpPr txBox="1">
            <a:spLocks noGrp="1"/>
          </p:cNvSpPr>
          <p:nvPr>
            <p:ph type="body" idx="1"/>
          </p:nvPr>
        </p:nvSpPr>
        <p:spPr>
          <a:xfrm>
            <a:off x="605780" y="3639702"/>
            <a:ext cx="109803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4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2" name="Google Shape;112;ge35c07f9d5_0_198"/>
          <p:cNvSpPr txBox="1">
            <a:spLocks noGrp="1"/>
          </p:cNvSpPr>
          <p:nvPr>
            <p:ph type="body" idx="2"/>
          </p:nvPr>
        </p:nvSpPr>
        <p:spPr>
          <a:xfrm>
            <a:off x="605780" y="4526407"/>
            <a:ext cx="10980300" cy="432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accent2"/>
              </a:buClr>
              <a:buSzPts val="2800"/>
              <a:buFont typeface="Arial"/>
              <a:buNone/>
              <a:defRPr sz="1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8114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xEl>
                                              <p:pRg st="0" end="0"/>
                                            </p:txEl>
                                          </p:spTgt>
                                        </p:tgtEl>
                                        <p:attrNameLst>
                                          <p:attrName>style.visibility</p:attrName>
                                        </p:attrNameLst>
                                      </p:cBhvr>
                                      <p:to>
                                        <p:strVal val="visible"/>
                                      </p:to>
                                    </p:set>
                                    <p:animEffect transition="in" filter="fade">
                                      <p:cBhvr>
                                        <p:cTn id="10" dur="1000"/>
                                        <p:tgtEl>
                                          <p:spTgt spid="11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xEl>
                                              <p:charRg st="1" end="1"/>
                                            </p:txEl>
                                          </p:spTgt>
                                        </p:tgtEl>
                                        <p:attrNameLst>
                                          <p:attrName>style.visibility</p:attrName>
                                        </p:attrNameLst>
                                      </p:cBhvr>
                                      <p:to>
                                        <p:strVal val="visible"/>
                                      </p:to>
                                    </p:set>
                                    <p:animEffect transition="in" filter="fade">
                                      <p:cBhvr>
                                        <p:cTn id="13" dur="1000"/>
                                        <p:tgtEl>
                                          <p:spTgt spid="111">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1">
                                            <p:txEl>
                                              <p:charRg st="1" end="1"/>
                                            </p:txEl>
                                          </p:spTgt>
                                        </p:tgtEl>
                                        <p:attrNameLst>
                                          <p:attrName>style.visibility</p:attrName>
                                        </p:attrNameLst>
                                      </p:cBhvr>
                                      <p:to>
                                        <p:strVal val="visible"/>
                                      </p:to>
                                    </p:set>
                                    <p:animEffect transition="in" filter="fade">
                                      <p:cBhvr>
                                        <p:cTn id="16" dur="1000"/>
                                        <p:tgtEl>
                                          <p:spTgt spid="111">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1">
                                            <p:txEl>
                                              <p:charRg st="1" end="1"/>
                                            </p:txEl>
                                          </p:spTgt>
                                        </p:tgtEl>
                                        <p:attrNameLst>
                                          <p:attrName>style.visibility</p:attrName>
                                        </p:attrNameLst>
                                      </p:cBhvr>
                                      <p:to>
                                        <p:strVal val="visible"/>
                                      </p:to>
                                    </p:set>
                                    <p:animEffect transition="in" filter="fade">
                                      <p:cBhvr>
                                        <p:cTn id="19" dur="1000"/>
                                        <p:tgtEl>
                                          <p:spTgt spid="111">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1">
                                            <p:txEl>
                                              <p:charRg st="1" end="1"/>
                                            </p:txEl>
                                          </p:spTgt>
                                        </p:tgtEl>
                                        <p:attrNameLst>
                                          <p:attrName>style.visibility</p:attrName>
                                        </p:attrNameLst>
                                      </p:cBhvr>
                                      <p:to>
                                        <p:strVal val="visible"/>
                                      </p:to>
                                    </p:set>
                                    <p:animEffect transition="in" filter="fade">
                                      <p:cBhvr>
                                        <p:cTn id="22" dur="1000"/>
                                        <p:tgtEl>
                                          <p:spTgt spid="111">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1">
                                            <p:txEl>
                                              <p:charRg st="1" end="1"/>
                                            </p:txEl>
                                          </p:spTgt>
                                        </p:tgtEl>
                                        <p:attrNameLst>
                                          <p:attrName>style.visibility</p:attrName>
                                        </p:attrNameLst>
                                      </p:cBhvr>
                                      <p:to>
                                        <p:strVal val="visible"/>
                                      </p:to>
                                    </p:set>
                                    <p:animEffect transition="in" filter="fade">
                                      <p:cBhvr>
                                        <p:cTn id="25" dur="1000"/>
                                        <p:tgtEl>
                                          <p:spTgt spid="111">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1">
                                            <p:txEl>
                                              <p:charRg st="1" end="1"/>
                                            </p:txEl>
                                          </p:spTgt>
                                        </p:tgtEl>
                                        <p:attrNameLst>
                                          <p:attrName>style.visibility</p:attrName>
                                        </p:attrNameLst>
                                      </p:cBhvr>
                                      <p:to>
                                        <p:strVal val="visible"/>
                                      </p:to>
                                    </p:set>
                                    <p:animEffect transition="in" filter="fade">
                                      <p:cBhvr>
                                        <p:cTn id="28" dur="1000"/>
                                        <p:tgtEl>
                                          <p:spTgt spid="111">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1">
                                            <p:txEl>
                                              <p:charRg st="1" end="1"/>
                                            </p:txEl>
                                          </p:spTgt>
                                        </p:tgtEl>
                                        <p:attrNameLst>
                                          <p:attrName>style.visibility</p:attrName>
                                        </p:attrNameLst>
                                      </p:cBhvr>
                                      <p:to>
                                        <p:strVal val="visible"/>
                                      </p:to>
                                    </p:set>
                                    <p:animEffect transition="in" filter="fade">
                                      <p:cBhvr>
                                        <p:cTn id="31" dur="1000"/>
                                        <p:tgtEl>
                                          <p:spTgt spid="111">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xEl>
                                              <p:charRg st="1" end="1"/>
                                            </p:txEl>
                                          </p:spTgt>
                                        </p:tgtEl>
                                        <p:attrNameLst>
                                          <p:attrName>style.visibility</p:attrName>
                                        </p:attrNameLst>
                                      </p:cBhvr>
                                      <p:to>
                                        <p:strVal val="visible"/>
                                      </p:to>
                                    </p:set>
                                    <p:animEffect transition="in" filter="fade">
                                      <p:cBhvr>
                                        <p:cTn id="34" dur="1000"/>
                                        <p:tgtEl>
                                          <p:spTgt spid="111">
                                            <p:txEl>
                                              <p:char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1000"/>
                                        <p:tgtEl>
                                          <p:spTgt spid="109"/>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fade">
                                      <p:cBhvr>
                                        <p:cTn id="4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Keywords" preserve="1">
  <p:cSld name="Keywords">
    <p:spTree>
      <p:nvGrpSpPr>
        <p:cNvPr id="1" name="Shape 113"/>
        <p:cNvGrpSpPr/>
        <p:nvPr/>
      </p:nvGrpSpPr>
      <p:grpSpPr>
        <a:xfrm>
          <a:off x="0" y="0"/>
          <a:ext cx="0" cy="0"/>
          <a:chOff x="0" y="0"/>
          <a:chExt cx="0" cy="0"/>
        </a:xfrm>
      </p:grpSpPr>
      <p:sp>
        <p:nvSpPr>
          <p:cNvPr id="114" name="Google Shape;114;ge35c07f9d5_0_942"/>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5" name="Google Shape;115;ge35c07f9d5_0_94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116" name="Google Shape;116;ge35c07f9d5_0_94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117" name="Google Shape;117;ge35c07f9d5_0_942"/>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8" name="Google Shape;118;ge35c07f9d5_0_942"/>
          <p:cNvSpPr/>
          <p:nvPr/>
        </p:nvSpPr>
        <p:spPr>
          <a:xfrm>
            <a:off x="0" y="2526979"/>
            <a:ext cx="12192000" cy="1298700"/>
          </a:xfrm>
          <a:prstGeom prst="rect">
            <a:avLst/>
          </a:prstGeom>
          <a:gradFill>
            <a:gsLst>
              <a:gs pos="0">
                <a:srgbClr val="FFFFFF">
                  <a:alpha val="83137"/>
                </a:srgbClr>
              </a:gs>
              <a:gs pos="24000">
                <a:srgbClr val="FFFFFF">
                  <a:alpha val="30196"/>
                </a:srgbClr>
              </a:gs>
              <a:gs pos="67000">
                <a:srgbClr val="FFFFFF">
                  <a:alpha val="4313"/>
                </a:srgbClr>
              </a:gs>
              <a:gs pos="100000">
                <a:srgbClr val="FFFFFF">
                  <a:alpha val="64313"/>
                </a:srgbClr>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9" name="Google Shape;119;ge35c07f9d5_0_942"/>
          <p:cNvSpPr/>
          <p:nvPr/>
        </p:nvSpPr>
        <p:spPr>
          <a:xfrm rot="-2699792">
            <a:off x="2373610" y="2786242"/>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0" name="Google Shape;120;ge35c07f9d5_0_942"/>
          <p:cNvSpPr/>
          <p:nvPr/>
        </p:nvSpPr>
        <p:spPr>
          <a:xfrm>
            <a:off x="5324189" y="221559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1" name="Google Shape;121;ge35c07f9d5_0_942"/>
          <p:cNvSpPr/>
          <p:nvPr/>
        </p:nvSpPr>
        <p:spPr>
          <a:xfrm rot="10800000">
            <a:off x="2287646" y="3825555"/>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2" name="Google Shape;122;ge35c07f9d5_0_942"/>
          <p:cNvSpPr/>
          <p:nvPr/>
        </p:nvSpPr>
        <p:spPr>
          <a:xfrm rot="-2699792">
            <a:off x="4247049" y="2785931"/>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3" name="Google Shape;123;ge35c07f9d5_0_942"/>
          <p:cNvSpPr/>
          <p:nvPr/>
        </p:nvSpPr>
        <p:spPr>
          <a:xfrm>
            <a:off x="7197627" y="221528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4" name="Google Shape;124;ge35c07f9d5_0_942"/>
          <p:cNvSpPr/>
          <p:nvPr/>
        </p:nvSpPr>
        <p:spPr>
          <a:xfrm rot="10800000">
            <a:off x="4161086" y="3825244"/>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5" name="Google Shape;125;ge35c07f9d5_0_942"/>
          <p:cNvSpPr/>
          <p:nvPr/>
        </p:nvSpPr>
        <p:spPr>
          <a:xfrm rot="-2699792">
            <a:off x="6120487" y="2799769"/>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6" name="Google Shape;126;ge35c07f9d5_0_942"/>
          <p:cNvSpPr/>
          <p:nvPr/>
        </p:nvSpPr>
        <p:spPr>
          <a:xfrm>
            <a:off x="9071064" y="2229125"/>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7" name="Google Shape;127;ge35c07f9d5_0_942"/>
          <p:cNvSpPr/>
          <p:nvPr/>
        </p:nvSpPr>
        <p:spPr>
          <a:xfrm rot="10800000">
            <a:off x="6034524"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8" name="Google Shape;128;ge35c07f9d5_0_942"/>
          <p:cNvSpPr/>
          <p:nvPr/>
        </p:nvSpPr>
        <p:spPr>
          <a:xfrm rot="-2699792">
            <a:off x="7993927" y="279977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9" name="Google Shape;129;ge35c07f9d5_0_942"/>
          <p:cNvSpPr/>
          <p:nvPr/>
        </p:nvSpPr>
        <p:spPr>
          <a:xfrm>
            <a:off x="10944504" y="222912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0" name="Google Shape;130;ge35c07f9d5_0_942"/>
          <p:cNvSpPr/>
          <p:nvPr/>
        </p:nvSpPr>
        <p:spPr>
          <a:xfrm rot="10800000">
            <a:off x="7907962"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1" name="Google Shape;131;ge35c07f9d5_0_942"/>
          <p:cNvSpPr/>
          <p:nvPr/>
        </p:nvSpPr>
        <p:spPr>
          <a:xfrm rot="-2699792">
            <a:off x="500172" y="278562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2" name="Google Shape;132;ge35c07f9d5_0_942"/>
          <p:cNvSpPr/>
          <p:nvPr/>
        </p:nvSpPr>
        <p:spPr>
          <a:xfrm>
            <a:off x="3450749" y="221497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3" name="Google Shape;133;ge35c07f9d5_0_942"/>
          <p:cNvSpPr/>
          <p:nvPr/>
        </p:nvSpPr>
        <p:spPr>
          <a:xfrm rot="10800000">
            <a:off x="414208" y="382493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4" name="Google Shape;134;ge35c07f9d5_0_942"/>
          <p:cNvSpPr txBox="1">
            <a:spLocks noGrp="1"/>
          </p:cNvSpPr>
          <p:nvPr>
            <p:ph type="body" idx="2"/>
          </p:nvPr>
        </p:nvSpPr>
        <p:spPr>
          <a:xfrm rot="-2700000">
            <a:off x="1077631"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5" name="Google Shape;135;ge35c07f9d5_0_942"/>
          <p:cNvSpPr txBox="1">
            <a:spLocks noGrp="1"/>
          </p:cNvSpPr>
          <p:nvPr>
            <p:ph type="body" idx="3"/>
          </p:nvPr>
        </p:nvSpPr>
        <p:spPr>
          <a:xfrm rot="-2700000">
            <a:off x="2954977"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6" name="Google Shape;136;ge35c07f9d5_0_942"/>
          <p:cNvSpPr txBox="1">
            <a:spLocks noGrp="1"/>
          </p:cNvSpPr>
          <p:nvPr>
            <p:ph type="body" idx="4"/>
          </p:nvPr>
        </p:nvSpPr>
        <p:spPr>
          <a:xfrm rot="-2700000">
            <a:off x="483232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7" name="Google Shape;137;ge35c07f9d5_0_942"/>
          <p:cNvSpPr txBox="1">
            <a:spLocks noGrp="1"/>
          </p:cNvSpPr>
          <p:nvPr>
            <p:ph type="body" idx="5"/>
          </p:nvPr>
        </p:nvSpPr>
        <p:spPr>
          <a:xfrm rot="-2700000">
            <a:off x="6709670"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8" name="Google Shape;138;ge35c07f9d5_0_942"/>
          <p:cNvSpPr txBox="1">
            <a:spLocks noGrp="1"/>
          </p:cNvSpPr>
          <p:nvPr>
            <p:ph type="body" idx="6"/>
          </p:nvPr>
        </p:nvSpPr>
        <p:spPr>
          <a:xfrm rot="-2700000">
            <a:off x="858701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9" name="Google Shape;139;ge35c07f9d5_0_942"/>
          <p:cNvSpPr txBox="1">
            <a:spLocks noGrp="1"/>
          </p:cNvSpPr>
          <p:nvPr>
            <p:ph type="body" idx="7"/>
          </p:nvPr>
        </p:nvSpPr>
        <p:spPr>
          <a:xfrm>
            <a:off x="795544"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0" name="Google Shape;140;ge35c07f9d5_0_942"/>
          <p:cNvSpPr txBox="1">
            <a:spLocks noGrp="1"/>
          </p:cNvSpPr>
          <p:nvPr>
            <p:ph type="body" idx="8"/>
          </p:nvPr>
        </p:nvSpPr>
        <p:spPr>
          <a:xfrm>
            <a:off x="791839"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141" name="Google Shape;141;ge35c07f9d5_0_942"/>
          <p:cNvPicPr preferRelativeResize="0"/>
          <p:nvPr/>
        </p:nvPicPr>
        <p:blipFill rotWithShape="1">
          <a:blip r:embed="rId2" cstate="print">
            <a:alphaModFix/>
          </a:blip>
          <a:srcRect/>
          <a:stretch/>
        </p:blipFill>
        <p:spPr>
          <a:xfrm>
            <a:off x="1907626" y="4940635"/>
            <a:ext cx="5417400" cy="396000"/>
          </a:xfrm>
          <a:prstGeom prst="rect">
            <a:avLst/>
          </a:prstGeom>
          <a:noFill/>
          <a:ln>
            <a:noFill/>
          </a:ln>
        </p:spPr>
      </p:pic>
      <p:sp>
        <p:nvSpPr>
          <p:cNvPr id="142" name="Google Shape;142;ge35c07f9d5_0_942"/>
          <p:cNvSpPr txBox="1">
            <a:spLocks noGrp="1"/>
          </p:cNvSpPr>
          <p:nvPr>
            <p:ph type="body" idx="9"/>
          </p:nvPr>
        </p:nvSpPr>
        <p:spPr>
          <a:xfrm>
            <a:off x="6293565"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3" name="Google Shape;143;ge35c07f9d5_0_942"/>
          <p:cNvSpPr txBox="1">
            <a:spLocks noGrp="1"/>
          </p:cNvSpPr>
          <p:nvPr>
            <p:ph type="body" idx="13"/>
          </p:nvPr>
        </p:nvSpPr>
        <p:spPr>
          <a:xfrm>
            <a:off x="6289860"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5371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500"/>
                                        <p:tgtEl>
                                          <p:spTgt spid="1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7">
                                            <p:txEl>
                                              <p:charRg st="1" end="1"/>
                                            </p:txEl>
                                          </p:spTgt>
                                        </p:tgtEl>
                                        <p:attrNameLst>
                                          <p:attrName>style.visibility</p:attrName>
                                        </p:attrNameLst>
                                      </p:cBhvr>
                                      <p:to>
                                        <p:strVal val="visible"/>
                                      </p:to>
                                    </p:set>
                                    <p:animEffect transition="in" filter="fade">
                                      <p:cBhvr>
                                        <p:cTn id="10" dur="500"/>
                                        <p:tgtEl>
                                          <p:spTgt spid="1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7">
                                            <p:txEl>
                                              <p:charRg st="1" end="1"/>
                                            </p:txEl>
                                          </p:spTgt>
                                        </p:tgtEl>
                                        <p:attrNameLst>
                                          <p:attrName>style.visibility</p:attrName>
                                        </p:attrNameLst>
                                      </p:cBhvr>
                                      <p:to>
                                        <p:strVal val="visible"/>
                                      </p:to>
                                    </p:set>
                                    <p:animEffect transition="in" filter="fade">
                                      <p:cBhvr>
                                        <p:cTn id="13" dur="500"/>
                                        <p:tgtEl>
                                          <p:spTgt spid="1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7">
                                            <p:txEl>
                                              <p:charRg st="1" end="1"/>
                                            </p:txEl>
                                          </p:spTgt>
                                        </p:tgtEl>
                                        <p:attrNameLst>
                                          <p:attrName>style.visibility</p:attrName>
                                        </p:attrNameLst>
                                      </p:cBhvr>
                                      <p:to>
                                        <p:strVal val="visible"/>
                                      </p:to>
                                    </p:set>
                                    <p:animEffect transition="in" filter="fade">
                                      <p:cBhvr>
                                        <p:cTn id="16" dur="500"/>
                                        <p:tgtEl>
                                          <p:spTgt spid="1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xEl>
                                              <p:charRg st="1" end="1"/>
                                            </p:txEl>
                                          </p:spTgt>
                                        </p:tgtEl>
                                        <p:attrNameLst>
                                          <p:attrName>style.visibility</p:attrName>
                                        </p:attrNameLst>
                                      </p:cBhvr>
                                      <p:to>
                                        <p:strVal val="visible"/>
                                      </p:to>
                                    </p:set>
                                    <p:animEffect transition="in" filter="fade">
                                      <p:cBhvr>
                                        <p:cTn id="19" dur="500"/>
                                        <p:tgtEl>
                                          <p:spTgt spid="1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7">
                                            <p:txEl>
                                              <p:charRg st="1" end="1"/>
                                            </p:txEl>
                                          </p:spTgt>
                                        </p:tgtEl>
                                        <p:attrNameLst>
                                          <p:attrName>style.visibility</p:attrName>
                                        </p:attrNameLst>
                                      </p:cBhvr>
                                      <p:to>
                                        <p:strVal val="visible"/>
                                      </p:to>
                                    </p:set>
                                    <p:animEffect transition="in" filter="fade">
                                      <p:cBhvr>
                                        <p:cTn id="22" dur="500"/>
                                        <p:tgtEl>
                                          <p:spTgt spid="1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7">
                                            <p:txEl>
                                              <p:charRg st="1" end="1"/>
                                            </p:txEl>
                                          </p:spTgt>
                                        </p:tgtEl>
                                        <p:attrNameLst>
                                          <p:attrName>style.visibility</p:attrName>
                                        </p:attrNameLst>
                                      </p:cBhvr>
                                      <p:to>
                                        <p:strVal val="visible"/>
                                      </p:to>
                                    </p:set>
                                    <p:animEffect transition="in" filter="fade">
                                      <p:cBhvr>
                                        <p:cTn id="25" dur="500"/>
                                        <p:tgtEl>
                                          <p:spTgt spid="1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7">
                                            <p:txEl>
                                              <p:charRg st="1" end="1"/>
                                            </p:txEl>
                                          </p:spTgt>
                                        </p:tgtEl>
                                        <p:attrNameLst>
                                          <p:attrName>style.visibility</p:attrName>
                                        </p:attrNameLst>
                                      </p:cBhvr>
                                      <p:to>
                                        <p:strVal val="visible"/>
                                      </p:to>
                                    </p:set>
                                    <p:animEffect transition="in" filter="fade">
                                      <p:cBhvr>
                                        <p:cTn id="28" dur="500"/>
                                        <p:tgtEl>
                                          <p:spTgt spid="1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7">
                                            <p:txEl>
                                              <p:charRg st="1" end="1"/>
                                            </p:txEl>
                                          </p:spTgt>
                                        </p:tgtEl>
                                        <p:attrNameLst>
                                          <p:attrName>style.visibility</p:attrName>
                                        </p:attrNameLst>
                                      </p:cBhvr>
                                      <p:to>
                                        <p:strVal val="visible"/>
                                      </p:to>
                                    </p:set>
                                    <p:animEffect transition="in" filter="fade">
                                      <p:cBhvr>
                                        <p:cTn id="31" dur="500"/>
                                        <p:tgtEl>
                                          <p:spTgt spid="117">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fade">
                                      <p:cBhvr>
                                        <p:cTn id="35" dur="500"/>
                                        <p:tgtEl>
                                          <p:spTgt spid="118"/>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fade">
                                      <p:cBhvr>
                                        <p:cTn id="39" dur="250"/>
                                        <p:tgtEl>
                                          <p:spTgt spid="133"/>
                                        </p:tgtEl>
                                      </p:cBhvr>
                                    </p:animEffect>
                                  </p:childTnLst>
                                </p:cTn>
                              </p:par>
                            </p:childTnLst>
                          </p:cTn>
                        </p:par>
                        <p:par>
                          <p:cTn id="40" fill="hold">
                            <p:stCondLst>
                              <p:cond delay="1250"/>
                            </p:stCondLst>
                            <p:childTnLst>
                              <p:par>
                                <p:cTn id="41" presetID="10" presetClass="entr" presetSubtype="0" fill="hold" nodeType="after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nodeType="withEffect">
                                  <p:stCondLst>
                                    <p:cond delay="0"/>
                                  </p:stCondLst>
                                  <p:childTnLst>
                                    <p:set>
                                      <p:cBhvr>
                                        <p:cTn id="45" dur="1" fill="hold">
                                          <p:stCondLst>
                                            <p:cond delay="0"/>
                                          </p:stCondLst>
                                        </p:cTn>
                                        <p:tgtEl>
                                          <p:spTgt spid="134">
                                            <p:txEl>
                                              <p:pRg st="0" end="0"/>
                                            </p:txEl>
                                          </p:spTgt>
                                        </p:tgtEl>
                                        <p:attrNameLst>
                                          <p:attrName>style.visibility</p:attrName>
                                        </p:attrNameLst>
                                      </p:cBhvr>
                                      <p:to>
                                        <p:strVal val="visible"/>
                                      </p:to>
                                    </p:set>
                                    <p:animEffect transition="in" filter="fade">
                                      <p:cBhvr>
                                        <p:cTn id="46" dur="500"/>
                                        <p:tgtEl>
                                          <p:spTgt spid="134">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34">
                                            <p:txEl>
                                              <p:charRg st="1" end="1"/>
                                            </p:txEl>
                                          </p:spTgt>
                                        </p:tgtEl>
                                        <p:attrNameLst>
                                          <p:attrName>style.visibility</p:attrName>
                                        </p:attrNameLst>
                                      </p:cBhvr>
                                      <p:to>
                                        <p:strVal val="visible"/>
                                      </p:to>
                                    </p:set>
                                    <p:animEffect transition="in" filter="fade">
                                      <p:cBhvr>
                                        <p:cTn id="49" dur="500"/>
                                        <p:tgtEl>
                                          <p:spTgt spid="134">
                                            <p:txEl>
                                              <p:char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34">
                                            <p:txEl>
                                              <p:charRg st="1" end="1"/>
                                            </p:txEl>
                                          </p:spTgt>
                                        </p:tgtEl>
                                        <p:attrNameLst>
                                          <p:attrName>style.visibility</p:attrName>
                                        </p:attrNameLst>
                                      </p:cBhvr>
                                      <p:to>
                                        <p:strVal val="visible"/>
                                      </p:to>
                                    </p:set>
                                    <p:animEffect transition="in" filter="fade">
                                      <p:cBhvr>
                                        <p:cTn id="52" dur="500"/>
                                        <p:tgtEl>
                                          <p:spTgt spid="134">
                                            <p:txEl>
                                              <p:charRg st="1" end="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34">
                                            <p:txEl>
                                              <p:charRg st="1" end="1"/>
                                            </p:txEl>
                                          </p:spTgt>
                                        </p:tgtEl>
                                        <p:attrNameLst>
                                          <p:attrName>style.visibility</p:attrName>
                                        </p:attrNameLst>
                                      </p:cBhvr>
                                      <p:to>
                                        <p:strVal val="visible"/>
                                      </p:to>
                                    </p:set>
                                    <p:animEffect transition="in" filter="fade">
                                      <p:cBhvr>
                                        <p:cTn id="55" dur="500"/>
                                        <p:tgtEl>
                                          <p:spTgt spid="134">
                                            <p:txEl>
                                              <p:charRg st="1" end="1"/>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34">
                                            <p:txEl>
                                              <p:charRg st="1" end="1"/>
                                            </p:txEl>
                                          </p:spTgt>
                                        </p:tgtEl>
                                        <p:attrNameLst>
                                          <p:attrName>style.visibility</p:attrName>
                                        </p:attrNameLst>
                                      </p:cBhvr>
                                      <p:to>
                                        <p:strVal val="visible"/>
                                      </p:to>
                                    </p:set>
                                    <p:animEffect transition="in" filter="fade">
                                      <p:cBhvr>
                                        <p:cTn id="58" dur="500"/>
                                        <p:tgtEl>
                                          <p:spTgt spid="134">
                                            <p:txEl>
                                              <p:char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134">
                                            <p:txEl>
                                              <p:charRg st="1" end="1"/>
                                            </p:txEl>
                                          </p:spTgt>
                                        </p:tgtEl>
                                        <p:attrNameLst>
                                          <p:attrName>style.visibility</p:attrName>
                                        </p:attrNameLst>
                                      </p:cBhvr>
                                      <p:to>
                                        <p:strVal val="visible"/>
                                      </p:to>
                                    </p:set>
                                    <p:animEffect transition="in" filter="fade">
                                      <p:cBhvr>
                                        <p:cTn id="61" dur="500"/>
                                        <p:tgtEl>
                                          <p:spTgt spid="134">
                                            <p:txEl>
                                              <p:charRg st="1" end="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134">
                                            <p:txEl>
                                              <p:charRg st="1" end="1"/>
                                            </p:txEl>
                                          </p:spTgt>
                                        </p:tgtEl>
                                        <p:attrNameLst>
                                          <p:attrName>style.visibility</p:attrName>
                                        </p:attrNameLst>
                                      </p:cBhvr>
                                      <p:to>
                                        <p:strVal val="visible"/>
                                      </p:to>
                                    </p:set>
                                    <p:animEffect transition="in" filter="fade">
                                      <p:cBhvr>
                                        <p:cTn id="64" dur="500"/>
                                        <p:tgtEl>
                                          <p:spTgt spid="134">
                                            <p:txEl>
                                              <p:charRg st="1" end="1"/>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134">
                                            <p:txEl>
                                              <p:charRg st="1" end="1"/>
                                            </p:txEl>
                                          </p:spTgt>
                                        </p:tgtEl>
                                        <p:attrNameLst>
                                          <p:attrName>style.visibility</p:attrName>
                                        </p:attrNameLst>
                                      </p:cBhvr>
                                      <p:to>
                                        <p:strVal val="visible"/>
                                      </p:to>
                                    </p:set>
                                    <p:animEffect transition="in" filter="fade">
                                      <p:cBhvr>
                                        <p:cTn id="67" dur="500"/>
                                        <p:tgtEl>
                                          <p:spTgt spid="134">
                                            <p:txEl>
                                              <p:char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134">
                                            <p:txEl>
                                              <p:charRg st="1" end="1"/>
                                            </p:txEl>
                                          </p:spTgt>
                                        </p:tgtEl>
                                        <p:attrNameLst>
                                          <p:attrName>style.visibility</p:attrName>
                                        </p:attrNameLst>
                                      </p:cBhvr>
                                      <p:to>
                                        <p:strVal val="visible"/>
                                      </p:to>
                                    </p:set>
                                    <p:animEffect transition="in" filter="fade">
                                      <p:cBhvr>
                                        <p:cTn id="70" dur="500"/>
                                        <p:tgtEl>
                                          <p:spTgt spid="134">
                                            <p:txEl>
                                              <p:charRg st="1" end="1"/>
                                            </p:txEl>
                                          </p:spTgt>
                                        </p:tgtEl>
                                      </p:cBhvr>
                                    </p:animEffect>
                                  </p:childTnLst>
                                </p:cTn>
                              </p:par>
                            </p:childTnLst>
                          </p:cTn>
                        </p:par>
                        <p:par>
                          <p:cTn id="71" fill="hold">
                            <p:stCondLst>
                              <p:cond delay="1750"/>
                            </p:stCondLst>
                            <p:childTnLst>
                              <p:par>
                                <p:cTn id="72" presetID="10" presetClass="entr" presetSubtype="0" fill="hold" nodeType="afterEffect">
                                  <p:stCondLst>
                                    <p:cond delay="0"/>
                                  </p:stCondLst>
                                  <p:childTnLst>
                                    <p:set>
                                      <p:cBhvr>
                                        <p:cTn id="73" dur="1" fill="hold">
                                          <p:stCondLst>
                                            <p:cond delay="0"/>
                                          </p:stCondLst>
                                        </p:cTn>
                                        <p:tgtEl>
                                          <p:spTgt spid="132"/>
                                        </p:tgtEl>
                                        <p:attrNameLst>
                                          <p:attrName>style.visibility</p:attrName>
                                        </p:attrNameLst>
                                      </p:cBhvr>
                                      <p:to>
                                        <p:strVal val="visible"/>
                                      </p:to>
                                    </p:set>
                                    <p:animEffect transition="in" filter="fade">
                                      <p:cBhvr>
                                        <p:cTn id="74" dur="250"/>
                                        <p:tgtEl>
                                          <p:spTgt spid="132"/>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24"/>
                                        </p:tgtEl>
                                        <p:attrNameLst>
                                          <p:attrName>style.visibility</p:attrName>
                                        </p:attrNameLst>
                                      </p:cBhvr>
                                      <p:to>
                                        <p:strVal val="visible"/>
                                      </p:to>
                                    </p:set>
                                    <p:animEffect transition="in" filter="fade">
                                      <p:cBhvr>
                                        <p:cTn id="78" dur="250"/>
                                        <p:tgtEl>
                                          <p:spTgt spid="124"/>
                                        </p:tgtEl>
                                      </p:cBhvr>
                                    </p:animEffect>
                                  </p:childTnLst>
                                </p:cTn>
                              </p:par>
                            </p:childTnLst>
                          </p:cTn>
                        </p:par>
                        <p:par>
                          <p:cTn id="79" fill="hold">
                            <p:stCondLst>
                              <p:cond delay="2250"/>
                            </p:stCondLst>
                            <p:childTnLst>
                              <p:par>
                                <p:cTn id="80" presetID="10" presetClass="entr" presetSubtype="0" fill="hold" nodeType="afterEffect">
                                  <p:stCondLst>
                                    <p:cond delay="0"/>
                                  </p:stCondLst>
                                  <p:childTnLst>
                                    <p:set>
                                      <p:cBhvr>
                                        <p:cTn id="81" dur="1" fill="hold">
                                          <p:stCondLst>
                                            <p:cond delay="0"/>
                                          </p:stCondLst>
                                        </p:cTn>
                                        <p:tgtEl>
                                          <p:spTgt spid="122"/>
                                        </p:tgtEl>
                                        <p:attrNameLst>
                                          <p:attrName>style.visibility</p:attrName>
                                        </p:attrNameLst>
                                      </p:cBhvr>
                                      <p:to>
                                        <p:strVal val="visible"/>
                                      </p:to>
                                    </p:set>
                                    <p:animEffect transition="in" filter="fade">
                                      <p:cBhvr>
                                        <p:cTn id="82" dur="500"/>
                                        <p:tgtEl>
                                          <p:spTgt spid="122"/>
                                        </p:tgtEl>
                                      </p:cBhvr>
                                    </p:animEffect>
                                  </p:childTnLst>
                                </p:cTn>
                              </p:par>
                              <p:par>
                                <p:cTn id="83" presetID="10" presetClass="entr" presetSubtype="0" fill="hold" nodeType="withEffect">
                                  <p:stCondLst>
                                    <p:cond delay="0"/>
                                  </p:stCondLst>
                                  <p:childTnLst>
                                    <p:set>
                                      <p:cBhvr>
                                        <p:cTn id="84" dur="1" fill="hold">
                                          <p:stCondLst>
                                            <p:cond delay="0"/>
                                          </p:stCondLst>
                                        </p:cTn>
                                        <p:tgtEl>
                                          <p:spTgt spid="136">
                                            <p:txEl>
                                              <p:pRg st="0" end="0"/>
                                            </p:txEl>
                                          </p:spTgt>
                                        </p:tgtEl>
                                        <p:attrNameLst>
                                          <p:attrName>style.visibility</p:attrName>
                                        </p:attrNameLst>
                                      </p:cBhvr>
                                      <p:to>
                                        <p:strVal val="visible"/>
                                      </p:to>
                                    </p:set>
                                    <p:animEffect transition="in" filter="fade">
                                      <p:cBhvr>
                                        <p:cTn id="85" dur="500"/>
                                        <p:tgtEl>
                                          <p:spTgt spid="136">
                                            <p:txEl>
                                              <p:pRg st="0" end="0"/>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136">
                                            <p:txEl>
                                              <p:charRg st="1" end="1"/>
                                            </p:txEl>
                                          </p:spTgt>
                                        </p:tgtEl>
                                        <p:attrNameLst>
                                          <p:attrName>style.visibility</p:attrName>
                                        </p:attrNameLst>
                                      </p:cBhvr>
                                      <p:to>
                                        <p:strVal val="visible"/>
                                      </p:to>
                                    </p:set>
                                    <p:animEffect transition="in" filter="fade">
                                      <p:cBhvr>
                                        <p:cTn id="88" dur="500"/>
                                        <p:tgtEl>
                                          <p:spTgt spid="136">
                                            <p:txEl>
                                              <p:charRg st="1" end="1"/>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136">
                                            <p:txEl>
                                              <p:charRg st="1" end="1"/>
                                            </p:txEl>
                                          </p:spTgt>
                                        </p:tgtEl>
                                        <p:attrNameLst>
                                          <p:attrName>style.visibility</p:attrName>
                                        </p:attrNameLst>
                                      </p:cBhvr>
                                      <p:to>
                                        <p:strVal val="visible"/>
                                      </p:to>
                                    </p:set>
                                    <p:animEffect transition="in" filter="fade">
                                      <p:cBhvr>
                                        <p:cTn id="91" dur="500"/>
                                        <p:tgtEl>
                                          <p:spTgt spid="136">
                                            <p:txEl>
                                              <p:charRg st="1" end="1"/>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136">
                                            <p:txEl>
                                              <p:charRg st="1" end="1"/>
                                            </p:txEl>
                                          </p:spTgt>
                                        </p:tgtEl>
                                        <p:attrNameLst>
                                          <p:attrName>style.visibility</p:attrName>
                                        </p:attrNameLst>
                                      </p:cBhvr>
                                      <p:to>
                                        <p:strVal val="visible"/>
                                      </p:to>
                                    </p:set>
                                    <p:animEffect transition="in" filter="fade">
                                      <p:cBhvr>
                                        <p:cTn id="94" dur="500"/>
                                        <p:tgtEl>
                                          <p:spTgt spid="136">
                                            <p:txEl>
                                              <p:charRg st="1" end="1"/>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136">
                                            <p:txEl>
                                              <p:charRg st="1" end="1"/>
                                            </p:txEl>
                                          </p:spTgt>
                                        </p:tgtEl>
                                        <p:attrNameLst>
                                          <p:attrName>style.visibility</p:attrName>
                                        </p:attrNameLst>
                                      </p:cBhvr>
                                      <p:to>
                                        <p:strVal val="visible"/>
                                      </p:to>
                                    </p:set>
                                    <p:animEffect transition="in" filter="fade">
                                      <p:cBhvr>
                                        <p:cTn id="97" dur="500"/>
                                        <p:tgtEl>
                                          <p:spTgt spid="136">
                                            <p:txEl>
                                              <p:charRg st="1" end="1"/>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136">
                                            <p:txEl>
                                              <p:charRg st="1" end="1"/>
                                            </p:txEl>
                                          </p:spTgt>
                                        </p:tgtEl>
                                        <p:attrNameLst>
                                          <p:attrName>style.visibility</p:attrName>
                                        </p:attrNameLst>
                                      </p:cBhvr>
                                      <p:to>
                                        <p:strVal val="visible"/>
                                      </p:to>
                                    </p:set>
                                    <p:animEffect transition="in" filter="fade">
                                      <p:cBhvr>
                                        <p:cTn id="100" dur="500"/>
                                        <p:tgtEl>
                                          <p:spTgt spid="136">
                                            <p:txEl>
                                              <p:charRg st="1" end="1"/>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136">
                                            <p:txEl>
                                              <p:charRg st="1" end="1"/>
                                            </p:txEl>
                                          </p:spTgt>
                                        </p:tgtEl>
                                        <p:attrNameLst>
                                          <p:attrName>style.visibility</p:attrName>
                                        </p:attrNameLst>
                                      </p:cBhvr>
                                      <p:to>
                                        <p:strVal val="visible"/>
                                      </p:to>
                                    </p:set>
                                    <p:animEffect transition="in" filter="fade">
                                      <p:cBhvr>
                                        <p:cTn id="103" dur="500"/>
                                        <p:tgtEl>
                                          <p:spTgt spid="136">
                                            <p:txEl>
                                              <p:charRg st="1" end="1"/>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136">
                                            <p:txEl>
                                              <p:charRg st="1" end="1"/>
                                            </p:txEl>
                                          </p:spTgt>
                                        </p:tgtEl>
                                        <p:attrNameLst>
                                          <p:attrName>style.visibility</p:attrName>
                                        </p:attrNameLst>
                                      </p:cBhvr>
                                      <p:to>
                                        <p:strVal val="visible"/>
                                      </p:to>
                                    </p:set>
                                    <p:animEffect transition="in" filter="fade">
                                      <p:cBhvr>
                                        <p:cTn id="106" dur="500"/>
                                        <p:tgtEl>
                                          <p:spTgt spid="136">
                                            <p:txEl>
                                              <p:charRg st="1" end="1"/>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136">
                                            <p:txEl>
                                              <p:charRg st="1" end="1"/>
                                            </p:txEl>
                                          </p:spTgt>
                                        </p:tgtEl>
                                        <p:attrNameLst>
                                          <p:attrName>style.visibility</p:attrName>
                                        </p:attrNameLst>
                                      </p:cBhvr>
                                      <p:to>
                                        <p:strVal val="visible"/>
                                      </p:to>
                                    </p:set>
                                    <p:animEffect transition="in" filter="fade">
                                      <p:cBhvr>
                                        <p:cTn id="109" dur="500"/>
                                        <p:tgtEl>
                                          <p:spTgt spid="136">
                                            <p:txEl>
                                              <p:charRg st="1" end="1"/>
                                            </p:txEl>
                                          </p:spTgt>
                                        </p:tgtEl>
                                      </p:cBhvr>
                                    </p:animEffect>
                                  </p:childTnLst>
                                </p:cTn>
                              </p:par>
                            </p:childTnLst>
                          </p:cTn>
                        </p:par>
                        <p:par>
                          <p:cTn id="110" fill="hold">
                            <p:stCondLst>
                              <p:cond delay="2750"/>
                            </p:stCondLst>
                            <p:childTnLst>
                              <p:par>
                                <p:cTn id="111" presetID="10" presetClass="entr" presetSubtype="0" fill="hold" nodeType="afterEffect">
                                  <p:stCondLst>
                                    <p:cond delay="0"/>
                                  </p:stCondLst>
                                  <p:childTnLst>
                                    <p:set>
                                      <p:cBhvr>
                                        <p:cTn id="112" dur="1" fill="hold">
                                          <p:stCondLst>
                                            <p:cond delay="0"/>
                                          </p:stCondLst>
                                        </p:cTn>
                                        <p:tgtEl>
                                          <p:spTgt spid="123"/>
                                        </p:tgtEl>
                                        <p:attrNameLst>
                                          <p:attrName>style.visibility</p:attrName>
                                        </p:attrNameLst>
                                      </p:cBhvr>
                                      <p:to>
                                        <p:strVal val="visible"/>
                                      </p:to>
                                    </p:set>
                                    <p:animEffect transition="in" filter="fade">
                                      <p:cBhvr>
                                        <p:cTn id="113" dur="250"/>
                                        <p:tgtEl>
                                          <p:spTgt spid="123"/>
                                        </p:tgtEl>
                                      </p:cBhvr>
                                    </p:animEffect>
                                  </p:childTnLst>
                                </p:cTn>
                              </p:par>
                            </p:childTnLst>
                          </p:cTn>
                        </p:par>
                        <p:par>
                          <p:cTn id="114" fill="hold">
                            <p:stCondLst>
                              <p:cond delay="3000"/>
                            </p:stCondLst>
                            <p:childTnLst>
                              <p:par>
                                <p:cTn id="115" presetID="10" presetClass="entr" presetSubtype="0" fill="hold" nodeType="afterEffect">
                                  <p:stCondLst>
                                    <p:cond delay="0"/>
                                  </p:stCondLst>
                                  <p:childTnLst>
                                    <p:set>
                                      <p:cBhvr>
                                        <p:cTn id="116" dur="1" fill="hold">
                                          <p:stCondLst>
                                            <p:cond delay="0"/>
                                          </p:stCondLst>
                                        </p:cTn>
                                        <p:tgtEl>
                                          <p:spTgt spid="130"/>
                                        </p:tgtEl>
                                        <p:attrNameLst>
                                          <p:attrName>style.visibility</p:attrName>
                                        </p:attrNameLst>
                                      </p:cBhvr>
                                      <p:to>
                                        <p:strVal val="visible"/>
                                      </p:to>
                                    </p:set>
                                    <p:animEffect transition="in" filter="fade">
                                      <p:cBhvr>
                                        <p:cTn id="117" dur="250"/>
                                        <p:tgtEl>
                                          <p:spTgt spid="130"/>
                                        </p:tgtEl>
                                      </p:cBhvr>
                                    </p:animEffect>
                                  </p:childTnLst>
                                </p:cTn>
                              </p:par>
                            </p:childTnLst>
                          </p:cTn>
                        </p:par>
                        <p:par>
                          <p:cTn id="118" fill="hold">
                            <p:stCondLst>
                              <p:cond delay="3250"/>
                            </p:stCondLst>
                            <p:childTnLst>
                              <p:par>
                                <p:cTn id="119" presetID="10" presetClass="entr" presetSubtype="0" fill="hold" nodeType="afterEffect">
                                  <p:stCondLst>
                                    <p:cond delay="0"/>
                                  </p:stCondLst>
                                  <p:childTnLst>
                                    <p:set>
                                      <p:cBhvr>
                                        <p:cTn id="120" dur="1" fill="hold">
                                          <p:stCondLst>
                                            <p:cond delay="0"/>
                                          </p:stCondLst>
                                        </p:cTn>
                                        <p:tgtEl>
                                          <p:spTgt spid="128"/>
                                        </p:tgtEl>
                                        <p:attrNameLst>
                                          <p:attrName>style.visibility</p:attrName>
                                        </p:attrNameLst>
                                      </p:cBhvr>
                                      <p:to>
                                        <p:strVal val="visible"/>
                                      </p:to>
                                    </p:set>
                                    <p:animEffect transition="in" filter="fade">
                                      <p:cBhvr>
                                        <p:cTn id="121" dur="500"/>
                                        <p:tgtEl>
                                          <p:spTgt spid="128"/>
                                        </p:tgtEl>
                                      </p:cBhvr>
                                    </p:animEffect>
                                  </p:childTnLst>
                                </p:cTn>
                              </p:par>
                              <p:par>
                                <p:cTn id="122" presetID="10" presetClass="entr" presetSubtype="0" fill="hold" nodeType="withEffect">
                                  <p:stCondLst>
                                    <p:cond delay="0"/>
                                  </p:stCondLst>
                                  <p:childTnLst>
                                    <p:set>
                                      <p:cBhvr>
                                        <p:cTn id="123" dur="1" fill="hold">
                                          <p:stCondLst>
                                            <p:cond delay="0"/>
                                          </p:stCondLst>
                                        </p:cTn>
                                        <p:tgtEl>
                                          <p:spTgt spid="138">
                                            <p:txEl>
                                              <p:pRg st="0" end="0"/>
                                            </p:txEl>
                                          </p:spTgt>
                                        </p:tgtEl>
                                        <p:attrNameLst>
                                          <p:attrName>style.visibility</p:attrName>
                                        </p:attrNameLst>
                                      </p:cBhvr>
                                      <p:to>
                                        <p:strVal val="visible"/>
                                      </p:to>
                                    </p:set>
                                    <p:animEffect transition="in" filter="fade">
                                      <p:cBhvr>
                                        <p:cTn id="124" dur="500"/>
                                        <p:tgtEl>
                                          <p:spTgt spid="138">
                                            <p:txEl>
                                              <p:pRg st="0" end="0"/>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138">
                                            <p:txEl>
                                              <p:charRg st="1" end="1"/>
                                            </p:txEl>
                                          </p:spTgt>
                                        </p:tgtEl>
                                        <p:attrNameLst>
                                          <p:attrName>style.visibility</p:attrName>
                                        </p:attrNameLst>
                                      </p:cBhvr>
                                      <p:to>
                                        <p:strVal val="visible"/>
                                      </p:to>
                                    </p:set>
                                    <p:animEffect transition="in" filter="fade">
                                      <p:cBhvr>
                                        <p:cTn id="127" dur="500"/>
                                        <p:tgtEl>
                                          <p:spTgt spid="138">
                                            <p:txEl>
                                              <p:charRg st="1" end="1"/>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138">
                                            <p:txEl>
                                              <p:charRg st="1" end="1"/>
                                            </p:txEl>
                                          </p:spTgt>
                                        </p:tgtEl>
                                        <p:attrNameLst>
                                          <p:attrName>style.visibility</p:attrName>
                                        </p:attrNameLst>
                                      </p:cBhvr>
                                      <p:to>
                                        <p:strVal val="visible"/>
                                      </p:to>
                                    </p:set>
                                    <p:animEffect transition="in" filter="fade">
                                      <p:cBhvr>
                                        <p:cTn id="130" dur="500"/>
                                        <p:tgtEl>
                                          <p:spTgt spid="138">
                                            <p:txEl>
                                              <p:charRg st="1" end="1"/>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138">
                                            <p:txEl>
                                              <p:charRg st="1" end="1"/>
                                            </p:txEl>
                                          </p:spTgt>
                                        </p:tgtEl>
                                        <p:attrNameLst>
                                          <p:attrName>style.visibility</p:attrName>
                                        </p:attrNameLst>
                                      </p:cBhvr>
                                      <p:to>
                                        <p:strVal val="visible"/>
                                      </p:to>
                                    </p:set>
                                    <p:animEffect transition="in" filter="fade">
                                      <p:cBhvr>
                                        <p:cTn id="133" dur="500"/>
                                        <p:tgtEl>
                                          <p:spTgt spid="138">
                                            <p:txEl>
                                              <p:charRg st="1" end="1"/>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138">
                                            <p:txEl>
                                              <p:charRg st="1" end="1"/>
                                            </p:txEl>
                                          </p:spTgt>
                                        </p:tgtEl>
                                        <p:attrNameLst>
                                          <p:attrName>style.visibility</p:attrName>
                                        </p:attrNameLst>
                                      </p:cBhvr>
                                      <p:to>
                                        <p:strVal val="visible"/>
                                      </p:to>
                                    </p:set>
                                    <p:animEffect transition="in" filter="fade">
                                      <p:cBhvr>
                                        <p:cTn id="136" dur="500"/>
                                        <p:tgtEl>
                                          <p:spTgt spid="138">
                                            <p:txEl>
                                              <p:charRg st="1" end="1"/>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138">
                                            <p:txEl>
                                              <p:charRg st="1" end="1"/>
                                            </p:txEl>
                                          </p:spTgt>
                                        </p:tgtEl>
                                        <p:attrNameLst>
                                          <p:attrName>style.visibility</p:attrName>
                                        </p:attrNameLst>
                                      </p:cBhvr>
                                      <p:to>
                                        <p:strVal val="visible"/>
                                      </p:to>
                                    </p:set>
                                    <p:animEffect transition="in" filter="fade">
                                      <p:cBhvr>
                                        <p:cTn id="139" dur="500"/>
                                        <p:tgtEl>
                                          <p:spTgt spid="138">
                                            <p:txEl>
                                              <p:charRg st="1" end="1"/>
                                            </p:txEl>
                                          </p:spTgt>
                                        </p:tgtEl>
                                      </p:cBhvr>
                                    </p:animEffect>
                                  </p:childTnLst>
                                </p:cTn>
                              </p:par>
                              <p:par>
                                <p:cTn id="140" presetID="10" presetClass="entr" presetSubtype="0" fill="hold" nodeType="withEffect">
                                  <p:stCondLst>
                                    <p:cond delay="0"/>
                                  </p:stCondLst>
                                  <p:childTnLst>
                                    <p:set>
                                      <p:cBhvr>
                                        <p:cTn id="141" dur="1" fill="hold">
                                          <p:stCondLst>
                                            <p:cond delay="0"/>
                                          </p:stCondLst>
                                        </p:cTn>
                                        <p:tgtEl>
                                          <p:spTgt spid="138">
                                            <p:txEl>
                                              <p:charRg st="1" end="1"/>
                                            </p:txEl>
                                          </p:spTgt>
                                        </p:tgtEl>
                                        <p:attrNameLst>
                                          <p:attrName>style.visibility</p:attrName>
                                        </p:attrNameLst>
                                      </p:cBhvr>
                                      <p:to>
                                        <p:strVal val="visible"/>
                                      </p:to>
                                    </p:set>
                                    <p:animEffect transition="in" filter="fade">
                                      <p:cBhvr>
                                        <p:cTn id="142" dur="500"/>
                                        <p:tgtEl>
                                          <p:spTgt spid="138">
                                            <p:txEl>
                                              <p:charRg st="1" end="1"/>
                                            </p:txEl>
                                          </p:spTgt>
                                        </p:tgtEl>
                                      </p:cBhvr>
                                    </p:animEffect>
                                  </p:childTnLst>
                                </p:cTn>
                              </p:par>
                              <p:par>
                                <p:cTn id="143" presetID="10" presetClass="entr" presetSubtype="0" fill="hold" nodeType="withEffect">
                                  <p:stCondLst>
                                    <p:cond delay="0"/>
                                  </p:stCondLst>
                                  <p:childTnLst>
                                    <p:set>
                                      <p:cBhvr>
                                        <p:cTn id="144" dur="1" fill="hold">
                                          <p:stCondLst>
                                            <p:cond delay="0"/>
                                          </p:stCondLst>
                                        </p:cTn>
                                        <p:tgtEl>
                                          <p:spTgt spid="138">
                                            <p:txEl>
                                              <p:charRg st="1" end="1"/>
                                            </p:txEl>
                                          </p:spTgt>
                                        </p:tgtEl>
                                        <p:attrNameLst>
                                          <p:attrName>style.visibility</p:attrName>
                                        </p:attrNameLst>
                                      </p:cBhvr>
                                      <p:to>
                                        <p:strVal val="visible"/>
                                      </p:to>
                                    </p:set>
                                    <p:animEffect transition="in" filter="fade">
                                      <p:cBhvr>
                                        <p:cTn id="145" dur="500"/>
                                        <p:tgtEl>
                                          <p:spTgt spid="138">
                                            <p:txEl>
                                              <p:charRg st="1" end="1"/>
                                            </p:txEl>
                                          </p:spTgt>
                                        </p:tgtEl>
                                      </p:cBhvr>
                                    </p:animEffect>
                                  </p:childTnLst>
                                </p:cTn>
                              </p:par>
                              <p:par>
                                <p:cTn id="146" presetID="10" presetClass="entr" presetSubtype="0" fill="hold" nodeType="withEffect">
                                  <p:stCondLst>
                                    <p:cond delay="0"/>
                                  </p:stCondLst>
                                  <p:childTnLst>
                                    <p:set>
                                      <p:cBhvr>
                                        <p:cTn id="147" dur="1" fill="hold">
                                          <p:stCondLst>
                                            <p:cond delay="0"/>
                                          </p:stCondLst>
                                        </p:cTn>
                                        <p:tgtEl>
                                          <p:spTgt spid="138">
                                            <p:txEl>
                                              <p:charRg st="1" end="1"/>
                                            </p:txEl>
                                          </p:spTgt>
                                        </p:tgtEl>
                                        <p:attrNameLst>
                                          <p:attrName>style.visibility</p:attrName>
                                        </p:attrNameLst>
                                      </p:cBhvr>
                                      <p:to>
                                        <p:strVal val="visible"/>
                                      </p:to>
                                    </p:set>
                                    <p:animEffect transition="in" filter="fade">
                                      <p:cBhvr>
                                        <p:cTn id="148" dur="500"/>
                                        <p:tgtEl>
                                          <p:spTgt spid="138">
                                            <p:txEl>
                                              <p:charRg st="1" end="1"/>
                                            </p:txEl>
                                          </p:spTgt>
                                        </p:tgtEl>
                                      </p:cBhvr>
                                    </p:animEffect>
                                  </p:childTnLst>
                                </p:cTn>
                              </p:par>
                            </p:childTnLst>
                          </p:cTn>
                        </p:par>
                        <p:par>
                          <p:cTn id="149" fill="hold">
                            <p:stCondLst>
                              <p:cond delay="3750"/>
                            </p:stCondLst>
                            <p:childTnLst>
                              <p:par>
                                <p:cTn id="150" presetID="10" presetClass="entr" presetSubtype="0" fill="hold" nodeType="afterEffect">
                                  <p:stCondLst>
                                    <p:cond delay="0"/>
                                  </p:stCondLst>
                                  <p:childTnLst>
                                    <p:set>
                                      <p:cBhvr>
                                        <p:cTn id="151" dur="1" fill="hold">
                                          <p:stCondLst>
                                            <p:cond delay="0"/>
                                          </p:stCondLst>
                                        </p:cTn>
                                        <p:tgtEl>
                                          <p:spTgt spid="129"/>
                                        </p:tgtEl>
                                        <p:attrNameLst>
                                          <p:attrName>style.visibility</p:attrName>
                                        </p:attrNameLst>
                                      </p:cBhvr>
                                      <p:to>
                                        <p:strVal val="visible"/>
                                      </p:to>
                                    </p:set>
                                    <p:animEffect transition="in" filter="fade">
                                      <p:cBhvr>
                                        <p:cTn id="152" dur="250"/>
                                        <p:tgtEl>
                                          <p:spTgt spid="129"/>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21"/>
                                        </p:tgtEl>
                                        <p:attrNameLst>
                                          <p:attrName>style.visibility</p:attrName>
                                        </p:attrNameLst>
                                      </p:cBhvr>
                                      <p:to>
                                        <p:strVal val="visible"/>
                                      </p:to>
                                    </p:set>
                                    <p:animEffect transition="in" filter="fade">
                                      <p:cBhvr>
                                        <p:cTn id="156" dur="250"/>
                                        <p:tgtEl>
                                          <p:spTgt spid="121"/>
                                        </p:tgtEl>
                                      </p:cBhvr>
                                    </p:animEffect>
                                  </p:childTnLst>
                                </p:cTn>
                              </p:par>
                            </p:childTnLst>
                          </p:cTn>
                        </p:par>
                        <p:par>
                          <p:cTn id="157" fill="hold">
                            <p:stCondLst>
                              <p:cond delay="4250"/>
                            </p:stCondLst>
                            <p:childTnLst>
                              <p:par>
                                <p:cTn id="158" presetID="10" presetClass="entr" presetSubtype="0" fill="hold" nodeType="afterEffect">
                                  <p:stCondLst>
                                    <p:cond delay="0"/>
                                  </p:stCondLst>
                                  <p:childTnLst>
                                    <p:set>
                                      <p:cBhvr>
                                        <p:cTn id="159" dur="1" fill="hold">
                                          <p:stCondLst>
                                            <p:cond delay="0"/>
                                          </p:stCondLst>
                                        </p:cTn>
                                        <p:tgtEl>
                                          <p:spTgt spid="119"/>
                                        </p:tgtEl>
                                        <p:attrNameLst>
                                          <p:attrName>style.visibility</p:attrName>
                                        </p:attrNameLst>
                                      </p:cBhvr>
                                      <p:to>
                                        <p:strVal val="visible"/>
                                      </p:to>
                                    </p:set>
                                    <p:animEffect transition="in" filter="fade">
                                      <p:cBhvr>
                                        <p:cTn id="160" dur="500"/>
                                        <p:tgtEl>
                                          <p:spTgt spid="119"/>
                                        </p:tgtEl>
                                      </p:cBhvr>
                                    </p:animEffect>
                                  </p:childTnLst>
                                </p:cTn>
                              </p:par>
                              <p:par>
                                <p:cTn id="161" presetID="10" presetClass="entr" presetSubtype="0" fill="hold" nodeType="withEffect">
                                  <p:stCondLst>
                                    <p:cond delay="0"/>
                                  </p:stCondLst>
                                  <p:childTnLst>
                                    <p:set>
                                      <p:cBhvr>
                                        <p:cTn id="162" dur="1" fill="hold">
                                          <p:stCondLst>
                                            <p:cond delay="0"/>
                                          </p:stCondLst>
                                        </p:cTn>
                                        <p:tgtEl>
                                          <p:spTgt spid="135">
                                            <p:txEl>
                                              <p:pRg st="0" end="0"/>
                                            </p:txEl>
                                          </p:spTgt>
                                        </p:tgtEl>
                                        <p:attrNameLst>
                                          <p:attrName>style.visibility</p:attrName>
                                        </p:attrNameLst>
                                      </p:cBhvr>
                                      <p:to>
                                        <p:strVal val="visible"/>
                                      </p:to>
                                    </p:set>
                                    <p:animEffect transition="in" filter="fade">
                                      <p:cBhvr>
                                        <p:cTn id="163" dur="500"/>
                                        <p:tgtEl>
                                          <p:spTgt spid="135">
                                            <p:txEl>
                                              <p:pRg st="0" end="0"/>
                                            </p:txEl>
                                          </p:spTgt>
                                        </p:tgtEl>
                                      </p:cBhvr>
                                    </p:animEffect>
                                  </p:childTnLst>
                                </p:cTn>
                              </p:par>
                              <p:par>
                                <p:cTn id="164" presetID="10" presetClass="entr" presetSubtype="0" fill="hold" nodeType="withEffect">
                                  <p:stCondLst>
                                    <p:cond delay="0"/>
                                  </p:stCondLst>
                                  <p:childTnLst>
                                    <p:set>
                                      <p:cBhvr>
                                        <p:cTn id="165" dur="1" fill="hold">
                                          <p:stCondLst>
                                            <p:cond delay="0"/>
                                          </p:stCondLst>
                                        </p:cTn>
                                        <p:tgtEl>
                                          <p:spTgt spid="135">
                                            <p:txEl>
                                              <p:charRg st="1" end="1"/>
                                            </p:txEl>
                                          </p:spTgt>
                                        </p:tgtEl>
                                        <p:attrNameLst>
                                          <p:attrName>style.visibility</p:attrName>
                                        </p:attrNameLst>
                                      </p:cBhvr>
                                      <p:to>
                                        <p:strVal val="visible"/>
                                      </p:to>
                                    </p:set>
                                    <p:animEffect transition="in" filter="fade">
                                      <p:cBhvr>
                                        <p:cTn id="166" dur="500"/>
                                        <p:tgtEl>
                                          <p:spTgt spid="135">
                                            <p:txEl>
                                              <p:charRg st="1" end="1"/>
                                            </p:txEl>
                                          </p:spTgt>
                                        </p:tgtEl>
                                      </p:cBhvr>
                                    </p:animEffect>
                                  </p:childTnLst>
                                </p:cTn>
                              </p:par>
                              <p:par>
                                <p:cTn id="167" presetID="10" presetClass="entr" presetSubtype="0" fill="hold" nodeType="withEffect">
                                  <p:stCondLst>
                                    <p:cond delay="0"/>
                                  </p:stCondLst>
                                  <p:childTnLst>
                                    <p:set>
                                      <p:cBhvr>
                                        <p:cTn id="168" dur="1" fill="hold">
                                          <p:stCondLst>
                                            <p:cond delay="0"/>
                                          </p:stCondLst>
                                        </p:cTn>
                                        <p:tgtEl>
                                          <p:spTgt spid="135">
                                            <p:txEl>
                                              <p:charRg st="1" end="1"/>
                                            </p:txEl>
                                          </p:spTgt>
                                        </p:tgtEl>
                                        <p:attrNameLst>
                                          <p:attrName>style.visibility</p:attrName>
                                        </p:attrNameLst>
                                      </p:cBhvr>
                                      <p:to>
                                        <p:strVal val="visible"/>
                                      </p:to>
                                    </p:set>
                                    <p:animEffect transition="in" filter="fade">
                                      <p:cBhvr>
                                        <p:cTn id="169" dur="500"/>
                                        <p:tgtEl>
                                          <p:spTgt spid="135">
                                            <p:txEl>
                                              <p:charRg st="1" end="1"/>
                                            </p:txEl>
                                          </p:spTgt>
                                        </p:tgtEl>
                                      </p:cBhvr>
                                    </p:animEffect>
                                  </p:childTnLst>
                                </p:cTn>
                              </p:par>
                              <p:par>
                                <p:cTn id="170" presetID="10" presetClass="entr" presetSubtype="0" fill="hold" nodeType="withEffect">
                                  <p:stCondLst>
                                    <p:cond delay="0"/>
                                  </p:stCondLst>
                                  <p:childTnLst>
                                    <p:set>
                                      <p:cBhvr>
                                        <p:cTn id="171" dur="1" fill="hold">
                                          <p:stCondLst>
                                            <p:cond delay="0"/>
                                          </p:stCondLst>
                                        </p:cTn>
                                        <p:tgtEl>
                                          <p:spTgt spid="135">
                                            <p:txEl>
                                              <p:charRg st="1" end="1"/>
                                            </p:txEl>
                                          </p:spTgt>
                                        </p:tgtEl>
                                        <p:attrNameLst>
                                          <p:attrName>style.visibility</p:attrName>
                                        </p:attrNameLst>
                                      </p:cBhvr>
                                      <p:to>
                                        <p:strVal val="visible"/>
                                      </p:to>
                                    </p:set>
                                    <p:animEffect transition="in" filter="fade">
                                      <p:cBhvr>
                                        <p:cTn id="172" dur="500"/>
                                        <p:tgtEl>
                                          <p:spTgt spid="135">
                                            <p:txEl>
                                              <p:charRg st="1" end="1"/>
                                            </p:txEl>
                                          </p:spTgt>
                                        </p:tgtEl>
                                      </p:cBhvr>
                                    </p:animEffect>
                                  </p:childTnLst>
                                </p:cTn>
                              </p:par>
                              <p:par>
                                <p:cTn id="173" presetID="10" presetClass="entr" presetSubtype="0" fill="hold" nodeType="withEffect">
                                  <p:stCondLst>
                                    <p:cond delay="0"/>
                                  </p:stCondLst>
                                  <p:childTnLst>
                                    <p:set>
                                      <p:cBhvr>
                                        <p:cTn id="174" dur="1" fill="hold">
                                          <p:stCondLst>
                                            <p:cond delay="0"/>
                                          </p:stCondLst>
                                        </p:cTn>
                                        <p:tgtEl>
                                          <p:spTgt spid="135">
                                            <p:txEl>
                                              <p:charRg st="1" end="1"/>
                                            </p:txEl>
                                          </p:spTgt>
                                        </p:tgtEl>
                                        <p:attrNameLst>
                                          <p:attrName>style.visibility</p:attrName>
                                        </p:attrNameLst>
                                      </p:cBhvr>
                                      <p:to>
                                        <p:strVal val="visible"/>
                                      </p:to>
                                    </p:set>
                                    <p:animEffect transition="in" filter="fade">
                                      <p:cBhvr>
                                        <p:cTn id="175" dur="500"/>
                                        <p:tgtEl>
                                          <p:spTgt spid="135">
                                            <p:txEl>
                                              <p:charRg st="1" end="1"/>
                                            </p:txEl>
                                          </p:spTgt>
                                        </p:tgtEl>
                                      </p:cBhvr>
                                    </p:animEffect>
                                  </p:childTnLst>
                                </p:cTn>
                              </p:par>
                              <p:par>
                                <p:cTn id="176" presetID="10" presetClass="entr" presetSubtype="0" fill="hold" nodeType="withEffect">
                                  <p:stCondLst>
                                    <p:cond delay="0"/>
                                  </p:stCondLst>
                                  <p:childTnLst>
                                    <p:set>
                                      <p:cBhvr>
                                        <p:cTn id="177" dur="1" fill="hold">
                                          <p:stCondLst>
                                            <p:cond delay="0"/>
                                          </p:stCondLst>
                                        </p:cTn>
                                        <p:tgtEl>
                                          <p:spTgt spid="135">
                                            <p:txEl>
                                              <p:charRg st="1" end="1"/>
                                            </p:txEl>
                                          </p:spTgt>
                                        </p:tgtEl>
                                        <p:attrNameLst>
                                          <p:attrName>style.visibility</p:attrName>
                                        </p:attrNameLst>
                                      </p:cBhvr>
                                      <p:to>
                                        <p:strVal val="visible"/>
                                      </p:to>
                                    </p:set>
                                    <p:animEffect transition="in" filter="fade">
                                      <p:cBhvr>
                                        <p:cTn id="178" dur="500"/>
                                        <p:tgtEl>
                                          <p:spTgt spid="135">
                                            <p:txEl>
                                              <p:charRg st="1" end="1"/>
                                            </p:txEl>
                                          </p:spTgt>
                                        </p:tgtEl>
                                      </p:cBhvr>
                                    </p:animEffect>
                                  </p:childTnLst>
                                </p:cTn>
                              </p:par>
                              <p:par>
                                <p:cTn id="179" presetID="10" presetClass="entr" presetSubtype="0" fill="hold" nodeType="withEffect">
                                  <p:stCondLst>
                                    <p:cond delay="0"/>
                                  </p:stCondLst>
                                  <p:childTnLst>
                                    <p:set>
                                      <p:cBhvr>
                                        <p:cTn id="180" dur="1" fill="hold">
                                          <p:stCondLst>
                                            <p:cond delay="0"/>
                                          </p:stCondLst>
                                        </p:cTn>
                                        <p:tgtEl>
                                          <p:spTgt spid="135">
                                            <p:txEl>
                                              <p:charRg st="1" end="1"/>
                                            </p:txEl>
                                          </p:spTgt>
                                        </p:tgtEl>
                                        <p:attrNameLst>
                                          <p:attrName>style.visibility</p:attrName>
                                        </p:attrNameLst>
                                      </p:cBhvr>
                                      <p:to>
                                        <p:strVal val="visible"/>
                                      </p:to>
                                    </p:set>
                                    <p:animEffect transition="in" filter="fade">
                                      <p:cBhvr>
                                        <p:cTn id="181" dur="500"/>
                                        <p:tgtEl>
                                          <p:spTgt spid="135">
                                            <p:txEl>
                                              <p:charRg st="1" end="1"/>
                                            </p:txEl>
                                          </p:spTgt>
                                        </p:tgtEl>
                                      </p:cBhvr>
                                    </p:animEffect>
                                  </p:childTnLst>
                                </p:cTn>
                              </p:par>
                              <p:par>
                                <p:cTn id="182" presetID="10" presetClass="entr" presetSubtype="0" fill="hold" nodeType="withEffect">
                                  <p:stCondLst>
                                    <p:cond delay="0"/>
                                  </p:stCondLst>
                                  <p:childTnLst>
                                    <p:set>
                                      <p:cBhvr>
                                        <p:cTn id="183" dur="1" fill="hold">
                                          <p:stCondLst>
                                            <p:cond delay="0"/>
                                          </p:stCondLst>
                                        </p:cTn>
                                        <p:tgtEl>
                                          <p:spTgt spid="135">
                                            <p:txEl>
                                              <p:charRg st="1" end="1"/>
                                            </p:txEl>
                                          </p:spTgt>
                                        </p:tgtEl>
                                        <p:attrNameLst>
                                          <p:attrName>style.visibility</p:attrName>
                                        </p:attrNameLst>
                                      </p:cBhvr>
                                      <p:to>
                                        <p:strVal val="visible"/>
                                      </p:to>
                                    </p:set>
                                    <p:animEffect transition="in" filter="fade">
                                      <p:cBhvr>
                                        <p:cTn id="184" dur="500"/>
                                        <p:tgtEl>
                                          <p:spTgt spid="135">
                                            <p:txEl>
                                              <p:charRg st="1" end="1"/>
                                            </p:txEl>
                                          </p:spTgt>
                                        </p:tgtEl>
                                      </p:cBhvr>
                                    </p:animEffect>
                                  </p:childTnLst>
                                </p:cTn>
                              </p:par>
                              <p:par>
                                <p:cTn id="185" presetID="10" presetClass="entr" presetSubtype="0" fill="hold" nodeType="withEffect">
                                  <p:stCondLst>
                                    <p:cond delay="0"/>
                                  </p:stCondLst>
                                  <p:childTnLst>
                                    <p:set>
                                      <p:cBhvr>
                                        <p:cTn id="186" dur="1" fill="hold">
                                          <p:stCondLst>
                                            <p:cond delay="0"/>
                                          </p:stCondLst>
                                        </p:cTn>
                                        <p:tgtEl>
                                          <p:spTgt spid="135">
                                            <p:txEl>
                                              <p:charRg st="1" end="1"/>
                                            </p:txEl>
                                          </p:spTgt>
                                        </p:tgtEl>
                                        <p:attrNameLst>
                                          <p:attrName>style.visibility</p:attrName>
                                        </p:attrNameLst>
                                      </p:cBhvr>
                                      <p:to>
                                        <p:strVal val="visible"/>
                                      </p:to>
                                    </p:set>
                                    <p:animEffect transition="in" filter="fade">
                                      <p:cBhvr>
                                        <p:cTn id="187" dur="500"/>
                                        <p:tgtEl>
                                          <p:spTgt spid="135">
                                            <p:txEl>
                                              <p:charRg st="1" end="1"/>
                                            </p:txEl>
                                          </p:spTgt>
                                        </p:tgtEl>
                                      </p:cBhvr>
                                    </p:animEffect>
                                  </p:childTnLst>
                                </p:cTn>
                              </p:par>
                            </p:childTnLst>
                          </p:cTn>
                        </p:par>
                        <p:par>
                          <p:cTn id="188" fill="hold">
                            <p:stCondLst>
                              <p:cond delay="4750"/>
                            </p:stCondLst>
                            <p:childTnLst>
                              <p:par>
                                <p:cTn id="189" presetID="10" presetClass="entr" presetSubtype="0" fill="hold" nodeType="afterEffect">
                                  <p:stCondLst>
                                    <p:cond delay="0"/>
                                  </p:stCondLst>
                                  <p:childTnLst>
                                    <p:set>
                                      <p:cBhvr>
                                        <p:cTn id="190" dur="1" fill="hold">
                                          <p:stCondLst>
                                            <p:cond delay="0"/>
                                          </p:stCondLst>
                                        </p:cTn>
                                        <p:tgtEl>
                                          <p:spTgt spid="120"/>
                                        </p:tgtEl>
                                        <p:attrNameLst>
                                          <p:attrName>style.visibility</p:attrName>
                                        </p:attrNameLst>
                                      </p:cBhvr>
                                      <p:to>
                                        <p:strVal val="visible"/>
                                      </p:to>
                                    </p:set>
                                    <p:animEffect transition="in" filter="fade">
                                      <p:cBhvr>
                                        <p:cTn id="191" dur="250"/>
                                        <p:tgtEl>
                                          <p:spTgt spid="120"/>
                                        </p:tgtEl>
                                      </p:cBhvr>
                                    </p:animEffect>
                                  </p:childTnLst>
                                </p:cTn>
                              </p:par>
                            </p:childTnLst>
                          </p:cTn>
                        </p:par>
                        <p:par>
                          <p:cTn id="192" fill="hold">
                            <p:stCondLst>
                              <p:cond delay="5000"/>
                            </p:stCondLst>
                            <p:childTnLst>
                              <p:par>
                                <p:cTn id="193" presetID="10" presetClass="entr" presetSubtype="0" fill="hold" nodeType="afterEffect">
                                  <p:stCondLst>
                                    <p:cond delay="0"/>
                                  </p:stCondLst>
                                  <p:childTnLst>
                                    <p:set>
                                      <p:cBhvr>
                                        <p:cTn id="194" dur="1" fill="hold">
                                          <p:stCondLst>
                                            <p:cond delay="0"/>
                                          </p:stCondLst>
                                        </p:cTn>
                                        <p:tgtEl>
                                          <p:spTgt spid="127"/>
                                        </p:tgtEl>
                                        <p:attrNameLst>
                                          <p:attrName>style.visibility</p:attrName>
                                        </p:attrNameLst>
                                      </p:cBhvr>
                                      <p:to>
                                        <p:strVal val="visible"/>
                                      </p:to>
                                    </p:set>
                                    <p:animEffect transition="in" filter="fade">
                                      <p:cBhvr>
                                        <p:cTn id="195" dur="250"/>
                                        <p:tgtEl>
                                          <p:spTgt spid="127"/>
                                        </p:tgtEl>
                                      </p:cBhvr>
                                    </p:animEffect>
                                  </p:childTnLst>
                                </p:cTn>
                              </p:par>
                            </p:childTnLst>
                          </p:cTn>
                        </p:par>
                        <p:par>
                          <p:cTn id="196" fill="hold">
                            <p:stCondLst>
                              <p:cond delay="5250"/>
                            </p:stCondLst>
                            <p:childTnLst>
                              <p:par>
                                <p:cTn id="197" presetID="10" presetClass="entr" presetSubtype="0" fill="hold" nodeType="afterEffect">
                                  <p:stCondLst>
                                    <p:cond delay="0"/>
                                  </p:stCondLst>
                                  <p:childTnLst>
                                    <p:set>
                                      <p:cBhvr>
                                        <p:cTn id="198" dur="1" fill="hold">
                                          <p:stCondLst>
                                            <p:cond delay="0"/>
                                          </p:stCondLst>
                                        </p:cTn>
                                        <p:tgtEl>
                                          <p:spTgt spid="125"/>
                                        </p:tgtEl>
                                        <p:attrNameLst>
                                          <p:attrName>style.visibility</p:attrName>
                                        </p:attrNameLst>
                                      </p:cBhvr>
                                      <p:to>
                                        <p:strVal val="visible"/>
                                      </p:to>
                                    </p:set>
                                    <p:animEffect transition="in" filter="fade">
                                      <p:cBhvr>
                                        <p:cTn id="199" dur="500"/>
                                        <p:tgtEl>
                                          <p:spTgt spid="125"/>
                                        </p:tgtEl>
                                      </p:cBhvr>
                                    </p:animEffect>
                                  </p:childTnLst>
                                </p:cTn>
                              </p:par>
                              <p:par>
                                <p:cTn id="200" presetID="10" presetClass="entr" presetSubtype="0" fill="hold" nodeType="withEffect">
                                  <p:stCondLst>
                                    <p:cond delay="0"/>
                                  </p:stCondLst>
                                  <p:childTnLst>
                                    <p:set>
                                      <p:cBhvr>
                                        <p:cTn id="201" dur="1" fill="hold">
                                          <p:stCondLst>
                                            <p:cond delay="0"/>
                                          </p:stCondLst>
                                        </p:cTn>
                                        <p:tgtEl>
                                          <p:spTgt spid="137">
                                            <p:txEl>
                                              <p:pRg st="0" end="0"/>
                                            </p:txEl>
                                          </p:spTgt>
                                        </p:tgtEl>
                                        <p:attrNameLst>
                                          <p:attrName>style.visibility</p:attrName>
                                        </p:attrNameLst>
                                      </p:cBhvr>
                                      <p:to>
                                        <p:strVal val="visible"/>
                                      </p:to>
                                    </p:set>
                                    <p:animEffect transition="in" filter="fade">
                                      <p:cBhvr>
                                        <p:cTn id="202" dur="500"/>
                                        <p:tgtEl>
                                          <p:spTgt spid="137">
                                            <p:txEl>
                                              <p:pRg st="0" end="0"/>
                                            </p:txEl>
                                          </p:spTgt>
                                        </p:tgtEl>
                                      </p:cBhvr>
                                    </p:animEffect>
                                  </p:childTnLst>
                                </p:cTn>
                              </p:par>
                              <p:par>
                                <p:cTn id="203" presetID="10" presetClass="entr" presetSubtype="0" fill="hold" nodeType="withEffect">
                                  <p:stCondLst>
                                    <p:cond delay="0"/>
                                  </p:stCondLst>
                                  <p:childTnLst>
                                    <p:set>
                                      <p:cBhvr>
                                        <p:cTn id="204" dur="1" fill="hold">
                                          <p:stCondLst>
                                            <p:cond delay="0"/>
                                          </p:stCondLst>
                                        </p:cTn>
                                        <p:tgtEl>
                                          <p:spTgt spid="137">
                                            <p:txEl>
                                              <p:charRg st="1" end="1"/>
                                            </p:txEl>
                                          </p:spTgt>
                                        </p:tgtEl>
                                        <p:attrNameLst>
                                          <p:attrName>style.visibility</p:attrName>
                                        </p:attrNameLst>
                                      </p:cBhvr>
                                      <p:to>
                                        <p:strVal val="visible"/>
                                      </p:to>
                                    </p:set>
                                    <p:animEffect transition="in" filter="fade">
                                      <p:cBhvr>
                                        <p:cTn id="205" dur="500"/>
                                        <p:tgtEl>
                                          <p:spTgt spid="137">
                                            <p:txEl>
                                              <p:charRg st="1" end="1"/>
                                            </p:txEl>
                                          </p:spTgt>
                                        </p:tgtEl>
                                      </p:cBhvr>
                                    </p:animEffect>
                                  </p:childTnLst>
                                </p:cTn>
                              </p:par>
                              <p:par>
                                <p:cTn id="206" presetID="10" presetClass="entr" presetSubtype="0" fill="hold" nodeType="withEffect">
                                  <p:stCondLst>
                                    <p:cond delay="0"/>
                                  </p:stCondLst>
                                  <p:childTnLst>
                                    <p:set>
                                      <p:cBhvr>
                                        <p:cTn id="207" dur="1" fill="hold">
                                          <p:stCondLst>
                                            <p:cond delay="0"/>
                                          </p:stCondLst>
                                        </p:cTn>
                                        <p:tgtEl>
                                          <p:spTgt spid="137">
                                            <p:txEl>
                                              <p:charRg st="1" end="1"/>
                                            </p:txEl>
                                          </p:spTgt>
                                        </p:tgtEl>
                                        <p:attrNameLst>
                                          <p:attrName>style.visibility</p:attrName>
                                        </p:attrNameLst>
                                      </p:cBhvr>
                                      <p:to>
                                        <p:strVal val="visible"/>
                                      </p:to>
                                    </p:set>
                                    <p:animEffect transition="in" filter="fade">
                                      <p:cBhvr>
                                        <p:cTn id="208" dur="500"/>
                                        <p:tgtEl>
                                          <p:spTgt spid="137">
                                            <p:txEl>
                                              <p:charRg st="1" end="1"/>
                                            </p:txEl>
                                          </p:spTgt>
                                        </p:tgtEl>
                                      </p:cBhvr>
                                    </p:animEffect>
                                  </p:childTnLst>
                                </p:cTn>
                              </p:par>
                              <p:par>
                                <p:cTn id="209" presetID="10" presetClass="entr" presetSubtype="0" fill="hold" nodeType="withEffect">
                                  <p:stCondLst>
                                    <p:cond delay="0"/>
                                  </p:stCondLst>
                                  <p:childTnLst>
                                    <p:set>
                                      <p:cBhvr>
                                        <p:cTn id="210" dur="1" fill="hold">
                                          <p:stCondLst>
                                            <p:cond delay="0"/>
                                          </p:stCondLst>
                                        </p:cTn>
                                        <p:tgtEl>
                                          <p:spTgt spid="137">
                                            <p:txEl>
                                              <p:charRg st="1" end="1"/>
                                            </p:txEl>
                                          </p:spTgt>
                                        </p:tgtEl>
                                        <p:attrNameLst>
                                          <p:attrName>style.visibility</p:attrName>
                                        </p:attrNameLst>
                                      </p:cBhvr>
                                      <p:to>
                                        <p:strVal val="visible"/>
                                      </p:to>
                                    </p:set>
                                    <p:animEffect transition="in" filter="fade">
                                      <p:cBhvr>
                                        <p:cTn id="211" dur="500"/>
                                        <p:tgtEl>
                                          <p:spTgt spid="137">
                                            <p:txEl>
                                              <p:charRg st="1" end="1"/>
                                            </p:txEl>
                                          </p:spTgt>
                                        </p:tgtEl>
                                      </p:cBhvr>
                                    </p:animEffect>
                                  </p:childTnLst>
                                </p:cTn>
                              </p:par>
                              <p:par>
                                <p:cTn id="212" presetID="10" presetClass="entr" presetSubtype="0" fill="hold" nodeType="withEffect">
                                  <p:stCondLst>
                                    <p:cond delay="0"/>
                                  </p:stCondLst>
                                  <p:childTnLst>
                                    <p:set>
                                      <p:cBhvr>
                                        <p:cTn id="213" dur="1" fill="hold">
                                          <p:stCondLst>
                                            <p:cond delay="0"/>
                                          </p:stCondLst>
                                        </p:cTn>
                                        <p:tgtEl>
                                          <p:spTgt spid="137">
                                            <p:txEl>
                                              <p:charRg st="1" end="1"/>
                                            </p:txEl>
                                          </p:spTgt>
                                        </p:tgtEl>
                                        <p:attrNameLst>
                                          <p:attrName>style.visibility</p:attrName>
                                        </p:attrNameLst>
                                      </p:cBhvr>
                                      <p:to>
                                        <p:strVal val="visible"/>
                                      </p:to>
                                    </p:set>
                                    <p:animEffect transition="in" filter="fade">
                                      <p:cBhvr>
                                        <p:cTn id="214" dur="500"/>
                                        <p:tgtEl>
                                          <p:spTgt spid="137">
                                            <p:txEl>
                                              <p:charRg st="1" end="1"/>
                                            </p:txEl>
                                          </p:spTgt>
                                        </p:tgtEl>
                                      </p:cBhvr>
                                    </p:animEffect>
                                  </p:childTnLst>
                                </p:cTn>
                              </p:par>
                              <p:par>
                                <p:cTn id="215" presetID="10" presetClass="entr" presetSubtype="0" fill="hold" nodeType="withEffect">
                                  <p:stCondLst>
                                    <p:cond delay="0"/>
                                  </p:stCondLst>
                                  <p:childTnLst>
                                    <p:set>
                                      <p:cBhvr>
                                        <p:cTn id="216" dur="1" fill="hold">
                                          <p:stCondLst>
                                            <p:cond delay="0"/>
                                          </p:stCondLst>
                                        </p:cTn>
                                        <p:tgtEl>
                                          <p:spTgt spid="137">
                                            <p:txEl>
                                              <p:charRg st="1" end="1"/>
                                            </p:txEl>
                                          </p:spTgt>
                                        </p:tgtEl>
                                        <p:attrNameLst>
                                          <p:attrName>style.visibility</p:attrName>
                                        </p:attrNameLst>
                                      </p:cBhvr>
                                      <p:to>
                                        <p:strVal val="visible"/>
                                      </p:to>
                                    </p:set>
                                    <p:animEffect transition="in" filter="fade">
                                      <p:cBhvr>
                                        <p:cTn id="217" dur="500"/>
                                        <p:tgtEl>
                                          <p:spTgt spid="137">
                                            <p:txEl>
                                              <p:charRg st="1" end="1"/>
                                            </p:txEl>
                                          </p:spTgt>
                                        </p:tgtEl>
                                      </p:cBhvr>
                                    </p:animEffect>
                                  </p:childTnLst>
                                </p:cTn>
                              </p:par>
                              <p:par>
                                <p:cTn id="218" presetID="10" presetClass="entr" presetSubtype="0" fill="hold" nodeType="withEffect">
                                  <p:stCondLst>
                                    <p:cond delay="0"/>
                                  </p:stCondLst>
                                  <p:childTnLst>
                                    <p:set>
                                      <p:cBhvr>
                                        <p:cTn id="219" dur="1" fill="hold">
                                          <p:stCondLst>
                                            <p:cond delay="0"/>
                                          </p:stCondLst>
                                        </p:cTn>
                                        <p:tgtEl>
                                          <p:spTgt spid="137">
                                            <p:txEl>
                                              <p:charRg st="1" end="1"/>
                                            </p:txEl>
                                          </p:spTgt>
                                        </p:tgtEl>
                                        <p:attrNameLst>
                                          <p:attrName>style.visibility</p:attrName>
                                        </p:attrNameLst>
                                      </p:cBhvr>
                                      <p:to>
                                        <p:strVal val="visible"/>
                                      </p:to>
                                    </p:set>
                                    <p:animEffect transition="in" filter="fade">
                                      <p:cBhvr>
                                        <p:cTn id="220" dur="500"/>
                                        <p:tgtEl>
                                          <p:spTgt spid="137">
                                            <p:txEl>
                                              <p:charRg st="1" end="1"/>
                                            </p:txEl>
                                          </p:spTgt>
                                        </p:tgtEl>
                                      </p:cBhvr>
                                    </p:animEffect>
                                  </p:childTnLst>
                                </p:cTn>
                              </p:par>
                              <p:par>
                                <p:cTn id="221" presetID="10" presetClass="entr" presetSubtype="0" fill="hold" nodeType="withEffect">
                                  <p:stCondLst>
                                    <p:cond delay="0"/>
                                  </p:stCondLst>
                                  <p:childTnLst>
                                    <p:set>
                                      <p:cBhvr>
                                        <p:cTn id="222" dur="1" fill="hold">
                                          <p:stCondLst>
                                            <p:cond delay="0"/>
                                          </p:stCondLst>
                                        </p:cTn>
                                        <p:tgtEl>
                                          <p:spTgt spid="137">
                                            <p:txEl>
                                              <p:charRg st="1" end="1"/>
                                            </p:txEl>
                                          </p:spTgt>
                                        </p:tgtEl>
                                        <p:attrNameLst>
                                          <p:attrName>style.visibility</p:attrName>
                                        </p:attrNameLst>
                                      </p:cBhvr>
                                      <p:to>
                                        <p:strVal val="visible"/>
                                      </p:to>
                                    </p:set>
                                    <p:animEffect transition="in" filter="fade">
                                      <p:cBhvr>
                                        <p:cTn id="223" dur="500"/>
                                        <p:tgtEl>
                                          <p:spTgt spid="137">
                                            <p:txEl>
                                              <p:charRg st="1" end="1"/>
                                            </p:txEl>
                                          </p:spTgt>
                                        </p:tgtEl>
                                      </p:cBhvr>
                                    </p:animEffect>
                                  </p:childTnLst>
                                </p:cTn>
                              </p:par>
                              <p:par>
                                <p:cTn id="224" presetID="10" presetClass="entr" presetSubtype="0" fill="hold" nodeType="withEffect">
                                  <p:stCondLst>
                                    <p:cond delay="0"/>
                                  </p:stCondLst>
                                  <p:childTnLst>
                                    <p:set>
                                      <p:cBhvr>
                                        <p:cTn id="225" dur="1" fill="hold">
                                          <p:stCondLst>
                                            <p:cond delay="0"/>
                                          </p:stCondLst>
                                        </p:cTn>
                                        <p:tgtEl>
                                          <p:spTgt spid="137">
                                            <p:txEl>
                                              <p:charRg st="1" end="1"/>
                                            </p:txEl>
                                          </p:spTgt>
                                        </p:tgtEl>
                                        <p:attrNameLst>
                                          <p:attrName>style.visibility</p:attrName>
                                        </p:attrNameLst>
                                      </p:cBhvr>
                                      <p:to>
                                        <p:strVal val="visible"/>
                                      </p:to>
                                    </p:set>
                                    <p:animEffect transition="in" filter="fade">
                                      <p:cBhvr>
                                        <p:cTn id="226" dur="500"/>
                                        <p:tgtEl>
                                          <p:spTgt spid="137">
                                            <p:txEl>
                                              <p:charRg st="1" end="1"/>
                                            </p:txEl>
                                          </p:spTgt>
                                        </p:tgtEl>
                                      </p:cBhvr>
                                    </p:animEffect>
                                  </p:childTnLst>
                                </p:cTn>
                              </p:par>
                            </p:childTnLst>
                          </p:cTn>
                        </p:par>
                        <p:par>
                          <p:cTn id="227" fill="hold">
                            <p:stCondLst>
                              <p:cond delay="5750"/>
                            </p:stCondLst>
                            <p:childTnLst>
                              <p:par>
                                <p:cTn id="228" presetID="10" presetClass="entr" presetSubtype="0" fill="hold" nodeType="afterEffect">
                                  <p:stCondLst>
                                    <p:cond delay="0"/>
                                  </p:stCondLst>
                                  <p:childTnLst>
                                    <p:set>
                                      <p:cBhvr>
                                        <p:cTn id="229" dur="1" fill="hold">
                                          <p:stCondLst>
                                            <p:cond delay="0"/>
                                          </p:stCondLst>
                                        </p:cTn>
                                        <p:tgtEl>
                                          <p:spTgt spid="126"/>
                                        </p:tgtEl>
                                        <p:attrNameLst>
                                          <p:attrName>style.visibility</p:attrName>
                                        </p:attrNameLst>
                                      </p:cBhvr>
                                      <p:to>
                                        <p:strVal val="visible"/>
                                      </p:to>
                                    </p:set>
                                    <p:animEffect transition="in" filter="fade">
                                      <p:cBhvr>
                                        <p:cTn id="230" dur="250"/>
                                        <p:tgtEl>
                                          <p:spTgt spid="126"/>
                                        </p:tgtEl>
                                      </p:cBhvr>
                                    </p:animEffect>
                                  </p:childTnLst>
                                </p:cTn>
                              </p:par>
                            </p:childTnLst>
                          </p:cTn>
                        </p:par>
                        <p:par>
                          <p:cTn id="231" fill="hold">
                            <p:stCondLst>
                              <p:cond delay="6000"/>
                            </p:stCondLst>
                            <p:childTnLst>
                              <p:par>
                                <p:cTn id="232" presetID="10" presetClass="entr" presetSubtype="0" fill="hold" nodeType="afterEffect">
                                  <p:stCondLst>
                                    <p:cond delay="0"/>
                                  </p:stCondLst>
                                  <p:childTnLst>
                                    <p:set>
                                      <p:cBhvr>
                                        <p:cTn id="233" dur="1" fill="hold">
                                          <p:stCondLst>
                                            <p:cond delay="0"/>
                                          </p:stCondLst>
                                        </p:cTn>
                                        <p:tgtEl>
                                          <p:spTgt spid="139">
                                            <p:txEl>
                                              <p:pRg st="0" end="0"/>
                                            </p:txEl>
                                          </p:spTgt>
                                        </p:tgtEl>
                                        <p:attrNameLst>
                                          <p:attrName>style.visibility</p:attrName>
                                        </p:attrNameLst>
                                      </p:cBhvr>
                                      <p:to>
                                        <p:strVal val="visible"/>
                                      </p:to>
                                    </p:set>
                                    <p:animEffect transition="in" filter="fade">
                                      <p:cBhvr>
                                        <p:cTn id="234" dur="500"/>
                                        <p:tgtEl>
                                          <p:spTgt spid="139">
                                            <p:txEl>
                                              <p:pRg st="0" end="0"/>
                                            </p:txEl>
                                          </p:spTgt>
                                        </p:tgtEl>
                                      </p:cBhvr>
                                    </p:animEffect>
                                  </p:childTnLst>
                                </p:cTn>
                              </p:par>
                            </p:childTnLst>
                          </p:cTn>
                        </p:par>
                        <p:par>
                          <p:cTn id="235" fill="hold">
                            <p:stCondLst>
                              <p:cond delay="6500"/>
                            </p:stCondLst>
                            <p:childTnLst>
                              <p:par>
                                <p:cTn id="236" presetID="10" presetClass="entr" presetSubtype="0" fill="hold" nodeType="afterEffect">
                                  <p:stCondLst>
                                    <p:cond delay="0"/>
                                  </p:stCondLst>
                                  <p:childTnLst>
                                    <p:set>
                                      <p:cBhvr>
                                        <p:cTn id="237" dur="1" fill="hold">
                                          <p:stCondLst>
                                            <p:cond delay="0"/>
                                          </p:stCondLst>
                                        </p:cTn>
                                        <p:tgtEl>
                                          <p:spTgt spid="139">
                                            <p:txEl>
                                              <p:charRg st="1" end="1"/>
                                            </p:txEl>
                                          </p:spTgt>
                                        </p:tgtEl>
                                        <p:attrNameLst>
                                          <p:attrName>style.visibility</p:attrName>
                                        </p:attrNameLst>
                                      </p:cBhvr>
                                      <p:to>
                                        <p:strVal val="visible"/>
                                      </p:to>
                                    </p:set>
                                    <p:animEffect transition="in" filter="fade">
                                      <p:cBhvr>
                                        <p:cTn id="238" dur="500"/>
                                        <p:tgtEl>
                                          <p:spTgt spid="139">
                                            <p:txEl>
                                              <p:charRg st="1" end="1"/>
                                            </p:txEl>
                                          </p:spTgt>
                                        </p:tgtEl>
                                      </p:cBhvr>
                                    </p:animEffect>
                                  </p:childTnLst>
                                </p:cTn>
                              </p:par>
                            </p:childTnLst>
                          </p:cTn>
                        </p:par>
                        <p:par>
                          <p:cTn id="239" fill="hold">
                            <p:stCondLst>
                              <p:cond delay="7000"/>
                            </p:stCondLst>
                            <p:childTnLst>
                              <p:par>
                                <p:cTn id="240" presetID="10" presetClass="entr" presetSubtype="0" fill="hold" nodeType="afterEffect">
                                  <p:stCondLst>
                                    <p:cond delay="0"/>
                                  </p:stCondLst>
                                  <p:childTnLst>
                                    <p:set>
                                      <p:cBhvr>
                                        <p:cTn id="241" dur="1" fill="hold">
                                          <p:stCondLst>
                                            <p:cond delay="0"/>
                                          </p:stCondLst>
                                        </p:cTn>
                                        <p:tgtEl>
                                          <p:spTgt spid="139">
                                            <p:txEl>
                                              <p:charRg st="1" end="1"/>
                                            </p:txEl>
                                          </p:spTgt>
                                        </p:tgtEl>
                                        <p:attrNameLst>
                                          <p:attrName>style.visibility</p:attrName>
                                        </p:attrNameLst>
                                      </p:cBhvr>
                                      <p:to>
                                        <p:strVal val="visible"/>
                                      </p:to>
                                    </p:set>
                                    <p:animEffect transition="in" filter="fade">
                                      <p:cBhvr>
                                        <p:cTn id="242" dur="500"/>
                                        <p:tgtEl>
                                          <p:spTgt spid="139">
                                            <p:txEl>
                                              <p:charRg st="1" end="1"/>
                                            </p:txEl>
                                          </p:spTgt>
                                        </p:tgtEl>
                                      </p:cBhvr>
                                    </p:animEffect>
                                  </p:childTnLst>
                                </p:cTn>
                              </p:par>
                            </p:childTnLst>
                          </p:cTn>
                        </p:par>
                        <p:par>
                          <p:cTn id="243" fill="hold">
                            <p:stCondLst>
                              <p:cond delay="7500"/>
                            </p:stCondLst>
                            <p:childTnLst>
                              <p:par>
                                <p:cTn id="244" presetID="10" presetClass="entr" presetSubtype="0" fill="hold" nodeType="afterEffect">
                                  <p:stCondLst>
                                    <p:cond delay="0"/>
                                  </p:stCondLst>
                                  <p:childTnLst>
                                    <p:set>
                                      <p:cBhvr>
                                        <p:cTn id="245" dur="1" fill="hold">
                                          <p:stCondLst>
                                            <p:cond delay="0"/>
                                          </p:stCondLst>
                                        </p:cTn>
                                        <p:tgtEl>
                                          <p:spTgt spid="139">
                                            <p:txEl>
                                              <p:charRg st="1" end="1"/>
                                            </p:txEl>
                                          </p:spTgt>
                                        </p:tgtEl>
                                        <p:attrNameLst>
                                          <p:attrName>style.visibility</p:attrName>
                                        </p:attrNameLst>
                                      </p:cBhvr>
                                      <p:to>
                                        <p:strVal val="visible"/>
                                      </p:to>
                                    </p:set>
                                    <p:animEffect transition="in" filter="fade">
                                      <p:cBhvr>
                                        <p:cTn id="246" dur="500"/>
                                        <p:tgtEl>
                                          <p:spTgt spid="139">
                                            <p:txEl>
                                              <p:charRg st="1" end="1"/>
                                            </p:txEl>
                                          </p:spTgt>
                                        </p:tgtEl>
                                      </p:cBhvr>
                                    </p:animEffect>
                                  </p:childTnLst>
                                </p:cTn>
                              </p:par>
                            </p:childTnLst>
                          </p:cTn>
                        </p:par>
                        <p:par>
                          <p:cTn id="247" fill="hold">
                            <p:stCondLst>
                              <p:cond delay="8000"/>
                            </p:stCondLst>
                            <p:childTnLst>
                              <p:par>
                                <p:cTn id="248" presetID="10" presetClass="entr" presetSubtype="0" fill="hold" nodeType="afterEffect">
                                  <p:stCondLst>
                                    <p:cond delay="0"/>
                                  </p:stCondLst>
                                  <p:childTnLst>
                                    <p:set>
                                      <p:cBhvr>
                                        <p:cTn id="249" dur="1" fill="hold">
                                          <p:stCondLst>
                                            <p:cond delay="0"/>
                                          </p:stCondLst>
                                        </p:cTn>
                                        <p:tgtEl>
                                          <p:spTgt spid="139">
                                            <p:txEl>
                                              <p:charRg st="1" end="1"/>
                                            </p:txEl>
                                          </p:spTgt>
                                        </p:tgtEl>
                                        <p:attrNameLst>
                                          <p:attrName>style.visibility</p:attrName>
                                        </p:attrNameLst>
                                      </p:cBhvr>
                                      <p:to>
                                        <p:strVal val="visible"/>
                                      </p:to>
                                    </p:set>
                                    <p:animEffect transition="in" filter="fade">
                                      <p:cBhvr>
                                        <p:cTn id="250" dur="500"/>
                                        <p:tgtEl>
                                          <p:spTgt spid="139">
                                            <p:txEl>
                                              <p:charRg st="1" end="1"/>
                                            </p:txEl>
                                          </p:spTgt>
                                        </p:tgtEl>
                                      </p:cBhvr>
                                    </p:animEffect>
                                  </p:childTnLst>
                                </p:cTn>
                              </p:par>
                            </p:childTnLst>
                          </p:cTn>
                        </p:par>
                        <p:par>
                          <p:cTn id="251" fill="hold">
                            <p:stCondLst>
                              <p:cond delay="8500"/>
                            </p:stCondLst>
                            <p:childTnLst>
                              <p:par>
                                <p:cTn id="252" presetID="10" presetClass="entr" presetSubtype="0" fill="hold" nodeType="afterEffect">
                                  <p:stCondLst>
                                    <p:cond delay="0"/>
                                  </p:stCondLst>
                                  <p:childTnLst>
                                    <p:set>
                                      <p:cBhvr>
                                        <p:cTn id="253" dur="1" fill="hold">
                                          <p:stCondLst>
                                            <p:cond delay="0"/>
                                          </p:stCondLst>
                                        </p:cTn>
                                        <p:tgtEl>
                                          <p:spTgt spid="139">
                                            <p:txEl>
                                              <p:charRg st="1" end="1"/>
                                            </p:txEl>
                                          </p:spTgt>
                                        </p:tgtEl>
                                        <p:attrNameLst>
                                          <p:attrName>style.visibility</p:attrName>
                                        </p:attrNameLst>
                                      </p:cBhvr>
                                      <p:to>
                                        <p:strVal val="visible"/>
                                      </p:to>
                                    </p:set>
                                    <p:animEffect transition="in" filter="fade">
                                      <p:cBhvr>
                                        <p:cTn id="254" dur="500"/>
                                        <p:tgtEl>
                                          <p:spTgt spid="139">
                                            <p:txEl>
                                              <p:charRg st="1" end="1"/>
                                            </p:txEl>
                                          </p:spTgt>
                                        </p:tgtEl>
                                      </p:cBhvr>
                                    </p:animEffect>
                                  </p:childTnLst>
                                </p:cTn>
                              </p:par>
                            </p:childTnLst>
                          </p:cTn>
                        </p:par>
                        <p:par>
                          <p:cTn id="255" fill="hold">
                            <p:stCondLst>
                              <p:cond delay="9000"/>
                            </p:stCondLst>
                            <p:childTnLst>
                              <p:par>
                                <p:cTn id="256" presetID="10" presetClass="entr" presetSubtype="0" fill="hold" nodeType="afterEffect">
                                  <p:stCondLst>
                                    <p:cond delay="0"/>
                                  </p:stCondLst>
                                  <p:childTnLst>
                                    <p:set>
                                      <p:cBhvr>
                                        <p:cTn id="257" dur="1" fill="hold">
                                          <p:stCondLst>
                                            <p:cond delay="0"/>
                                          </p:stCondLst>
                                        </p:cTn>
                                        <p:tgtEl>
                                          <p:spTgt spid="139">
                                            <p:txEl>
                                              <p:charRg st="1" end="1"/>
                                            </p:txEl>
                                          </p:spTgt>
                                        </p:tgtEl>
                                        <p:attrNameLst>
                                          <p:attrName>style.visibility</p:attrName>
                                        </p:attrNameLst>
                                      </p:cBhvr>
                                      <p:to>
                                        <p:strVal val="visible"/>
                                      </p:to>
                                    </p:set>
                                    <p:animEffect transition="in" filter="fade">
                                      <p:cBhvr>
                                        <p:cTn id="258" dur="500"/>
                                        <p:tgtEl>
                                          <p:spTgt spid="139">
                                            <p:txEl>
                                              <p:charRg st="1" end="1"/>
                                            </p:txEl>
                                          </p:spTgt>
                                        </p:tgtEl>
                                      </p:cBhvr>
                                    </p:animEffect>
                                  </p:childTnLst>
                                </p:cTn>
                              </p:par>
                            </p:childTnLst>
                          </p:cTn>
                        </p:par>
                        <p:par>
                          <p:cTn id="259" fill="hold">
                            <p:stCondLst>
                              <p:cond delay="9500"/>
                            </p:stCondLst>
                            <p:childTnLst>
                              <p:par>
                                <p:cTn id="260" presetID="10" presetClass="entr" presetSubtype="0" fill="hold" nodeType="afterEffect">
                                  <p:stCondLst>
                                    <p:cond delay="0"/>
                                  </p:stCondLst>
                                  <p:childTnLst>
                                    <p:set>
                                      <p:cBhvr>
                                        <p:cTn id="261" dur="1" fill="hold">
                                          <p:stCondLst>
                                            <p:cond delay="0"/>
                                          </p:stCondLst>
                                        </p:cTn>
                                        <p:tgtEl>
                                          <p:spTgt spid="139">
                                            <p:txEl>
                                              <p:charRg st="1" end="1"/>
                                            </p:txEl>
                                          </p:spTgt>
                                        </p:tgtEl>
                                        <p:attrNameLst>
                                          <p:attrName>style.visibility</p:attrName>
                                        </p:attrNameLst>
                                      </p:cBhvr>
                                      <p:to>
                                        <p:strVal val="visible"/>
                                      </p:to>
                                    </p:set>
                                    <p:animEffect transition="in" filter="fade">
                                      <p:cBhvr>
                                        <p:cTn id="262" dur="500"/>
                                        <p:tgtEl>
                                          <p:spTgt spid="139">
                                            <p:txEl>
                                              <p:charRg st="1" end="1"/>
                                            </p:txEl>
                                          </p:spTgt>
                                        </p:tgtEl>
                                      </p:cBhvr>
                                    </p:animEffect>
                                  </p:childTnLst>
                                </p:cTn>
                              </p:par>
                            </p:childTnLst>
                          </p:cTn>
                        </p:par>
                        <p:par>
                          <p:cTn id="263" fill="hold">
                            <p:stCondLst>
                              <p:cond delay="10000"/>
                            </p:stCondLst>
                            <p:childTnLst>
                              <p:par>
                                <p:cTn id="264" presetID="10" presetClass="entr" presetSubtype="0" fill="hold" nodeType="afterEffect">
                                  <p:stCondLst>
                                    <p:cond delay="0"/>
                                  </p:stCondLst>
                                  <p:childTnLst>
                                    <p:set>
                                      <p:cBhvr>
                                        <p:cTn id="265" dur="1" fill="hold">
                                          <p:stCondLst>
                                            <p:cond delay="0"/>
                                          </p:stCondLst>
                                        </p:cTn>
                                        <p:tgtEl>
                                          <p:spTgt spid="139">
                                            <p:txEl>
                                              <p:charRg st="1" end="1"/>
                                            </p:txEl>
                                          </p:spTgt>
                                        </p:tgtEl>
                                        <p:attrNameLst>
                                          <p:attrName>style.visibility</p:attrName>
                                        </p:attrNameLst>
                                      </p:cBhvr>
                                      <p:to>
                                        <p:strVal val="visible"/>
                                      </p:to>
                                    </p:set>
                                    <p:animEffect transition="in" filter="fade">
                                      <p:cBhvr>
                                        <p:cTn id="266" dur="500"/>
                                        <p:tgtEl>
                                          <p:spTgt spid="139">
                                            <p:txEl>
                                              <p:charRg st="1" end="1"/>
                                            </p:txEl>
                                          </p:spTgt>
                                        </p:tgtEl>
                                      </p:cBhvr>
                                    </p:animEffect>
                                  </p:childTnLst>
                                </p:cTn>
                              </p:par>
                            </p:childTnLst>
                          </p:cTn>
                        </p:par>
                        <p:par>
                          <p:cTn id="267" fill="hold">
                            <p:stCondLst>
                              <p:cond delay="10500"/>
                            </p:stCondLst>
                            <p:childTnLst>
                              <p:par>
                                <p:cTn id="268" presetID="10" presetClass="entr" presetSubtype="0" fill="hold" nodeType="afterEffect">
                                  <p:stCondLst>
                                    <p:cond delay="0"/>
                                  </p:stCondLst>
                                  <p:childTnLst>
                                    <p:set>
                                      <p:cBhvr>
                                        <p:cTn id="269" dur="1" fill="hold">
                                          <p:stCondLst>
                                            <p:cond delay="0"/>
                                          </p:stCondLst>
                                        </p:cTn>
                                        <p:tgtEl>
                                          <p:spTgt spid="141"/>
                                        </p:tgtEl>
                                        <p:attrNameLst>
                                          <p:attrName>style.visibility</p:attrName>
                                        </p:attrNameLst>
                                      </p:cBhvr>
                                      <p:to>
                                        <p:strVal val="visible"/>
                                      </p:to>
                                    </p:set>
                                    <p:animEffect transition="in" filter="fade">
                                      <p:cBhvr>
                                        <p:cTn id="270" dur="1000"/>
                                        <p:tgtEl>
                                          <p:spTgt spid="141"/>
                                        </p:tgtEl>
                                      </p:cBhvr>
                                    </p:animEffect>
                                  </p:childTnLst>
                                </p:cTn>
                              </p:par>
                            </p:childTnLst>
                          </p:cTn>
                        </p:par>
                        <p:par>
                          <p:cTn id="271" fill="hold">
                            <p:stCondLst>
                              <p:cond delay="11500"/>
                            </p:stCondLst>
                            <p:childTnLst>
                              <p:par>
                                <p:cTn id="272" presetID="10" presetClass="entr" presetSubtype="0" fill="hold" nodeType="afterEffect">
                                  <p:stCondLst>
                                    <p:cond delay="0"/>
                                  </p:stCondLst>
                                  <p:childTnLst>
                                    <p:set>
                                      <p:cBhvr>
                                        <p:cTn id="273" dur="1" fill="hold">
                                          <p:stCondLst>
                                            <p:cond delay="0"/>
                                          </p:stCondLst>
                                        </p:cTn>
                                        <p:tgtEl>
                                          <p:spTgt spid="140">
                                            <p:txEl>
                                              <p:pRg st="0" end="0"/>
                                            </p:txEl>
                                          </p:spTgt>
                                        </p:tgtEl>
                                        <p:attrNameLst>
                                          <p:attrName>style.visibility</p:attrName>
                                        </p:attrNameLst>
                                      </p:cBhvr>
                                      <p:to>
                                        <p:strVal val="visible"/>
                                      </p:to>
                                    </p:set>
                                    <p:animEffect transition="in" filter="fade">
                                      <p:cBhvr>
                                        <p:cTn id="274" dur="750"/>
                                        <p:tgtEl>
                                          <p:spTgt spid="140">
                                            <p:txEl>
                                              <p:pRg st="0" end="0"/>
                                            </p:txEl>
                                          </p:spTgt>
                                        </p:tgtEl>
                                      </p:cBhvr>
                                    </p:animEffect>
                                  </p:childTnLst>
                                </p:cTn>
                              </p:par>
                            </p:childTnLst>
                          </p:cTn>
                        </p:par>
                        <p:par>
                          <p:cTn id="275" fill="hold">
                            <p:stCondLst>
                              <p:cond delay="12250"/>
                            </p:stCondLst>
                            <p:childTnLst>
                              <p:par>
                                <p:cTn id="276" presetID="10" presetClass="entr" presetSubtype="0" fill="hold" nodeType="afterEffect">
                                  <p:stCondLst>
                                    <p:cond delay="0"/>
                                  </p:stCondLst>
                                  <p:childTnLst>
                                    <p:set>
                                      <p:cBhvr>
                                        <p:cTn id="277" dur="1" fill="hold">
                                          <p:stCondLst>
                                            <p:cond delay="0"/>
                                          </p:stCondLst>
                                        </p:cTn>
                                        <p:tgtEl>
                                          <p:spTgt spid="140">
                                            <p:txEl>
                                              <p:charRg st="1" end="1"/>
                                            </p:txEl>
                                          </p:spTgt>
                                        </p:tgtEl>
                                        <p:attrNameLst>
                                          <p:attrName>style.visibility</p:attrName>
                                        </p:attrNameLst>
                                      </p:cBhvr>
                                      <p:to>
                                        <p:strVal val="visible"/>
                                      </p:to>
                                    </p:set>
                                    <p:animEffect transition="in" filter="fade">
                                      <p:cBhvr>
                                        <p:cTn id="278" dur="750"/>
                                        <p:tgtEl>
                                          <p:spTgt spid="140">
                                            <p:txEl>
                                              <p:charRg st="1" end="1"/>
                                            </p:txEl>
                                          </p:spTgt>
                                        </p:tgtEl>
                                      </p:cBhvr>
                                    </p:animEffect>
                                  </p:childTnLst>
                                </p:cTn>
                              </p:par>
                            </p:childTnLst>
                          </p:cTn>
                        </p:par>
                        <p:par>
                          <p:cTn id="279" fill="hold">
                            <p:stCondLst>
                              <p:cond delay="13000"/>
                            </p:stCondLst>
                            <p:childTnLst>
                              <p:par>
                                <p:cTn id="280" presetID="10" presetClass="entr" presetSubtype="0" fill="hold" nodeType="afterEffect">
                                  <p:stCondLst>
                                    <p:cond delay="0"/>
                                  </p:stCondLst>
                                  <p:childTnLst>
                                    <p:set>
                                      <p:cBhvr>
                                        <p:cTn id="281" dur="1" fill="hold">
                                          <p:stCondLst>
                                            <p:cond delay="0"/>
                                          </p:stCondLst>
                                        </p:cTn>
                                        <p:tgtEl>
                                          <p:spTgt spid="140">
                                            <p:txEl>
                                              <p:charRg st="1" end="1"/>
                                            </p:txEl>
                                          </p:spTgt>
                                        </p:tgtEl>
                                        <p:attrNameLst>
                                          <p:attrName>style.visibility</p:attrName>
                                        </p:attrNameLst>
                                      </p:cBhvr>
                                      <p:to>
                                        <p:strVal val="visible"/>
                                      </p:to>
                                    </p:set>
                                    <p:animEffect transition="in" filter="fade">
                                      <p:cBhvr>
                                        <p:cTn id="282" dur="750"/>
                                        <p:tgtEl>
                                          <p:spTgt spid="140">
                                            <p:txEl>
                                              <p:charRg st="1" end="1"/>
                                            </p:txEl>
                                          </p:spTgt>
                                        </p:tgtEl>
                                      </p:cBhvr>
                                    </p:animEffect>
                                  </p:childTnLst>
                                </p:cTn>
                              </p:par>
                            </p:childTnLst>
                          </p:cTn>
                        </p:par>
                        <p:par>
                          <p:cTn id="283" fill="hold">
                            <p:stCondLst>
                              <p:cond delay="13750"/>
                            </p:stCondLst>
                            <p:childTnLst>
                              <p:par>
                                <p:cTn id="284" presetID="10" presetClass="entr" presetSubtype="0" fill="hold" nodeType="afterEffect">
                                  <p:stCondLst>
                                    <p:cond delay="0"/>
                                  </p:stCondLst>
                                  <p:childTnLst>
                                    <p:set>
                                      <p:cBhvr>
                                        <p:cTn id="285" dur="1" fill="hold">
                                          <p:stCondLst>
                                            <p:cond delay="0"/>
                                          </p:stCondLst>
                                        </p:cTn>
                                        <p:tgtEl>
                                          <p:spTgt spid="140">
                                            <p:txEl>
                                              <p:charRg st="1" end="1"/>
                                            </p:txEl>
                                          </p:spTgt>
                                        </p:tgtEl>
                                        <p:attrNameLst>
                                          <p:attrName>style.visibility</p:attrName>
                                        </p:attrNameLst>
                                      </p:cBhvr>
                                      <p:to>
                                        <p:strVal val="visible"/>
                                      </p:to>
                                    </p:set>
                                    <p:animEffect transition="in" filter="fade">
                                      <p:cBhvr>
                                        <p:cTn id="286" dur="750"/>
                                        <p:tgtEl>
                                          <p:spTgt spid="140">
                                            <p:txEl>
                                              <p:charRg st="1" end="1"/>
                                            </p:txEl>
                                          </p:spTgt>
                                        </p:tgtEl>
                                      </p:cBhvr>
                                    </p:animEffect>
                                  </p:childTnLst>
                                </p:cTn>
                              </p:par>
                            </p:childTnLst>
                          </p:cTn>
                        </p:par>
                        <p:par>
                          <p:cTn id="287" fill="hold">
                            <p:stCondLst>
                              <p:cond delay="14500"/>
                            </p:stCondLst>
                            <p:childTnLst>
                              <p:par>
                                <p:cTn id="288" presetID="10" presetClass="entr" presetSubtype="0" fill="hold" nodeType="afterEffect">
                                  <p:stCondLst>
                                    <p:cond delay="0"/>
                                  </p:stCondLst>
                                  <p:childTnLst>
                                    <p:set>
                                      <p:cBhvr>
                                        <p:cTn id="289" dur="1" fill="hold">
                                          <p:stCondLst>
                                            <p:cond delay="0"/>
                                          </p:stCondLst>
                                        </p:cTn>
                                        <p:tgtEl>
                                          <p:spTgt spid="140">
                                            <p:txEl>
                                              <p:charRg st="1" end="1"/>
                                            </p:txEl>
                                          </p:spTgt>
                                        </p:tgtEl>
                                        <p:attrNameLst>
                                          <p:attrName>style.visibility</p:attrName>
                                        </p:attrNameLst>
                                      </p:cBhvr>
                                      <p:to>
                                        <p:strVal val="visible"/>
                                      </p:to>
                                    </p:set>
                                    <p:animEffect transition="in" filter="fade">
                                      <p:cBhvr>
                                        <p:cTn id="290" dur="750"/>
                                        <p:tgtEl>
                                          <p:spTgt spid="140">
                                            <p:txEl>
                                              <p:charRg st="1" end="1"/>
                                            </p:txEl>
                                          </p:spTgt>
                                        </p:tgtEl>
                                      </p:cBhvr>
                                    </p:animEffect>
                                  </p:childTnLst>
                                </p:cTn>
                              </p:par>
                            </p:childTnLst>
                          </p:cTn>
                        </p:par>
                        <p:par>
                          <p:cTn id="291" fill="hold">
                            <p:stCondLst>
                              <p:cond delay="15250"/>
                            </p:stCondLst>
                            <p:childTnLst>
                              <p:par>
                                <p:cTn id="292" presetID="10" presetClass="entr" presetSubtype="0" fill="hold" nodeType="afterEffect">
                                  <p:stCondLst>
                                    <p:cond delay="0"/>
                                  </p:stCondLst>
                                  <p:childTnLst>
                                    <p:set>
                                      <p:cBhvr>
                                        <p:cTn id="293" dur="1" fill="hold">
                                          <p:stCondLst>
                                            <p:cond delay="0"/>
                                          </p:stCondLst>
                                        </p:cTn>
                                        <p:tgtEl>
                                          <p:spTgt spid="140">
                                            <p:txEl>
                                              <p:charRg st="1" end="1"/>
                                            </p:txEl>
                                          </p:spTgt>
                                        </p:tgtEl>
                                        <p:attrNameLst>
                                          <p:attrName>style.visibility</p:attrName>
                                        </p:attrNameLst>
                                      </p:cBhvr>
                                      <p:to>
                                        <p:strVal val="visible"/>
                                      </p:to>
                                    </p:set>
                                    <p:animEffect transition="in" filter="fade">
                                      <p:cBhvr>
                                        <p:cTn id="294" dur="750"/>
                                        <p:tgtEl>
                                          <p:spTgt spid="140">
                                            <p:txEl>
                                              <p:charRg st="1" end="1"/>
                                            </p:txEl>
                                          </p:spTgt>
                                        </p:tgtEl>
                                      </p:cBhvr>
                                    </p:animEffect>
                                  </p:childTnLst>
                                </p:cTn>
                              </p:par>
                            </p:childTnLst>
                          </p:cTn>
                        </p:par>
                        <p:par>
                          <p:cTn id="295" fill="hold">
                            <p:stCondLst>
                              <p:cond delay="16000"/>
                            </p:stCondLst>
                            <p:childTnLst>
                              <p:par>
                                <p:cTn id="296" presetID="10" presetClass="entr" presetSubtype="0" fill="hold" nodeType="afterEffect">
                                  <p:stCondLst>
                                    <p:cond delay="0"/>
                                  </p:stCondLst>
                                  <p:childTnLst>
                                    <p:set>
                                      <p:cBhvr>
                                        <p:cTn id="297" dur="1" fill="hold">
                                          <p:stCondLst>
                                            <p:cond delay="0"/>
                                          </p:stCondLst>
                                        </p:cTn>
                                        <p:tgtEl>
                                          <p:spTgt spid="140">
                                            <p:txEl>
                                              <p:charRg st="1" end="1"/>
                                            </p:txEl>
                                          </p:spTgt>
                                        </p:tgtEl>
                                        <p:attrNameLst>
                                          <p:attrName>style.visibility</p:attrName>
                                        </p:attrNameLst>
                                      </p:cBhvr>
                                      <p:to>
                                        <p:strVal val="visible"/>
                                      </p:to>
                                    </p:set>
                                    <p:animEffect transition="in" filter="fade">
                                      <p:cBhvr>
                                        <p:cTn id="298" dur="750"/>
                                        <p:tgtEl>
                                          <p:spTgt spid="140">
                                            <p:txEl>
                                              <p:charRg st="1" end="1"/>
                                            </p:txEl>
                                          </p:spTgt>
                                        </p:tgtEl>
                                      </p:cBhvr>
                                    </p:animEffect>
                                  </p:childTnLst>
                                </p:cTn>
                              </p:par>
                            </p:childTnLst>
                          </p:cTn>
                        </p:par>
                        <p:par>
                          <p:cTn id="299" fill="hold">
                            <p:stCondLst>
                              <p:cond delay="16750"/>
                            </p:stCondLst>
                            <p:childTnLst>
                              <p:par>
                                <p:cTn id="300" presetID="10" presetClass="entr" presetSubtype="0" fill="hold" nodeType="afterEffect">
                                  <p:stCondLst>
                                    <p:cond delay="0"/>
                                  </p:stCondLst>
                                  <p:childTnLst>
                                    <p:set>
                                      <p:cBhvr>
                                        <p:cTn id="301" dur="1" fill="hold">
                                          <p:stCondLst>
                                            <p:cond delay="0"/>
                                          </p:stCondLst>
                                        </p:cTn>
                                        <p:tgtEl>
                                          <p:spTgt spid="140">
                                            <p:txEl>
                                              <p:charRg st="1" end="1"/>
                                            </p:txEl>
                                          </p:spTgt>
                                        </p:tgtEl>
                                        <p:attrNameLst>
                                          <p:attrName>style.visibility</p:attrName>
                                        </p:attrNameLst>
                                      </p:cBhvr>
                                      <p:to>
                                        <p:strVal val="visible"/>
                                      </p:to>
                                    </p:set>
                                    <p:animEffect transition="in" filter="fade">
                                      <p:cBhvr>
                                        <p:cTn id="302" dur="750"/>
                                        <p:tgtEl>
                                          <p:spTgt spid="140">
                                            <p:txEl>
                                              <p:charRg st="1" end="1"/>
                                            </p:txEl>
                                          </p:spTgt>
                                        </p:tgtEl>
                                      </p:cBhvr>
                                    </p:animEffect>
                                  </p:childTnLst>
                                </p:cTn>
                              </p:par>
                            </p:childTnLst>
                          </p:cTn>
                        </p:par>
                        <p:par>
                          <p:cTn id="303" fill="hold">
                            <p:stCondLst>
                              <p:cond delay="17500"/>
                            </p:stCondLst>
                            <p:childTnLst>
                              <p:par>
                                <p:cTn id="304" presetID="10" presetClass="entr" presetSubtype="0" fill="hold" nodeType="afterEffect">
                                  <p:stCondLst>
                                    <p:cond delay="0"/>
                                  </p:stCondLst>
                                  <p:childTnLst>
                                    <p:set>
                                      <p:cBhvr>
                                        <p:cTn id="305" dur="1" fill="hold">
                                          <p:stCondLst>
                                            <p:cond delay="0"/>
                                          </p:stCondLst>
                                        </p:cTn>
                                        <p:tgtEl>
                                          <p:spTgt spid="140">
                                            <p:txEl>
                                              <p:charRg st="1" end="1"/>
                                            </p:txEl>
                                          </p:spTgt>
                                        </p:tgtEl>
                                        <p:attrNameLst>
                                          <p:attrName>style.visibility</p:attrName>
                                        </p:attrNameLst>
                                      </p:cBhvr>
                                      <p:to>
                                        <p:strVal val="visible"/>
                                      </p:to>
                                    </p:set>
                                    <p:animEffect transition="in" filter="fade">
                                      <p:cBhvr>
                                        <p:cTn id="306" dur="750"/>
                                        <p:tgtEl>
                                          <p:spTgt spid="140">
                                            <p:txEl>
                                              <p:charRg st="1" end="1"/>
                                            </p:txEl>
                                          </p:spTgt>
                                        </p:tgtEl>
                                      </p:cBhvr>
                                    </p:animEffect>
                                  </p:childTnLst>
                                </p:cTn>
                              </p:par>
                            </p:childTnLst>
                          </p:cTn>
                        </p:par>
                        <p:par>
                          <p:cTn id="307" fill="hold">
                            <p:stCondLst>
                              <p:cond delay="18250"/>
                            </p:stCondLst>
                            <p:childTnLst>
                              <p:par>
                                <p:cTn id="308" presetID="10" presetClass="entr" presetSubtype="0" fill="hold" nodeType="afterEffect">
                                  <p:stCondLst>
                                    <p:cond delay="0"/>
                                  </p:stCondLst>
                                  <p:childTnLst>
                                    <p:set>
                                      <p:cBhvr>
                                        <p:cTn id="309" dur="1" fill="hold">
                                          <p:stCondLst>
                                            <p:cond delay="0"/>
                                          </p:stCondLst>
                                        </p:cTn>
                                        <p:tgtEl>
                                          <p:spTgt spid="142">
                                            <p:txEl>
                                              <p:pRg st="0" end="0"/>
                                            </p:txEl>
                                          </p:spTgt>
                                        </p:tgtEl>
                                        <p:attrNameLst>
                                          <p:attrName>style.visibility</p:attrName>
                                        </p:attrNameLst>
                                      </p:cBhvr>
                                      <p:to>
                                        <p:strVal val="visible"/>
                                      </p:to>
                                    </p:set>
                                    <p:animEffect transition="in" filter="fade">
                                      <p:cBhvr>
                                        <p:cTn id="310" dur="500"/>
                                        <p:tgtEl>
                                          <p:spTgt spid="142">
                                            <p:txEl>
                                              <p:pRg st="0" end="0"/>
                                            </p:txEl>
                                          </p:spTgt>
                                        </p:tgtEl>
                                      </p:cBhvr>
                                    </p:animEffect>
                                  </p:childTnLst>
                                </p:cTn>
                              </p:par>
                            </p:childTnLst>
                          </p:cTn>
                        </p:par>
                        <p:par>
                          <p:cTn id="311" fill="hold">
                            <p:stCondLst>
                              <p:cond delay="18750"/>
                            </p:stCondLst>
                            <p:childTnLst>
                              <p:par>
                                <p:cTn id="312" presetID="10" presetClass="entr" presetSubtype="0" fill="hold" nodeType="afterEffect">
                                  <p:stCondLst>
                                    <p:cond delay="0"/>
                                  </p:stCondLst>
                                  <p:childTnLst>
                                    <p:set>
                                      <p:cBhvr>
                                        <p:cTn id="313" dur="1" fill="hold">
                                          <p:stCondLst>
                                            <p:cond delay="0"/>
                                          </p:stCondLst>
                                        </p:cTn>
                                        <p:tgtEl>
                                          <p:spTgt spid="142">
                                            <p:txEl>
                                              <p:charRg st="1" end="1"/>
                                            </p:txEl>
                                          </p:spTgt>
                                        </p:tgtEl>
                                        <p:attrNameLst>
                                          <p:attrName>style.visibility</p:attrName>
                                        </p:attrNameLst>
                                      </p:cBhvr>
                                      <p:to>
                                        <p:strVal val="visible"/>
                                      </p:to>
                                    </p:set>
                                    <p:animEffect transition="in" filter="fade">
                                      <p:cBhvr>
                                        <p:cTn id="314" dur="500"/>
                                        <p:tgtEl>
                                          <p:spTgt spid="142">
                                            <p:txEl>
                                              <p:charRg st="1" end="1"/>
                                            </p:txEl>
                                          </p:spTgt>
                                        </p:tgtEl>
                                      </p:cBhvr>
                                    </p:animEffect>
                                  </p:childTnLst>
                                </p:cTn>
                              </p:par>
                            </p:childTnLst>
                          </p:cTn>
                        </p:par>
                        <p:par>
                          <p:cTn id="315" fill="hold">
                            <p:stCondLst>
                              <p:cond delay="19250"/>
                            </p:stCondLst>
                            <p:childTnLst>
                              <p:par>
                                <p:cTn id="316" presetID="10" presetClass="entr" presetSubtype="0" fill="hold" nodeType="afterEffect">
                                  <p:stCondLst>
                                    <p:cond delay="0"/>
                                  </p:stCondLst>
                                  <p:childTnLst>
                                    <p:set>
                                      <p:cBhvr>
                                        <p:cTn id="317" dur="1" fill="hold">
                                          <p:stCondLst>
                                            <p:cond delay="0"/>
                                          </p:stCondLst>
                                        </p:cTn>
                                        <p:tgtEl>
                                          <p:spTgt spid="142">
                                            <p:txEl>
                                              <p:charRg st="1" end="1"/>
                                            </p:txEl>
                                          </p:spTgt>
                                        </p:tgtEl>
                                        <p:attrNameLst>
                                          <p:attrName>style.visibility</p:attrName>
                                        </p:attrNameLst>
                                      </p:cBhvr>
                                      <p:to>
                                        <p:strVal val="visible"/>
                                      </p:to>
                                    </p:set>
                                    <p:animEffect transition="in" filter="fade">
                                      <p:cBhvr>
                                        <p:cTn id="318" dur="500"/>
                                        <p:tgtEl>
                                          <p:spTgt spid="142">
                                            <p:txEl>
                                              <p:charRg st="1" end="1"/>
                                            </p:txEl>
                                          </p:spTgt>
                                        </p:tgtEl>
                                      </p:cBhvr>
                                    </p:animEffect>
                                  </p:childTnLst>
                                </p:cTn>
                              </p:par>
                            </p:childTnLst>
                          </p:cTn>
                        </p:par>
                        <p:par>
                          <p:cTn id="319" fill="hold">
                            <p:stCondLst>
                              <p:cond delay="19750"/>
                            </p:stCondLst>
                            <p:childTnLst>
                              <p:par>
                                <p:cTn id="320" presetID="10" presetClass="entr" presetSubtype="0" fill="hold" nodeType="afterEffect">
                                  <p:stCondLst>
                                    <p:cond delay="0"/>
                                  </p:stCondLst>
                                  <p:childTnLst>
                                    <p:set>
                                      <p:cBhvr>
                                        <p:cTn id="321" dur="1" fill="hold">
                                          <p:stCondLst>
                                            <p:cond delay="0"/>
                                          </p:stCondLst>
                                        </p:cTn>
                                        <p:tgtEl>
                                          <p:spTgt spid="142">
                                            <p:txEl>
                                              <p:charRg st="1" end="1"/>
                                            </p:txEl>
                                          </p:spTgt>
                                        </p:tgtEl>
                                        <p:attrNameLst>
                                          <p:attrName>style.visibility</p:attrName>
                                        </p:attrNameLst>
                                      </p:cBhvr>
                                      <p:to>
                                        <p:strVal val="visible"/>
                                      </p:to>
                                    </p:set>
                                    <p:animEffect transition="in" filter="fade">
                                      <p:cBhvr>
                                        <p:cTn id="322" dur="500"/>
                                        <p:tgtEl>
                                          <p:spTgt spid="142">
                                            <p:txEl>
                                              <p:charRg st="1" end="1"/>
                                            </p:txEl>
                                          </p:spTgt>
                                        </p:tgtEl>
                                      </p:cBhvr>
                                    </p:animEffect>
                                  </p:childTnLst>
                                </p:cTn>
                              </p:par>
                            </p:childTnLst>
                          </p:cTn>
                        </p:par>
                        <p:par>
                          <p:cTn id="323" fill="hold">
                            <p:stCondLst>
                              <p:cond delay="20250"/>
                            </p:stCondLst>
                            <p:childTnLst>
                              <p:par>
                                <p:cTn id="324" presetID="10" presetClass="entr" presetSubtype="0" fill="hold" nodeType="afterEffect">
                                  <p:stCondLst>
                                    <p:cond delay="0"/>
                                  </p:stCondLst>
                                  <p:childTnLst>
                                    <p:set>
                                      <p:cBhvr>
                                        <p:cTn id="325" dur="1" fill="hold">
                                          <p:stCondLst>
                                            <p:cond delay="0"/>
                                          </p:stCondLst>
                                        </p:cTn>
                                        <p:tgtEl>
                                          <p:spTgt spid="142">
                                            <p:txEl>
                                              <p:charRg st="1" end="1"/>
                                            </p:txEl>
                                          </p:spTgt>
                                        </p:tgtEl>
                                        <p:attrNameLst>
                                          <p:attrName>style.visibility</p:attrName>
                                        </p:attrNameLst>
                                      </p:cBhvr>
                                      <p:to>
                                        <p:strVal val="visible"/>
                                      </p:to>
                                    </p:set>
                                    <p:animEffect transition="in" filter="fade">
                                      <p:cBhvr>
                                        <p:cTn id="326" dur="500"/>
                                        <p:tgtEl>
                                          <p:spTgt spid="142">
                                            <p:txEl>
                                              <p:charRg st="1" end="1"/>
                                            </p:txEl>
                                          </p:spTgt>
                                        </p:tgtEl>
                                      </p:cBhvr>
                                    </p:animEffect>
                                  </p:childTnLst>
                                </p:cTn>
                              </p:par>
                            </p:childTnLst>
                          </p:cTn>
                        </p:par>
                        <p:par>
                          <p:cTn id="327" fill="hold">
                            <p:stCondLst>
                              <p:cond delay="20750"/>
                            </p:stCondLst>
                            <p:childTnLst>
                              <p:par>
                                <p:cTn id="328" presetID="10" presetClass="entr" presetSubtype="0" fill="hold" nodeType="afterEffect">
                                  <p:stCondLst>
                                    <p:cond delay="0"/>
                                  </p:stCondLst>
                                  <p:childTnLst>
                                    <p:set>
                                      <p:cBhvr>
                                        <p:cTn id="329" dur="1" fill="hold">
                                          <p:stCondLst>
                                            <p:cond delay="0"/>
                                          </p:stCondLst>
                                        </p:cTn>
                                        <p:tgtEl>
                                          <p:spTgt spid="142">
                                            <p:txEl>
                                              <p:charRg st="1" end="1"/>
                                            </p:txEl>
                                          </p:spTgt>
                                        </p:tgtEl>
                                        <p:attrNameLst>
                                          <p:attrName>style.visibility</p:attrName>
                                        </p:attrNameLst>
                                      </p:cBhvr>
                                      <p:to>
                                        <p:strVal val="visible"/>
                                      </p:to>
                                    </p:set>
                                    <p:animEffect transition="in" filter="fade">
                                      <p:cBhvr>
                                        <p:cTn id="330" dur="500"/>
                                        <p:tgtEl>
                                          <p:spTgt spid="142">
                                            <p:txEl>
                                              <p:charRg st="1" end="1"/>
                                            </p:txEl>
                                          </p:spTgt>
                                        </p:tgtEl>
                                      </p:cBhvr>
                                    </p:animEffect>
                                  </p:childTnLst>
                                </p:cTn>
                              </p:par>
                            </p:childTnLst>
                          </p:cTn>
                        </p:par>
                        <p:par>
                          <p:cTn id="331" fill="hold">
                            <p:stCondLst>
                              <p:cond delay="21250"/>
                            </p:stCondLst>
                            <p:childTnLst>
                              <p:par>
                                <p:cTn id="332" presetID="10" presetClass="entr" presetSubtype="0" fill="hold" nodeType="afterEffect">
                                  <p:stCondLst>
                                    <p:cond delay="0"/>
                                  </p:stCondLst>
                                  <p:childTnLst>
                                    <p:set>
                                      <p:cBhvr>
                                        <p:cTn id="333" dur="1" fill="hold">
                                          <p:stCondLst>
                                            <p:cond delay="0"/>
                                          </p:stCondLst>
                                        </p:cTn>
                                        <p:tgtEl>
                                          <p:spTgt spid="142">
                                            <p:txEl>
                                              <p:charRg st="1" end="1"/>
                                            </p:txEl>
                                          </p:spTgt>
                                        </p:tgtEl>
                                        <p:attrNameLst>
                                          <p:attrName>style.visibility</p:attrName>
                                        </p:attrNameLst>
                                      </p:cBhvr>
                                      <p:to>
                                        <p:strVal val="visible"/>
                                      </p:to>
                                    </p:set>
                                    <p:animEffect transition="in" filter="fade">
                                      <p:cBhvr>
                                        <p:cTn id="334" dur="500"/>
                                        <p:tgtEl>
                                          <p:spTgt spid="142">
                                            <p:txEl>
                                              <p:charRg st="1" end="1"/>
                                            </p:txEl>
                                          </p:spTgt>
                                        </p:tgtEl>
                                      </p:cBhvr>
                                    </p:animEffect>
                                  </p:childTnLst>
                                </p:cTn>
                              </p:par>
                            </p:childTnLst>
                          </p:cTn>
                        </p:par>
                        <p:par>
                          <p:cTn id="335" fill="hold">
                            <p:stCondLst>
                              <p:cond delay="21750"/>
                            </p:stCondLst>
                            <p:childTnLst>
                              <p:par>
                                <p:cTn id="336" presetID="10" presetClass="entr" presetSubtype="0" fill="hold" nodeType="afterEffect">
                                  <p:stCondLst>
                                    <p:cond delay="0"/>
                                  </p:stCondLst>
                                  <p:childTnLst>
                                    <p:set>
                                      <p:cBhvr>
                                        <p:cTn id="337" dur="1" fill="hold">
                                          <p:stCondLst>
                                            <p:cond delay="0"/>
                                          </p:stCondLst>
                                        </p:cTn>
                                        <p:tgtEl>
                                          <p:spTgt spid="142">
                                            <p:txEl>
                                              <p:charRg st="1" end="1"/>
                                            </p:txEl>
                                          </p:spTgt>
                                        </p:tgtEl>
                                        <p:attrNameLst>
                                          <p:attrName>style.visibility</p:attrName>
                                        </p:attrNameLst>
                                      </p:cBhvr>
                                      <p:to>
                                        <p:strVal val="visible"/>
                                      </p:to>
                                    </p:set>
                                    <p:animEffect transition="in" filter="fade">
                                      <p:cBhvr>
                                        <p:cTn id="338" dur="500"/>
                                        <p:tgtEl>
                                          <p:spTgt spid="142">
                                            <p:txEl>
                                              <p:charRg st="1" end="1"/>
                                            </p:txEl>
                                          </p:spTgt>
                                        </p:tgtEl>
                                      </p:cBhvr>
                                    </p:animEffect>
                                  </p:childTnLst>
                                </p:cTn>
                              </p:par>
                            </p:childTnLst>
                          </p:cTn>
                        </p:par>
                        <p:par>
                          <p:cTn id="339" fill="hold">
                            <p:stCondLst>
                              <p:cond delay="22250"/>
                            </p:stCondLst>
                            <p:childTnLst>
                              <p:par>
                                <p:cTn id="340" presetID="10" presetClass="entr" presetSubtype="0" fill="hold" nodeType="afterEffect">
                                  <p:stCondLst>
                                    <p:cond delay="0"/>
                                  </p:stCondLst>
                                  <p:childTnLst>
                                    <p:set>
                                      <p:cBhvr>
                                        <p:cTn id="341" dur="1" fill="hold">
                                          <p:stCondLst>
                                            <p:cond delay="0"/>
                                          </p:stCondLst>
                                        </p:cTn>
                                        <p:tgtEl>
                                          <p:spTgt spid="142">
                                            <p:txEl>
                                              <p:charRg st="1" end="1"/>
                                            </p:txEl>
                                          </p:spTgt>
                                        </p:tgtEl>
                                        <p:attrNameLst>
                                          <p:attrName>style.visibility</p:attrName>
                                        </p:attrNameLst>
                                      </p:cBhvr>
                                      <p:to>
                                        <p:strVal val="visible"/>
                                      </p:to>
                                    </p:set>
                                    <p:animEffect transition="in" filter="fade">
                                      <p:cBhvr>
                                        <p:cTn id="342" dur="500"/>
                                        <p:tgtEl>
                                          <p:spTgt spid="142">
                                            <p:txEl>
                                              <p:charRg st="1" end="1"/>
                                            </p:txEl>
                                          </p:spTgt>
                                        </p:tgtEl>
                                      </p:cBhvr>
                                    </p:animEffect>
                                  </p:childTnLst>
                                </p:cTn>
                              </p:par>
                            </p:childTnLst>
                          </p:cTn>
                        </p:par>
                        <p:par>
                          <p:cTn id="343" fill="hold">
                            <p:stCondLst>
                              <p:cond delay="22750"/>
                            </p:stCondLst>
                            <p:childTnLst>
                              <p:par>
                                <p:cTn id="344" presetID="10" presetClass="entr" presetSubtype="0" fill="hold" nodeType="afterEffect">
                                  <p:stCondLst>
                                    <p:cond delay="0"/>
                                  </p:stCondLst>
                                  <p:childTnLst>
                                    <p:set>
                                      <p:cBhvr>
                                        <p:cTn id="345" dur="1" fill="hold">
                                          <p:stCondLst>
                                            <p:cond delay="0"/>
                                          </p:stCondLst>
                                        </p:cTn>
                                        <p:tgtEl>
                                          <p:spTgt spid="143">
                                            <p:txEl>
                                              <p:pRg st="0" end="0"/>
                                            </p:txEl>
                                          </p:spTgt>
                                        </p:tgtEl>
                                        <p:attrNameLst>
                                          <p:attrName>style.visibility</p:attrName>
                                        </p:attrNameLst>
                                      </p:cBhvr>
                                      <p:to>
                                        <p:strVal val="visible"/>
                                      </p:to>
                                    </p:set>
                                    <p:animEffect transition="in" filter="fade">
                                      <p:cBhvr>
                                        <p:cTn id="346" dur="750"/>
                                        <p:tgtEl>
                                          <p:spTgt spid="143">
                                            <p:txEl>
                                              <p:pRg st="0" end="0"/>
                                            </p:txEl>
                                          </p:spTgt>
                                        </p:tgtEl>
                                      </p:cBhvr>
                                    </p:animEffect>
                                  </p:childTnLst>
                                </p:cTn>
                              </p:par>
                            </p:childTnLst>
                          </p:cTn>
                        </p:par>
                        <p:par>
                          <p:cTn id="347" fill="hold">
                            <p:stCondLst>
                              <p:cond delay="23500"/>
                            </p:stCondLst>
                            <p:childTnLst>
                              <p:par>
                                <p:cTn id="348" presetID="10" presetClass="entr" presetSubtype="0" fill="hold" nodeType="afterEffect">
                                  <p:stCondLst>
                                    <p:cond delay="0"/>
                                  </p:stCondLst>
                                  <p:childTnLst>
                                    <p:set>
                                      <p:cBhvr>
                                        <p:cTn id="349" dur="1" fill="hold">
                                          <p:stCondLst>
                                            <p:cond delay="0"/>
                                          </p:stCondLst>
                                        </p:cTn>
                                        <p:tgtEl>
                                          <p:spTgt spid="143">
                                            <p:txEl>
                                              <p:charRg st="1" end="1"/>
                                            </p:txEl>
                                          </p:spTgt>
                                        </p:tgtEl>
                                        <p:attrNameLst>
                                          <p:attrName>style.visibility</p:attrName>
                                        </p:attrNameLst>
                                      </p:cBhvr>
                                      <p:to>
                                        <p:strVal val="visible"/>
                                      </p:to>
                                    </p:set>
                                    <p:animEffect transition="in" filter="fade">
                                      <p:cBhvr>
                                        <p:cTn id="350" dur="750"/>
                                        <p:tgtEl>
                                          <p:spTgt spid="143">
                                            <p:txEl>
                                              <p:charRg st="1" end="1"/>
                                            </p:txEl>
                                          </p:spTgt>
                                        </p:tgtEl>
                                      </p:cBhvr>
                                    </p:animEffect>
                                  </p:childTnLst>
                                </p:cTn>
                              </p:par>
                            </p:childTnLst>
                          </p:cTn>
                        </p:par>
                        <p:par>
                          <p:cTn id="351" fill="hold">
                            <p:stCondLst>
                              <p:cond delay="24250"/>
                            </p:stCondLst>
                            <p:childTnLst>
                              <p:par>
                                <p:cTn id="352" presetID="10" presetClass="entr" presetSubtype="0" fill="hold" nodeType="afterEffect">
                                  <p:stCondLst>
                                    <p:cond delay="0"/>
                                  </p:stCondLst>
                                  <p:childTnLst>
                                    <p:set>
                                      <p:cBhvr>
                                        <p:cTn id="353" dur="1" fill="hold">
                                          <p:stCondLst>
                                            <p:cond delay="0"/>
                                          </p:stCondLst>
                                        </p:cTn>
                                        <p:tgtEl>
                                          <p:spTgt spid="143">
                                            <p:txEl>
                                              <p:charRg st="1" end="1"/>
                                            </p:txEl>
                                          </p:spTgt>
                                        </p:tgtEl>
                                        <p:attrNameLst>
                                          <p:attrName>style.visibility</p:attrName>
                                        </p:attrNameLst>
                                      </p:cBhvr>
                                      <p:to>
                                        <p:strVal val="visible"/>
                                      </p:to>
                                    </p:set>
                                    <p:animEffect transition="in" filter="fade">
                                      <p:cBhvr>
                                        <p:cTn id="354" dur="750"/>
                                        <p:tgtEl>
                                          <p:spTgt spid="143">
                                            <p:txEl>
                                              <p:charRg st="1" end="1"/>
                                            </p:txEl>
                                          </p:spTgt>
                                        </p:tgtEl>
                                      </p:cBhvr>
                                    </p:animEffect>
                                  </p:childTnLst>
                                </p:cTn>
                              </p:par>
                            </p:childTnLst>
                          </p:cTn>
                        </p:par>
                        <p:par>
                          <p:cTn id="355" fill="hold">
                            <p:stCondLst>
                              <p:cond delay="25000"/>
                            </p:stCondLst>
                            <p:childTnLst>
                              <p:par>
                                <p:cTn id="356" presetID="10" presetClass="entr" presetSubtype="0" fill="hold" nodeType="afterEffect">
                                  <p:stCondLst>
                                    <p:cond delay="0"/>
                                  </p:stCondLst>
                                  <p:childTnLst>
                                    <p:set>
                                      <p:cBhvr>
                                        <p:cTn id="357" dur="1" fill="hold">
                                          <p:stCondLst>
                                            <p:cond delay="0"/>
                                          </p:stCondLst>
                                        </p:cTn>
                                        <p:tgtEl>
                                          <p:spTgt spid="143">
                                            <p:txEl>
                                              <p:charRg st="1" end="1"/>
                                            </p:txEl>
                                          </p:spTgt>
                                        </p:tgtEl>
                                        <p:attrNameLst>
                                          <p:attrName>style.visibility</p:attrName>
                                        </p:attrNameLst>
                                      </p:cBhvr>
                                      <p:to>
                                        <p:strVal val="visible"/>
                                      </p:to>
                                    </p:set>
                                    <p:animEffect transition="in" filter="fade">
                                      <p:cBhvr>
                                        <p:cTn id="358" dur="750"/>
                                        <p:tgtEl>
                                          <p:spTgt spid="143">
                                            <p:txEl>
                                              <p:charRg st="1" end="1"/>
                                            </p:txEl>
                                          </p:spTgt>
                                        </p:tgtEl>
                                      </p:cBhvr>
                                    </p:animEffect>
                                  </p:childTnLst>
                                </p:cTn>
                              </p:par>
                            </p:childTnLst>
                          </p:cTn>
                        </p:par>
                        <p:par>
                          <p:cTn id="359" fill="hold">
                            <p:stCondLst>
                              <p:cond delay="25750"/>
                            </p:stCondLst>
                            <p:childTnLst>
                              <p:par>
                                <p:cTn id="360" presetID="10" presetClass="entr" presetSubtype="0" fill="hold" nodeType="afterEffect">
                                  <p:stCondLst>
                                    <p:cond delay="0"/>
                                  </p:stCondLst>
                                  <p:childTnLst>
                                    <p:set>
                                      <p:cBhvr>
                                        <p:cTn id="361" dur="1" fill="hold">
                                          <p:stCondLst>
                                            <p:cond delay="0"/>
                                          </p:stCondLst>
                                        </p:cTn>
                                        <p:tgtEl>
                                          <p:spTgt spid="143">
                                            <p:txEl>
                                              <p:charRg st="1" end="1"/>
                                            </p:txEl>
                                          </p:spTgt>
                                        </p:tgtEl>
                                        <p:attrNameLst>
                                          <p:attrName>style.visibility</p:attrName>
                                        </p:attrNameLst>
                                      </p:cBhvr>
                                      <p:to>
                                        <p:strVal val="visible"/>
                                      </p:to>
                                    </p:set>
                                    <p:animEffect transition="in" filter="fade">
                                      <p:cBhvr>
                                        <p:cTn id="362" dur="750"/>
                                        <p:tgtEl>
                                          <p:spTgt spid="143">
                                            <p:txEl>
                                              <p:charRg st="1" end="1"/>
                                            </p:txEl>
                                          </p:spTgt>
                                        </p:tgtEl>
                                      </p:cBhvr>
                                    </p:animEffect>
                                  </p:childTnLst>
                                </p:cTn>
                              </p:par>
                            </p:childTnLst>
                          </p:cTn>
                        </p:par>
                        <p:par>
                          <p:cTn id="363" fill="hold">
                            <p:stCondLst>
                              <p:cond delay="26500"/>
                            </p:stCondLst>
                            <p:childTnLst>
                              <p:par>
                                <p:cTn id="364" presetID="10" presetClass="entr" presetSubtype="0" fill="hold" nodeType="afterEffect">
                                  <p:stCondLst>
                                    <p:cond delay="0"/>
                                  </p:stCondLst>
                                  <p:childTnLst>
                                    <p:set>
                                      <p:cBhvr>
                                        <p:cTn id="365" dur="1" fill="hold">
                                          <p:stCondLst>
                                            <p:cond delay="0"/>
                                          </p:stCondLst>
                                        </p:cTn>
                                        <p:tgtEl>
                                          <p:spTgt spid="143">
                                            <p:txEl>
                                              <p:charRg st="1" end="1"/>
                                            </p:txEl>
                                          </p:spTgt>
                                        </p:tgtEl>
                                        <p:attrNameLst>
                                          <p:attrName>style.visibility</p:attrName>
                                        </p:attrNameLst>
                                      </p:cBhvr>
                                      <p:to>
                                        <p:strVal val="visible"/>
                                      </p:to>
                                    </p:set>
                                    <p:animEffect transition="in" filter="fade">
                                      <p:cBhvr>
                                        <p:cTn id="366" dur="750"/>
                                        <p:tgtEl>
                                          <p:spTgt spid="143">
                                            <p:txEl>
                                              <p:charRg st="1" end="1"/>
                                            </p:txEl>
                                          </p:spTgt>
                                        </p:tgtEl>
                                      </p:cBhvr>
                                    </p:animEffect>
                                  </p:childTnLst>
                                </p:cTn>
                              </p:par>
                            </p:childTnLst>
                          </p:cTn>
                        </p:par>
                        <p:par>
                          <p:cTn id="367" fill="hold">
                            <p:stCondLst>
                              <p:cond delay="27250"/>
                            </p:stCondLst>
                            <p:childTnLst>
                              <p:par>
                                <p:cTn id="368" presetID="10" presetClass="entr" presetSubtype="0" fill="hold" nodeType="afterEffect">
                                  <p:stCondLst>
                                    <p:cond delay="0"/>
                                  </p:stCondLst>
                                  <p:childTnLst>
                                    <p:set>
                                      <p:cBhvr>
                                        <p:cTn id="369" dur="1" fill="hold">
                                          <p:stCondLst>
                                            <p:cond delay="0"/>
                                          </p:stCondLst>
                                        </p:cTn>
                                        <p:tgtEl>
                                          <p:spTgt spid="143">
                                            <p:txEl>
                                              <p:charRg st="1" end="1"/>
                                            </p:txEl>
                                          </p:spTgt>
                                        </p:tgtEl>
                                        <p:attrNameLst>
                                          <p:attrName>style.visibility</p:attrName>
                                        </p:attrNameLst>
                                      </p:cBhvr>
                                      <p:to>
                                        <p:strVal val="visible"/>
                                      </p:to>
                                    </p:set>
                                    <p:animEffect transition="in" filter="fade">
                                      <p:cBhvr>
                                        <p:cTn id="370" dur="750"/>
                                        <p:tgtEl>
                                          <p:spTgt spid="143">
                                            <p:txEl>
                                              <p:charRg st="1" end="1"/>
                                            </p:txEl>
                                          </p:spTgt>
                                        </p:tgtEl>
                                      </p:cBhvr>
                                    </p:animEffect>
                                  </p:childTnLst>
                                </p:cTn>
                              </p:par>
                            </p:childTnLst>
                          </p:cTn>
                        </p:par>
                        <p:par>
                          <p:cTn id="371" fill="hold">
                            <p:stCondLst>
                              <p:cond delay="28000"/>
                            </p:stCondLst>
                            <p:childTnLst>
                              <p:par>
                                <p:cTn id="372" presetID="10" presetClass="entr" presetSubtype="0" fill="hold" nodeType="afterEffect">
                                  <p:stCondLst>
                                    <p:cond delay="0"/>
                                  </p:stCondLst>
                                  <p:childTnLst>
                                    <p:set>
                                      <p:cBhvr>
                                        <p:cTn id="373" dur="1" fill="hold">
                                          <p:stCondLst>
                                            <p:cond delay="0"/>
                                          </p:stCondLst>
                                        </p:cTn>
                                        <p:tgtEl>
                                          <p:spTgt spid="143">
                                            <p:txEl>
                                              <p:charRg st="1" end="1"/>
                                            </p:txEl>
                                          </p:spTgt>
                                        </p:tgtEl>
                                        <p:attrNameLst>
                                          <p:attrName>style.visibility</p:attrName>
                                        </p:attrNameLst>
                                      </p:cBhvr>
                                      <p:to>
                                        <p:strVal val="visible"/>
                                      </p:to>
                                    </p:set>
                                    <p:animEffect transition="in" filter="fade">
                                      <p:cBhvr>
                                        <p:cTn id="374" dur="750"/>
                                        <p:tgtEl>
                                          <p:spTgt spid="143">
                                            <p:txEl>
                                              <p:charRg st="1" end="1"/>
                                            </p:txEl>
                                          </p:spTgt>
                                        </p:tgtEl>
                                      </p:cBhvr>
                                    </p:animEffect>
                                  </p:childTnLst>
                                </p:cTn>
                              </p:par>
                            </p:childTnLst>
                          </p:cTn>
                        </p:par>
                        <p:par>
                          <p:cTn id="375" fill="hold">
                            <p:stCondLst>
                              <p:cond delay="28750"/>
                            </p:stCondLst>
                            <p:childTnLst>
                              <p:par>
                                <p:cTn id="376" presetID="10" presetClass="entr" presetSubtype="0" fill="hold" nodeType="afterEffect">
                                  <p:stCondLst>
                                    <p:cond delay="0"/>
                                  </p:stCondLst>
                                  <p:childTnLst>
                                    <p:set>
                                      <p:cBhvr>
                                        <p:cTn id="377" dur="1" fill="hold">
                                          <p:stCondLst>
                                            <p:cond delay="0"/>
                                          </p:stCondLst>
                                        </p:cTn>
                                        <p:tgtEl>
                                          <p:spTgt spid="143">
                                            <p:txEl>
                                              <p:charRg st="1" end="1"/>
                                            </p:txEl>
                                          </p:spTgt>
                                        </p:tgtEl>
                                        <p:attrNameLst>
                                          <p:attrName>style.visibility</p:attrName>
                                        </p:attrNameLst>
                                      </p:cBhvr>
                                      <p:to>
                                        <p:strVal val="visible"/>
                                      </p:to>
                                    </p:set>
                                    <p:animEffect transition="in" filter="fade">
                                      <p:cBhvr>
                                        <p:cTn id="378" dur="750"/>
                                        <p:tgtEl>
                                          <p:spTgt spid="14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Layout" preserve="1">
  <p:cSld name="Agenda Layout">
    <p:bg>
      <p:bgPr>
        <a:blipFill>
          <a:blip r:embed="rId2" cstate="print">
            <a:alphaModFix/>
          </a:blip>
          <a:stretch>
            <a:fillRect/>
          </a:stretch>
        </a:blipFill>
        <a:effectLst/>
      </p:bgPr>
    </p:bg>
    <p:spTree>
      <p:nvGrpSpPr>
        <p:cNvPr id="1" name="Shape 144"/>
        <p:cNvGrpSpPr/>
        <p:nvPr/>
      </p:nvGrpSpPr>
      <p:grpSpPr>
        <a:xfrm>
          <a:off x="0" y="0"/>
          <a:ext cx="0" cy="0"/>
          <a:chOff x="0" y="0"/>
          <a:chExt cx="0" cy="0"/>
        </a:xfrm>
      </p:grpSpPr>
    </p:spTree>
    <p:extLst>
      <p:ext uri="{BB962C8B-B14F-4D97-AF65-F5344CB8AC3E}">
        <p14:creationId xmlns:p14="http://schemas.microsoft.com/office/powerpoint/2010/main" val="2133814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82570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22" cstate="print">
            <a:alphaModFix/>
          </a:blip>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1pPr>
            <a:lvl2pPr marR="0" lvl="1"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2pPr>
            <a:lvl3pPr marR="0" lvl="2"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3pPr>
            <a:lvl4pPr marR="0" lvl="3"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4pPr>
            <a:lvl5pPr marR="0" lvl="4"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5pPr>
            <a:lvl6pPr marR="0" lvl="5"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6pPr>
            <a:lvl7pPr marR="0" lvl="6"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7pPr>
            <a:lvl8pPr marR="0" lvl="7"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8pPr>
            <a:lvl9pPr marR="0" lvl="8"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0047594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0.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3.jpe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sv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svg"/></Relationships>
</file>

<file path=ppt/slides/_rels/slide26.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65.png"/><Relationship Id="rId3" Type="http://schemas.openxmlformats.org/officeDocument/2006/relationships/image" Target="../media/image53.jpeg"/><Relationship Id="rId7" Type="http://schemas.openxmlformats.org/officeDocument/2006/relationships/image" Target="../media/image60.png"/><Relationship Id="rId12" Type="http://schemas.openxmlformats.org/officeDocument/2006/relationships/image" Target="../media/image57.png"/><Relationship Id="rId2" Type="http://schemas.openxmlformats.org/officeDocument/2006/relationships/notesSlide" Target="../notesSlides/notesSlide14.xml"/><Relationship Id="rId16" Type="http://schemas.microsoft.com/office/2007/relationships/hdphoto" Target="../media/hdphoto3.wdp"/><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54.png"/><Relationship Id="rId5" Type="http://schemas.openxmlformats.org/officeDocument/2006/relationships/image" Target="../media/image58.png"/><Relationship Id="rId15" Type="http://schemas.openxmlformats.org/officeDocument/2006/relationships/image" Target="../media/image66.png"/><Relationship Id="rId10" Type="http://schemas.openxmlformats.org/officeDocument/2006/relationships/image" Target="../media/image63.png"/><Relationship Id="rId4" Type="http://schemas.openxmlformats.org/officeDocument/2006/relationships/image" Target="../media/image56.png"/><Relationship Id="rId9" Type="http://schemas.openxmlformats.org/officeDocument/2006/relationships/image" Target="../media/image64.png"/><Relationship Id="rId14" Type="http://schemas.microsoft.com/office/2007/relationships/hdphoto" Target="../media/hdphoto2.wdp"/></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webm"/><Relationship Id="rId1" Type="http://schemas.microsoft.com/office/2007/relationships/media" Target="../media/media1.webm"/><Relationship Id="rId5" Type="http://schemas.openxmlformats.org/officeDocument/2006/relationships/image" Target="../media/image72.png"/><Relationship Id="rId4"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video" Target="../media/media2.webm"/><Relationship Id="rId1" Type="http://schemas.microsoft.com/office/2007/relationships/media" Target="../media/media2.webm"/><Relationship Id="rId5" Type="http://schemas.openxmlformats.org/officeDocument/2006/relationships/image" Target="../media/image73.png"/><Relationship Id="rId4"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webm"/><Relationship Id="rId1" Type="http://schemas.microsoft.com/office/2007/relationships/media" Target="../media/media3.webm"/><Relationship Id="rId5" Type="http://schemas.openxmlformats.org/officeDocument/2006/relationships/image" Target="../media/image74.png"/><Relationship Id="rId4"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jpeg"/></Relationships>
</file>

<file path=ppt/slides/_rels/slide37.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4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4000" y="1762442"/>
            <a:ext cx="9144000" cy="2387700"/>
          </a:xfrm>
        </p:spPr>
        <p:txBody>
          <a:bodyPr>
            <a:normAutofit/>
          </a:bodyPr>
          <a:lstStyle/>
          <a:p>
            <a:r>
              <a:rPr lang="fr-FR" sz="4400" dirty="0">
                <a:solidFill>
                  <a:schemeClr val="bg2">
                    <a:lumMod val="75000"/>
                  </a:schemeClr>
                </a:solidFill>
              </a:rPr>
              <a:t>Chapitre 1</a:t>
            </a:r>
            <a:br>
              <a:rPr lang="fr-FR" dirty="0"/>
            </a:br>
            <a:r>
              <a:rPr lang="fr-FR" sz="4800" dirty="0"/>
              <a:t>Adressage IPv4</a:t>
            </a:r>
            <a:endParaRPr lang="en-US" sz="4800" dirty="0"/>
          </a:p>
        </p:txBody>
      </p:sp>
      <p:sp>
        <p:nvSpPr>
          <p:cNvPr id="3" name="Sous-titre 2"/>
          <p:cNvSpPr>
            <a:spLocks noGrp="1"/>
          </p:cNvSpPr>
          <p:nvPr>
            <p:ph type="body" idx="1"/>
          </p:nvPr>
        </p:nvSpPr>
        <p:spPr>
          <a:xfrm>
            <a:off x="1524000" y="4242117"/>
            <a:ext cx="9144000" cy="1655700"/>
          </a:xfrm>
        </p:spPr>
        <p:txBody>
          <a:bodyPr/>
          <a:lstStyle/>
          <a:p>
            <a:r>
              <a:rPr lang="fr-FR" i="1" dirty="0">
                <a:latin typeface="Times New Roman" panose="02020603050405020304" pitchFamily="18" charset="0"/>
                <a:cs typeface="Times New Roman" panose="02020603050405020304" pitchFamily="18" charset="0"/>
              </a:rPr>
              <a:t>Module IP Essentials</a:t>
            </a:r>
          </a:p>
          <a:p>
            <a:r>
              <a:rPr lang="fr-FR" dirty="0">
                <a:latin typeface="Times New Roman" panose="02020603050405020304" pitchFamily="18" charset="0"/>
                <a:cs typeface="Times New Roman" panose="02020603050405020304" pitchFamily="18" charset="0"/>
              </a:rPr>
              <a:t>3</a:t>
            </a:r>
            <a:r>
              <a:rPr lang="fr-FR" baseline="30000" dirty="0">
                <a:latin typeface="Times New Roman" panose="02020603050405020304" pitchFamily="18" charset="0"/>
                <a:cs typeface="Times New Roman" panose="02020603050405020304" pitchFamily="18" charset="0"/>
              </a:rPr>
              <a:t>ème</a:t>
            </a:r>
            <a:r>
              <a:rPr lang="fr-FR" dirty="0">
                <a:latin typeface="Times New Roman" panose="02020603050405020304" pitchFamily="18" charset="0"/>
                <a:cs typeface="Times New Roman" panose="02020603050405020304" pitchFamily="18" charset="0"/>
              </a:rPr>
              <a:t> Année</a:t>
            </a:r>
            <a:endParaRPr lang="en-US"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2022/2023 </a:t>
            </a:r>
          </a:p>
        </p:txBody>
      </p:sp>
    </p:spTree>
    <p:extLst>
      <p:ext uri="{BB962C8B-B14F-4D97-AF65-F5344CB8AC3E}">
        <p14:creationId xmlns:p14="http://schemas.microsoft.com/office/powerpoint/2010/main" val="298125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2406946A-E88A-4FC8-A98C-66470F5BF273}"/>
              </a:ext>
            </a:extLst>
          </p:cNvPr>
          <p:cNvSpPr/>
          <p:nvPr/>
        </p:nvSpPr>
        <p:spPr>
          <a:xfrm>
            <a:off x="1966572" y="1825053"/>
            <a:ext cx="1483031" cy="1435061"/>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CBB6A52D-40FD-452E-BB0D-53D6CD4E5EEC}"/>
              </a:ext>
            </a:extLst>
          </p:cNvPr>
          <p:cNvGrpSpPr/>
          <p:nvPr/>
        </p:nvGrpSpPr>
        <p:grpSpPr>
          <a:xfrm>
            <a:off x="2863634" y="1825054"/>
            <a:ext cx="8130021" cy="1435060"/>
            <a:chOff x="2189480" y="2153920"/>
            <a:chExt cx="7213599" cy="1137920"/>
          </a:xfrm>
          <a:solidFill>
            <a:srgbClr val="C00000"/>
          </a:solidFill>
        </p:grpSpPr>
        <p:sp>
          <p:nvSpPr>
            <p:cNvPr id="5" name="Arrow: Chevron 4">
              <a:extLst>
                <a:ext uri="{FF2B5EF4-FFF2-40B4-BE49-F238E27FC236}">
                  <a16:creationId xmlns:a16="http://schemas.microsoft.com/office/drawing/2014/main" id="{05A51B60-31A0-4A2E-98C1-436A01D89269}"/>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A22F082-B58B-48F3-8617-EC965117E88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7" name="Arrow: Pentagon 6">
            <a:extLst>
              <a:ext uri="{FF2B5EF4-FFF2-40B4-BE49-F238E27FC236}">
                <a16:creationId xmlns:a16="http://schemas.microsoft.com/office/drawing/2014/main" id="{E167B201-31CC-441A-A350-AFE1EE2B3BFF}"/>
              </a:ext>
            </a:extLst>
          </p:cNvPr>
          <p:cNvSpPr/>
          <p:nvPr/>
        </p:nvSpPr>
        <p:spPr>
          <a:xfrm>
            <a:off x="1966572" y="3468055"/>
            <a:ext cx="1483031" cy="1013538"/>
          </a:xfrm>
          <a:prstGeom prst="homePlate">
            <a:avLst/>
          </a:prstGeom>
          <a:solidFill>
            <a:srgbClr val="EA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8F8AA9B2-6CAA-4C9E-8EFC-77CE589BA17D}"/>
              </a:ext>
            </a:extLst>
          </p:cNvPr>
          <p:cNvGrpSpPr/>
          <p:nvPr/>
        </p:nvGrpSpPr>
        <p:grpSpPr>
          <a:xfrm>
            <a:off x="3016031" y="3468054"/>
            <a:ext cx="7977623" cy="1026006"/>
            <a:chOff x="2189480" y="2153920"/>
            <a:chExt cx="7213599" cy="1021832"/>
          </a:xfrm>
          <a:solidFill>
            <a:srgbClr val="EA2B26"/>
          </a:solidFill>
        </p:grpSpPr>
        <p:sp>
          <p:nvSpPr>
            <p:cNvPr id="9" name="Arrow: Chevron 8">
              <a:extLst>
                <a:ext uri="{FF2B5EF4-FFF2-40B4-BE49-F238E27FC236}">
                  <a16:creationId xmlns:a16="http://schemas.microsoft.com/office/drawing/2014/main" id="{C10C4341-591E-4CAB-B9DD-FE0995D3D5EF}"/>
                </a:ext>
              </a:extLst>
            </p:cNvPr>
            <p:cNvSpPr/>
            <p:nvPr/>
          </p:nvSpPr>
          <p:spPr>
            <a:xfrm>
              <a:off x="2189480" y="2153921"/>
              <a:ext cx="7172960" cy="1021831"/>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7AC3C9D-2DFE-40DB-A69D-66C32B6C0814}"/>
                </a:ext>
              </a:extLst>
            </p:cNvPr>
            <p:cNvSpPr/>
            <p:nvPr/>
          </p:nvSpPr>
          <p:spPr>
            <a:xfrm>
              <a:off x="7779408" y="2153920"/>
              <a:ext cx="1623671" cy="10218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Arrow: Pentagon 10">
            <a:extLst>
              <a:ext uri="{FF2B5EF4-FFF2-40B4-BE49-F238E27FC236}">
                <a16:creationId xmlns:a16="http://schemas.microsoft.com/office/drawing/2014/main" id="{346DA488-627C-4261-9B61-087BAD6D53B5}"/>
              </a:ext>
            </a:extLst>
          </p:cNvPr>
          <p:cNvSpPr/>
          <p:nvPr/>
        </p:nvSpPr>
        <p:spPr>
          <a:xfrm>
            <a:off x="1966572" y="4697404"/>
            <a:ext cx="1483031" cy="859540"/>
          </a:xfrm>
          <a:prstGeom prst="homePlate">
            <a:avLst/>
          </a:prstGeom>
          <a:solidFill>
            <a:srgbClr val="E765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11D901A-197C-418B-B6A8-396960BE1D69}"/>
              </a:ext>
            </a:extLst>
          </p:cNvPr>
          <p:cNvGrpSpPr/>
          <p:nvPr/>
        </p:nvGrpSpPr>
        <p:grpSpPr>
          <a:xfrm>
            <a:off x="3146658" y="4697404"/>
            <a:ext cx="7846998" cy="859540"/>
            <a:chOff x="2189480" y="2153920"/>
            <a:chExt cx="7213599" cy="1137920"/>
          </a:xfrm>
          <a:solidFill>
            <a:srgbClr val="E76541"/>
          </a:solidFill>
        </p:grpSpPr>
        <p:sp>
          <p:nvSpPr>
            <p:cNvPr id="13" name="Arrow: Chevron 12">
              <a:extLst>
                <a:ext uri="{FF2B5EF4-FFF2-40B4-BE49-F238E27FC236}">
                  <a16:creationId xmlns:a16="http://schemas.microsoft.com/office/drawing/2014/main" id="{764D777E-C15B-4130-9C12-E71D60F049D6}"/>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AAF8B01-D1CB-4816-B150-E332E631BB9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5" name="Arrow: Pentagon 14">
            <a:extLst>
              <a:ext uri="{FF2B5EF4-FFF2-40B4-BE49-F238E27FC236}">
                <a16:creationId xmlns:a16="http://schemas.microsoft.com/office/drawing/2014/main" id="{C01B87A7-7778-4382-A241-093AECDBB725}"/>
              </a:ext>
            </a:extLst>
          </p:cNvPr>
          <p:cNvSpPr/>
          <p:nvPr/>
        </p:nvSpPr>
        <p:spPr>
          <a:xfrm>
            <a:off x="1966572" y="5733666"/>
            <a:ext cx="1483031" cy="859540"/>
          </a:xfrm>
          <a:prstGeom prst="homePlate">
            <a:avLst/>
          </a:prstGeom>
          <a:solidFill>
            <a:srgbClr val="FF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DCC12990-D6B3-499A-A6FE-B4070B1C13FB}"/>
              </a:ext>
            </a:extLst>
          </p:cNvPr>
          <p:cNvGrpSpPr/>
          <p:nvPr/>
        </p:nvGrpSpPr>
        <p:grpSpPr>
          <a:xfrm>
            <a:off x="3146658" y="5733666"/>
            <a:ext cx="7846998" cy="859540"/>
            <a:chOff x="2189480" y="2153920"/>
            <a:chExt cx="7213599" cy="1137920"/>
          </a:xfrm>
          <a:solidFill>
            <a:srgbClr val="FF7171"/>
          </a:solidFill>
        </p:grpSpPr>
        <p:sp>
          <p:nvSpPr>
            <p:cNvPr id="17" name="Arrow: Chevron 16">
              <a:extLst>
                <a:ext uri="{FF2B5EF4-FFF2-40B4-BE49-F238E27FC236}">
                  <a16:creationId xmlns:a16="http://schemas.microsoft.com/office/drawing/2014/main" id="{5ACC1D4F-F5F0-493C-97EC-27CCAE4793E7}"/>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048177E-8AAC-4BD6-9E7E-CB32FC318CE9}"/>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3" name="TextBox 22">
            <a:extLst>
              <a:ext uri="{FF2B5EF4-FFF2-40B4-BE49-F238E27FC236}">
                <a16:creationId xmlns:a16="http://schemas.microsoft.com/office/drawing/2014/main" id="{37D74C06-2508-48F9-81C5-F26CAE209AA3}"/>
              </a:ext>
            </a:extLst>
          </p:cNvPr>
          <p:cNvSpPr txBox="1"/>
          <p:nvPr/>
        </p:nvSpPr>
        <p:spPr>
          <a:xfrm>
            <a:off x="2033804" y="1895354"/>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01</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4" name="TextBox 23">
            <a:extLst>
              <a:ext uri="{FF2B5EF4-FFF2-40B4-BE49-F238E27FC236}">
                <a16:creationId xmlns:a16="http://schemas.microsoft.com/office/drawing/2014/main" id="{71E6139F-E8FE-4138-815D-9F6011D98B25}"/>
              </a:ext>
            </a:extLst>
          </p:cNvPr>
          <p:cNvSpPr txBox="1"/>
          <p:nvPr/>
        </p:nvSpPr>
        <p:spPr>
          <a:xfrm>
            <a:off x="2033802" y="3679668"/>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2</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5" name="TextBox 24">
            <a:extLst>
              <a:ext uri="{FF2B5EF4-FFF2-40B4-BE49-F238E27FC236}">
                <a16:creationId xmlns:a16="http://schemas.microsoft.com/office/drawing/2014/main" id="{2C85917B-D991-438C-83DE-588266699511}"/>
              </a:ext>
            </a:extLst>
          </p:cNvPr>
          <p:cNvSpPr txBox="1"/>
          <p:nvPr/>
        </p:nvSpPr>
        <p:spPr>
          <a:xfrm>
            <a:off x="2033803" y="4785589"/>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3</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6" name="TextBox 25">
            <a:extLst>
              <a:ext uri="{FF2B5EF4-FFF2-40B4-BE49-F238E27FC236}">
                <a16:creationId xmlns:a16="http://schemas.microsoft.com/office/drawing/2014/main" id="{7F6849BB-5FCC-484A-B778-5DF97AA35EEA}"/>
              </a:ext>
            </a:extLst>
          </p:cNvPr>
          <p:cNvSpPr txBox="1"/>
          <p:nvPr/>
        </p:nvSpPr>
        <p:spPr>
          <a:xfrm>
            <a:off x="2033804" y="5809493"/>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4</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8" name="TextBox 27">
            <a:extLst>
              <a:ext uri="{FF2B5EF4-FFF2-40B4-BE49-F238E27FC236}">
                <a16:creationId xmlns:a16="http://schemas.microsoft.com/office/drawing/2014/main" id="{E21C088E-E866-46D0-A590-EC9B0F38B034}"/>
              </a:ext>
            </a:extLst>
          </p:cNvPr>
          <p:cNvSpPr txBox="1"/>
          <p:nvPr/>
        </p:nvSpPr>
        <p:spPr>
          <a:xfrm>
            <a:off x="3557029" y="1909131"/>
            <a:ext cx="7280860" cy="1389868"/>
          </a:xfrm>
          <a:prstGeom prst="rect">
            <a:avLst/>
          </a:prstGeom>
          <a:noFill/>
        </p:spPr>
        <p:txBody>
          <a:bodyPr wrap="square" rtlCol="0">
            <a:spAutoFit/>
          </a:bodyPr>
          <a:lstStyle/>
          <a:p>
            <a:pPr marL="342900" indent="-342900" algn="just">
              <a:lnSpc>
                <a:spcPct val="115000"/>
              </a:lnSpc>
              <a:spcAft>
                <a:spcPts val="1000"/>
              </a:spcAft>
              <a:buFont typeface="Symbol" panose="05050102010706020507" pitchFamily="18" charset="2"/>
              <a:buChar char=""/>
            </a:pPr>
            <a:r>
              <a:rPr lang="fr-FR" sz="2000" dirty="0">
                <a:solidFill>
                  <a:srgbClr val="000000"/>
                </a:solidFill>
                <a:effectLst/>
                <a:latin typeface="Cambria" panose="02040503050406030204" pitchFamily="18" charset="0"/>
                <a:ea typeface="Times New Roman" panose="02020603050405020304" pitchFamily="18" charset="0"/>
              </a:rPr>
              <a:t>Définir l</a:t>
            </a:r>
            <a:r>
              <a:rPr lang="x-none" sz="2000" dirty="0">
                <a:solidFill>
                  <a:srgbClr val="000000"/>
                </a:solidFill>
                <a:effectLst/>
                <a:latin typeface="Cambria" panose="02040503050406030204" pitchFamily="18" charset="0"/>
                <a:ea typeface="Times New Roman" panose="02020603050405020304" pitchFamily="18" charset="0"/>
              </a:rPr>
              <a:t>es protocoles de la couche réseau</a:t>
            </a:r>
            <a:r>
              <a:rPr lang="fr-FR" sz="2000" dirty="0">
                <a:solidFill>
                  <a:srgbClr val="000000"/>
                </a:solidFill>
                <a:effectLst/>
                <a:latin typeface="Cambria" panose="02040503050406030204" pitchFamily="18" charset="0"/>
                <a:ea typeface="Times New Roman" panose="02020603050405020304" pitchFamily="18" charset="0"/>
              </a:rPr>
              <a:t> (IPv4 et IPv6)</a:t>
            </a:r>
            <a:endParaRPr lang="fr-TN" sz="2000" dirty="0">
              <a:solidFill>
                <a:srgbClr val="000000"/>
              </a:solidFill>
              <a:effectLst/>
              <a:latin typeface="Times New Roman" panose="02020603050405020304" pitchFamily="18" charset="0"/>
              <a:ea typeface="Times New Roman" panose="02020603050405020304" pitchFamily="18" charset="0"/>
            </a:endParaRPr>
          </a:p>
          <a:p>
            <a:pPr marL="342900" indent="-342900" algn="just">
              <a:lnSpc>
                <a:spcPct val="115000"/>
              </a:lnSpc>
              <a:spcAft>
                <a:spcPts val="1000"/>
              </a:spcAft>
              <a:buFont typeface="Symbol" panose="05050102010706020507" pitchFamily="18" charset="2"/>
              <a:buChar char=""/>
            </a:pPr>
            <a:r>
              <a:rPr lang="fr-FR"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Définir le masque de sous-réseau</a:t>
            </a:r>
          </a:p>
          <a:p>
            <a:pPr marL="342900" indent="-342900" algn="just">
              <a:lnSpc>
                <a:spcPct val="115000"/>
              </a:lnSpc>
              <a:spcAft>
                <a:spcPts val="1000"/>
              </a:spcAft>
              <a:buFont typeface="Symbol" panose="05050102010706020507" pitchFamily="18" charset="2"/>
              <a:buChar char=""/>
            </a:pPr>
            <a:r>
              <a:rPr lang="fr-FR"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Calculer les adresses réseau, d'hôte et de diffusion</a:t>
            </a:r>
            <a:endParaRPr lang="fr-TN" sz="2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29" name="TextBox 28">
            <a:extLst>
              <a:ext uri="{FF2B5EF4-FFF2-40B4-BE49-F238E27FC236}">
                <a16:creationId xmlns:a16="http://schemas.microsoft.com/office/drawing/2014/main" id="{3CD07221-9231-4F26-9A19-5BA28ED1E8FE}"/>
              </a:ext>
            </a:extLst>
          </p:cNvPr>
          <p:cNvSpPr txBox="1"/>
          <p:nvPr/>
        </p:nvSpPr>
        <p:spPr>
          <a:xfrm>
            <a:off x="3633497" y="3523993"/>
            <a:ext cx="6860334" cy="779444"/>
          </a:xfrm>
          <a:prstGeom prst="rect">
            <a:avLst/>
          </a:prstGeom>
          <a:noFill/>
        </p:spPr>
        <p:txBody>
          <a:bodyPr wrap="square" rtlCol="0">
            <a:spAutoFit/>
          </a:bodyPr>
          <a:lstStyle/>
          <a:p>
            <a:pPr marL="342900" indent="-342900" algn="just">
              <a:lnSpc>
                <a:spcPct val="115000"/>
              </a:lnSpc>
              <a:spcAft>
                <a:spcPts val="1000"/>
              </a:spcAft>
              <a:buFont typeface="Symbol" panose="05050102010706020507" pitchFamily="18" charset="2"/>
              <a:buChar char=""/>
            </a:pPr>
            <a:r>
              <a:rPr lang="fr-FR"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Citer les différents types de communication IPv4 (</a:t>
            </a:r>
            <a:r>
              <a:rPr lang="fr-FR" sz="2000" dirty="0">
                <a:solidFill>
                  <a:srgbClr val="000000"/>
                </a:solidFill>
                <a:latin typeface="Calibri" panose="020F0502020204030204" pitchFamily="34" charset="0"/>
                <a:ea typeface="Cambria" panose="02040503050406030204" pitchFamily="18" charset="0"/>
                <a:cs typeface="Calibri" panose="020F0502020204030204" pitchFamily="34" charset="0"/>
              </a:rPr>
              <a:t>monodiffusion</a:t>
            </a:r>
            <a:r>
              <a:rPr lang="fr-FR"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diffusion et multidiffusion)</a:t>
            </a:r>
            <a:endParaRPr lang="fr-TN" sz="2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30" name="TextBox 29">
            <a:extLst>
              <a:ext uri="{FF2B5EF4-FFF2-40B4-BE49-F238E27FC236}">
                <a16:creationId xmlns:a16="http://schemas.microsoft.com/office/drawing/2014/main" id="{3978BFEB-19D5-4599-8DF0-E2CD5C9AF99B}"/>
              </a:ext>
            </a:extLst>
          </p:cNvPr>
          <p:cNvSpPr txBox="1"/>
          <p:nvPr/>
        </p:nvSpPr>
        <p:spPr>
          <a:xfrm>
            <a:off x="3675162" y="4835397"/>
            <a:ext cx="6997837" cy="417550"/>
          </a:xfrm>
          <a:prstGeom prst="rect">
            <a:avLst/>
          </a:prstGeom>
          <a:noFill/>
        </p:spPr>
        <p:txBody>
          <a:bodyPr wrap="square" rtlCol="0">
            <a:spAutoFit/>
          </a:bodyPr>
          <a:lstStyle/>
          <a:p>
            <a:pPr marL="342900" indent="-342900" algn="just">
              <a:lnSpc>
                <a:spcPct val="115000"/>
              </a:lnSpc>
              <a:spcAft>
                <a:spcPts val="1000"/>
              </a:spcAft>
              <a:buFont typeface="Symbol" panose="05050102010706020507" pitchFamily="18" charset="2"/>
              <a:buChar char=""/>
            </a:pPr>
            <a:r>
              <a:rPr lang="fr-FR" sz="2000" dirty="0">
                <a:solidFill>
                  <a:srgbClr val="000000"/>
                </a:solidFill>
                <a:latin typeface="Cambria" panose="02040503050406030204" pitchFamily="18" charset="0"/>
                <a:ea typeface="Times New Roman" panose="02020603050405020304" pitchFamily="18" charset="0"/>
              </a:rPr>
              <a:t>Différencier les adresses IPv4 publiques et privées</a:t>
            </a:r>
            <a:endParaRPr lang="fr-TN" sz="3200" dirty="0">
              <a:solidFill>
                <a:srgbClr val="000000"/>
              </a:solidFill>
              <a:latin typeface="Times New Roman" panose="02020603050405020304" pitchFamily="18" charset="0"/>
              <a:ea typeface="Times New Roman" panose="02020603050405020304" pitchFamily="18" charset="0"/>
            </a:endParaRPr>
          </a:p>
        </p:txBody>
      </p:sp>
      <p:sp>
        <p:nvSpPr>
          <p:cNvPr id="31" name="TextBox 30">
            <a:extLst>
              <a:ext uri="{FF2B5EF4-FFF2-40B4-BE49-F238E27FC236}">
                <a16:creationId xmlns:a16="http://schemas.microsoft.com/office/drawing/2014/main" id="{6B8A5CA9-CA74-4789-AA2A-7339342AAAF1}"/>
              </a:ext>
            </a:extLst>
          </p:cNvPr>
          <p:cNvSpPr txBox="1"/>
          <p:nvPr/>
        </p:nvSpPr>
        <p:spPr>
          <a:xfrm>
            <a:off x="3675162" y="5756107"/>
            <a:ext cx="6784405" cy="777457"/>
          </a:xfrm>
          <a:prstGeom prst="rect">
            <a:avLst/>
          </a:prstGeom>
          <a:noFill/>
        </p:spPr>
        <p:txBody>
          <a:bodyPr wrap="square" rtlCol="0">
            <a:spAutoFit/>
          </a:bodyPr>
          <a:lstStyle/>
          <a:p>
            <a:pPr marL="342900" indent="-342900" algn="just">
              <a:lnSpc>
                <a:spcPct val="115000"/>
              </a:lnSpc>
              <a:spcAft>
                <a:spcPts val="1000"/>
              </a:spcAft>
              <a:buFont typeface="Symbol" panose="05050102010706020507" pitchFamily="18" charset="2"/>
              <a:buChar char=""/>
            </a:pPr>
            <a:r>
              <a:rPr lang="fr-FR" sz="2000" dirty="0">
                <a:solidFill>
                  <a:srgbClr val="000000"/>
                </a:solidFill>
                <a:latin typeface="Cambria" panose="02040503050406030204" pitchFamily="18" charset="0"/>
                <a:ea typeface="Times New Roman" panose="02020603050405020304" pitchFamily="18" charset="0"/>
              </a:rPr>
              <a:t>Distinguer les adresses spécifiques (</a:t>
            </a:r>
            <a:r>
              <a:rPr lang="fr-FR" sz="2000" dirty="0">
                <a:solidFill>
                  <a:srgbClr val="000000"/>
                </a:solidFill>
                <a:latin typeface="Cambria" panose="02040503050406030204" pitchFamily="18" charset="0"/>
                <a:ea typeface="MS PGothic" panose="020B0600070205080204" pitchFamily="34" charset="-128"/>
              </a:rPr>
              <a:t>Loopback</a:t>
            </a:r>
            <a:r>
              <a:rPr lang="fr-FR" sz="2000" dirty="0">
                <a:solidFill>
                  <a:srgbClr val="000000"/>
                </a:solidFill>
                <a:latin typeface="Cambria" panose="02040503050406030204" pitchFamily="18" charset="0"/>
                <a:ea typeface="Times New Roman" panose="02020603050405020304" pitchFamily="18" charset="0"/>
              </a:rPr>
              <a:t>, </a:t>
            </a:r>
            <a:r>
              <a:rPr lang="fr-FR" sz="2000" dirty="0">
                <a:solidFill>
                  <a:srgbClr val="000000"/>
                </a:solidFill>
                <a:latin typeface="Cambria" panose="02040503050406030204" pitchFamily="18" charset="0"/>
                <a:ea typeface="MS PGothic" panose="020B0600070205080204" pitchFamily="34" charset="-128"/>
              </a:rPr>
              <a:t>Link-Local</a:t>
            </a:r>
            <a:r>
              <a:rPr lang="fr-FR" sz="2000" dirty="0">
                <a:solidFill>
                  <a:srgbClr val="000000"/>
                </a:solidFill>
                <a:latin typeface="Cambria" panose="02040503050406030204" pitchFamily="18" charset="0"/>
                <a:ea typeface="Times New Roman" panose="02020603050405020304" pitchFamily="18" charset="0"/>
              </a:rPr>
              <a:t> et </a:t>
            </a:r>
            <a:r>
              <a:rPr lang="fr-FR" sz="2000" dirty="0">
                <a:solidFill>
                  <a:srgbClr val="000000"/>
                </a:solidFill>
                <a:latin typeface="Cambria" panose="02040503050406030204" pitchFamily="18" charset="0"/>
                <a:ea typeface="MS PGothic" panose="020B0600070205080204" pitchFamily="34" charset="-128"/>
              </a:rPr>
              <a:t>TEST-NET</a:t>
            </a:r>
            <a:r>
              <a:rPr lang="fr-FR" sz="2000" dirty="0">
                <a:solidFill>
                  <a:srgbClr val="000000"/>
                </a:solidFill>
                <a:latin typeface="Cambria" panose="02040503050406030204" pitchFamily="18" charset="0"/>
                <a:ea typeface="Times New Roman" panose="02020603050405020304" pitchFamily="18" charset="0"/>
              </a:rPr>
              <a:t>)</a:t>
            </a:r>
            <a:endParaRPr lang="fr-TN" sz="3200" dirty="0">
              <a:solidFill>
                <a:srgbClr val="000000"/>
              </a:solidFill>
              <a:latin typeface="Times New Roman" panose="02020603050405020304" pitchFamily="18" charset="0"/>
              <a:ea typeface="Times New Roman" panose="02020603050405020304" pitchFamily="18" charset="0"/>
            </a:endParaRPr>
          </a:p>
        </p:txBody>
      </p:sp>
      <p:sp>
        <p:nvSpPr>
          <p:cNvPr id="33" name="Rectangle 2">
            <a:extLst>
              <a:ext uri="{FF2B5EF4-FFF2-40B4-BE49-F238E27FC236}">
                <a16:creationId xmlns:a16="http://schemas.microsoft.com/office/drawing/2014/main" id="{6F82EB86-8566-4AD4-BE3B-7F5A382E6786}"/>
              </a:ext>
            </a:extLst>
          </p:cNvPr>
          <p:cNvSpPr txBox="1">
            <a:spLocks noChangeArrowheads="1"/>
          </p:cNvSpPr>
          <p:nvPr/>
        </p:nvSpPr>
        <p:spPr>
          <a:xfrm>
            <a:off x="1289947" y="367785"/>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2">
                    <a:lumMod val="75000"/>
                  </a:schemeClr>
                </a:solidFill>
                <a:latin typeface="CiscoSans"/>
              </a:rPr>
              <a:t>Objectifs du chapitre</a:t>
            </a:r>
            <a:endParaRPr lang="fr-FR" sz="40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7" name="Slide Number Placeholder 3">
            <a:extLst>
              <a:ext uri="{FF2B5EF4-FFF2-40B4-BE49-F238E27FC236}">
                <a16:creationId xmlns:a16="http://schemas.microsoft.com/office/drawing/2014/main" id="{F7AA9200-A460-4630-9E30-B6A6FB00709E}"/>
              </a:ext>
            </a:extLst>
          </p:cNvPr>
          <p:cNvSpPr>
            <a:spLocks noGrp="1"/>
          </p:cNvSpPr>
          <p:nvPr>
            <p:ph type="sldNum" idx="12"/>
          </p:nvPr>
        </p:nvSpPr>
        <p:spPr>
          <a:xfrm>
            <a:off x="11779135" y="6502204"/>
            <a:ext cx="350400" cy="338514"/>
          </a:xfrm>
        </p:spPr>
        <p:txBody>
          <a:bodyPr/>
          <a:lstStyle/>
          <a:p>
            <a:fld id="{00000000-1234-1234-1234-123412341234}" type="slidenum">
              <a:rPr lang="fr-FR" sz="1600" b="1" smtClean="0"/>
              <a:pPr/>
              <a:t>2</a:t>
            </a:fld>
            <a:endParaRPr lang="fr-FR" sz="1600" b="1" dirty="0"/>
          </a:p>
        </p:txBody>
      </p:sp>
    </p:spTree>
    <p:extLst>
      <p:ext uri="{BB962C8B-B14F-4D97-AF65-F5344CB8AC3E}">
        <p14:creationId xmlns:p14="http://schemas.microsoft.com/office/powerpoint/2010/main" val="302575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09D7F5-20AD-401A-9BEB-8074274A35A2}"/>
              </a:ext>
            </a:extLst>
          </p:cNvPr>
          <p:cNvSpPr>
            <a:spLocks noGrp="1"/>
          </p:cNvSpPr>
          <p:nvPr>
            <p:ph type="sldNum" idx="12"/>
          </p:nvPr>
        </p:nvSpPr>
        <p:spPr/>
        <p:txBody>
          <a:bodyPr/>
          <a:lstStyle/>
          <a:p>
            <a:fld id="{00000000-1234-1234-1234-123412341234}" type="slidenum">
              <a:rPr lang="fr-FR" smtClean="0"/>
              <a:pPr/>
              <a:t>3</a:t>
            </a:fld>
            <a:endParaRPr lang="fr-FR" dirty="0"/>
          </a:p>
        </p:txBody>
      </p:sp>
      <p:sp>
        <p:nvSpPr>
          <p:cNvPr id="8" name="TextBox 7">
            <a:extLst>
              <a:ext uri="{FF2B5EF4-FFF2-40B4-BE49-F238E27FC236}">
                <a16:creationId xmlns:a16="http://schemas.microsoft.com/office/drawing/2014/main" id="{27C0C73C-35AC-4473-879B-C8935831FF8E}"/>
              </a:ext>
            </a:extLst>
          </p:cNvPr>
          <p:cNvSpPr txBox="1"/>
          <p:nvPr/>
        </p:nvSpPr>
        <p:spPr>
          <a:xfrm>
            <a:off x="3508558" y="1053777"/>
            <a:ext cx="5791199" cy="1631216"/>
          </a:xfrm>
          <a:prstGeom prst="rect">
            <a:avLst/>
          </a:prstGeom>
          <a:noFill/>
        </p:spPr>
        <p:txBody>
          <a:bodyPr wrap="square">
            <a:spAutoFit/>
          </a:bodyPr>
          <a:lstStyle/>
          <a:p>
            <a:pPr algn="ctr"/>
            <a:r>
              <a:rPr lang="fr-FR" sz="5000" b="1" i="1" dirty="0">
                <a:solidFill>
                  <a:schemeClr val="bg2">
                    <a:lumMod val="75000"/>
                  </a:schemeClr>
                </a:solidFill>
                <a:latin typeface="Calibri" panose="020F0502020204030204" pitchFamily="34" charset="0"/>
                <a:cs typeface="Calibri" panose="020F0502020204030204" pitchFamily="34" charset="0"/>
              </a:rPr>
              <a:t>Les protocoles de la couche réseau</a:t>
            </a:r>
          </a:p>
        </p:txBody>
      </p:sp>
      <p:pic>
        <p:nvPicPr>
          <p:cNvPr id="6" name="Picture 5">
            <a:extLst>
              <a:ext uri="{FF2B5EF4-FFF2-40B4-BE49-F238E27FC236}">
                <a16:creationId xmlns:a16="http://schemas.microsoft.com/office/drawing/2014/main" id="{D91BFD6E-C9C4-4895-8402-6DD3F7DE65D0}"/>
              </a:ext>
            </a:extLst>
          </p:cNvPr>
          <p:cNvPicPr>
            <a:picLocks noChangeAspect="1"/>
          </p:cNvPicPr>
          <p:nvPr/>
        </p:nvPicPr>
        <p:blipFill>
          <a:blip r:embed="rId2"/>
          <a:stretch>
            <a:fillRect/>
          </a:stretch>
        </p:blipFill>
        <p:spPr>
          <a:xfrm>
            <a:off x="2594159" y="2957447"/>
            <a:ext cx="7922768" cy="3873786"/>
          </a:xfrm>
          <a:prstGeom prst="rect">
            <a:avLst/>
          </a:prstGeom>
        </p:spPr>
      </p:pic>
    </p:spTree>
    <p:extLst>
      <p:ext uri="{BB962C8B-B14F-4D97-AF65-F5344CB8AC3E}">
        <p14:creationId xmlns:p14="http://schemas.microsoft.com/office/powerpoint/2010/main" val="262601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C7695A-5A1C-4445-819D-655E927FEB78}"/>
              </a:ext>
            </a:extLst>
          </p:cNvPr>
          <p:cNvSpPr>
            <a:spLocks noGrp="1"/>
          </p:cNvSpPr>
          <p:nvPr>
            <p:ph type="sldNum" idx="12"/>
          </p:nvPr>
        </p:nvSpPr>
        <p:spPr/>
        <p:txBody>
          <a:bodyPr/>
          <a:lstStyle/>
          <a:p>
            <a:fld id="{00000000-1234-1234-1234-123412341234}" type="slidenum">
              <a:rPr lang="fr-FR" smtClean="0"/>
              <a:pPr/>
              <a:t>4</a:t>
            </a:fld>
            <a:endParaRPr lang="fr-FR" dirty="0"/>
          </a:p>
        </p:txBody>
      </p:sp>
      <p:sp>
        <p:nvSpPr>
          <p:cNvPr id="8" name="Titre 2">
            <a:extLst>
              <a:ext uri="{FF2B5EF4-FFF2-40B4-BE49-F238E27FC236}">
                <a16:creationId xmlns:a16="http://schemas.microsoft.com/office/drawing/2014/main" id="{F3E5DC87-0138-42D0-A5BC-DE488BFB6E6E}"/>
              </a:ext>
            </a:extLst>
          </p:cNvPr>
          <p:cNvSpPr txBox="1">
            <a:spLocks/>
          </p:cNvSpPr>
          <p:nvPr/>
        </p:nvSpPr>
        <p:spPr>
          <a:xfrm>
            <a:off x="1350164" y="5128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La couche réseau</a:t>
            </a:r>
          </a:p>
        </p:txBody>
      </p:sp>
      <p:sp>
        <p:nvSpPr>
          <p:cNvPr id="11" name="Rectangle 10">
            <a:extLst>
              <a:ext uri="{FF2B5EF4-FFF2-40B4-BE49-F238E27FC236}">
                <a16:creationId xmlns:a16="http://schemas.microsoft.com/office/drawing/2014/main" id="{0ADE0A1D-DFA5-4A89-8FE7-B03EF9A2C5FC}"/>
              </a:ext>
            </a:extLst>
          </p:cNvPr>
          <p:cNvSpPr/>
          <p:nvPr/>
        </p:nvSpPr>
        <p:spPr>
          <a:xfrm>
            <a:off x="5966084" y="2903652"/>
            <a:ext cx="5899679" cy="2462213"/>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Pour effectuer ce transport de bout en bout, la couche réseau utilise quatre processus de base :</a:t>
            </a:r>
          </a:p>
          <a:p>
            <a:pPr algn="just"/>
            <a:endParaRPr lang="fr-FR" sz="2200" dirty="0">
              <a:latin typeface="Calibri" panose="020F0502020204030204" pitchFamily="34" charset="0"/>
              <a:cs typeface="Calibri" panose="020F0502020204030204" pitchFamily="34" charset="0"/>
            </a:endParaRPr>
          </a:p>
          <a:p>
            <a:pPr algn="just">
              <a:buFont typeface="Arial" pitchFamily="34" charset="0"/>
              <a:buChar char="•"/>
            </a:pPr>
            <a:r>
              <a:rPr lang="fr-FR" sz="2200" b="1" dirty="0">
                <a:solidFill>
                  <a:srgbClr val="C00000"/>
                </a:solidFill>
                <a:latin typeface="Calibri" panose="020F0502020204030204" pitchFamily="34" charset="0"/>
                <a:cs typeface="Calibri" panose="020F0502020204030204" pitchFamily="34" charset="0"/>
              </a:rPr>
              <a:t>  L'adressage des périphériques finaux .</a:t>
            </a:r>
          </a:p>
          <a:p>
            <a:pPr algn="just">
              <a:buFont typeface="Arial" pitchFamily="34" charset="0"/>
              <a:buChar char="•"/>
            </a:pPr>
            <a:r>
              <a:rPr lang="fr-FR" sz="2200" b="1" dirty="0">
                <a:solidFill>
                  <a:srgbClr val="C00000"/>
                </a:solidFill>
                <a:latin typeface="Calibri" panose="020F0502020204030204" pitchFamily="34" charset="0"/>
                <a:cs typeface="Calibri" panose="020F0502020204030204" pitchFamily="34" charset="0"/>
              </a:rPr>
              <a:t>  L'encapsulation </a:t>
            </a:r>
          </a:p>
          <a:p>
            <a:pPr algn="just">
              <a:buFont typeface="Arial" pitchFamily="34" charset="0"/>
              <a:buChar char="•"/>
            </a:pPr>
            <a:r>
              <a:rPr lang="fr-FR" sz="2200" b="1" dirty="0">
                <a:solidFill>
                  <a:srgbClr val="C00000"/>
                </a:solidFill>
                <a:latin typeface="Calibri" panose="020F0502020204030204" pitchFamily="34" charset="0"/>
                <a:cs typeface="Calibri" panose="020F0502020204030204" pitchFamily="34" charset="0"/>
              </a:rPr>
              <a:t>  Le routage</a:t>
            </a:r>
          </a:p>
          <a:p>
            <a:pPr algn="just">
              <a:buFont typeface="Arial" pitchFamily="34" charset="0"/>
              <a:buChar char="•"/>
            </a:pPr>
            <a:r>
              <a:rPr lang="fr-FR" sz="2200" b="1" dirty="0">
                <a:solidFill>
                  <a:srgbClr val="C00000"/>
                </a:solidFill>
                <a:latin typeface="Calibri" panose="020F0502020204030204" pitchFamily="34" charset="0"/>
                <a:cs typeface="Calibri" panose="020F0502020204030204" pitchFamily="34" charset="0"/>
              </a:rPr>
              <a:t>  La désencapsulation</a:t>
            </a:r>
            <a:r>
              <a:rPr lang="fr-FR" sz="2200" dirty="0">
                <a:solidFill>
                  <a:srgbClr val="C00000"/>
                </a:solidFill>
                <a:latin typeface="Calibri" panose="020F0502020204030204" pitchFamily="34" charset="0"/>
                <a:cs typeface="Calibri" panose="020F0502020204030204" pitchFamily="34" charset="0"/>
              </a:rPr>
              <a:t>   </a:t>
            </a:r>
          </a:p>
        </p:txBody>
      </p:sp>
      <p:sp>
        <p:nvSpPr>
          <p:cNvPr id="12" name="TextBox 11">
            <a:extLst>
              <a:ext uri="{FF2B5EF4-FFF2-40B4-BE49-F238E27FC236}">
                <a16:creationId xmlns:a16="http://schemas.microsoft.com/office/drawing/2014/main" id="{64A99665-C243-4CFF-9D40-52A5D87E71E3}"/>
              </a:ext>
            </a:extLst>
          </p:cNvPr>
          <p:cNvSpPr txBox="1"/>
          <p:nvPr/>
        </p:nvSpPr>
        <p:spPr>
          <a:xfrm>
            <a:off x="5966085" y="1264700"/>
            <a:ext cx="5576341" cy="1446550"/>
          </a:xfrm>
          <a:prstGeom prst="rect">
            <a:avLst/>
          </a:prstGeom>
          <a:noFill/>
        </p:spPr>
        <p:txBody>
          <a:bodyPr wrap="square">
            <a:spAutoFit/>
          </a:bodyPr>
          <a:lstStyle/>
          <a:p>
            <a:pPr algn="just"/>
            <a:r>
              <a:rPr lang="fr-FR" sz="2200" b="0" i="0" dirty="0">
                <a:effectLst/>
                <a:latin typeface="Calibri" panose="020F0502020204030204" pitchFamily="34" charset="0"/>
                <a:cs typeface="Calibri" panose="020F0502020204030204" pitchFamily="34" charset="0"/>
              </a:rPr>
              <a:t>La couche réseau, ou couche 3 du modèle OSI, fournit des services permettant aux périphériques finaux d'échanger des données sur le réseau. </a:t>
            </a:r>
          </a:p>
        </p:txBody>
      </p:sp>
      <p:sp>
        <p:nvSpPr>
          <p:cNvPr id="13" name="Slide Number Placeholder 2">
            <a:extLst>
              <a:ext uri="{FF2B5EF4-FFF2-40B4-BE49-F238E27FC236}">
                <a16:creationId xmlns:a16="http://schemas.microsoft.com/office/drawing/2014/main" id="{A3B659B8-F270-4516-B67A-E26554C329A9}"/>
              </a:ext>
            </a:extLst>
          </p:cNvPr>
          <p:cNvSpPr txBox="1">
            <a:spLocks/>
          </p:cNvSpPr>
          <p:nvPr/>
        </p:nvSpPr>
        <p:spPr>
          <a:xfrm>
            <a:off x="4226871" y="6190834"/>
            <a:ext cx="245459" cy="584735"/>
          </a:xfrm>
          <a:prstGeom prst="rect">
            <a:avLst/>
          </a:prstGeom>
          <a:noFill/>
          <a:ln>
            <a:noFill/>
          </a:ln>
        </p:spPr>
        <p:txBody>
          <a:bodyPr spcFirstLastPara="1" wrap="square" lIns="45700" tIns="45700" rIns="45700" bIns="45700" anchor="ctr" anchorCtr="0">
            <a:spAutoFit/>
          </a:bodyPr>
          <a:lstStyle>
            <a:defPPr>
              <a:defRPr lang="en-US"/>
            </a:defPPr>
            <a:lvl1pPr marL="0" marR="0" lvl="0" indent="0" algn="r" defTabSz="914400" rtl="0" eaLnBrk="1" latinLnBrk="0" hangingPunct="1">
              <a:lnSpc>
                <a:spcPct val="100000"/>
              </a:lnSpc>
              <a:spcBef>
                <a:spcPts val="0"/>
              </a:spcBef>
              <a:spcAft>
                <a:spcPts val="0"/>
              </a:spcAft>
              <a:buClr>
                <a:srgbClr val="888888"/>
              </a:buClr>
              <a:buSzPts val="1200"/>
              <a:buFont typeface="Arial"/>
              <a:buNone/>
              <a:defRPr sz="1600" b="1" i="0" u="none" strike="noStrike" kern="1200" cap="none">
                <a:solidFill>
                  <a:srgbClr val="888888"/>
                </a:solidFill>
                <a:latin typeface="Arial"/>
                <a:ea typeface="Arial"/>
                <a:cs typeface="Arial"/>
                <a:sym typeface="Arial"/>
              </a:defRPr>
            </a:lvl1pPr>
            <a:lvl2pPr marL="0" marR="0" lvl="1"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2pPr>
            <a:lvl3pPr marL="0" marR="0" lvl="2"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3pPr>
            <a:lvl4pPr marL="0" marR="0" lvl="3"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4pPr>
            <a:lvl5pPr marL="0" marR="0" lvl="4"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5pPr>
            <a:lvl6pPr marL="0" marR="0" lvl="5"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6pPr>
            <a:lvl7pPr marL="0" marR="0" lvl="6"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7pPr>
            <a:lvl8pPr marL="0" marR="0" lvl="7"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8pPr>
            <a:lvl9pPr marL="0" marR="0" lvl="8"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9pPr>
          </a:lstStyle>
          <a:p>
            <a:fld id="{194EA0E9-6AA5-4C72-ADD8-CBD3FCBC5038}" type="slidenum">
              <a:rPr lang="fr-FR" smtClean="0"/>
              <a:pPr/>
              <a:t>4</a:t>
            </a:fld>
            <a:endParaRPr lang="fr-FR"/>
          </a:p>
        </p:txBody>
      </p:sp>
      <p:pic>
        <p:nvPicPr>
          <p:cNvPr id="14" name="Picture 2">
            <a:extLst>
              <a:ext uri="{FF2B5EF4-FFF2-40B4-BE49-F238E27FC236}">
                <a16:creationId xmlns:a16="http://schemas.microsoft.com/office/drawing/2014/main" id="{8C16DA0D-DF61-4C2A-9905-6009044C1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85" y="1398436"/>
            <a:ext cx="5296525" cy="538890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40BD755-4127-43D8-BEF6-508CB852C717}"/>
              </a:ext>
            </a:extLst>
          </p:cNvPr>
          <p:cNvSpPr/>
          <p:nvPr/>
        </p:nvSpPr>
        <p:spPr>
          <a:xfrm>
            <a:off x="13985" y="4473313"/>
            <a:ext cx="5332518" cy="727333"/>
          </a:xfrm>
          <a:prstGeom prst="rect">
            <a:avLst/>
          </a:prstGeom>
          <a:solidFill>
            <a:schemeClr val="tx1">
              <a:alpha val="2000"/>
            </a:schemeClr>
          </a:solidFill>
          <a:ln w="47625">
            <a:solidFill>
              <a:srgbClr val="CA1814"/>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dirty="0"/>
          </a:p>
        </p:txBody>
      </p:sp>
    </p:spTree>
    <p:extLst>
      <p:ext uri="{BB962C8B-B14F-4D97-AF65-F5344CB8AC3E}">
        <p14:creationId xmlns:p14="http://schemas.microsoft.com/office/powerpoint/2010/main" val="64706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 presetClass="exit" presetSubtype="4" fill="hold" grpId="1" nodeType="withEffect">
                                  <p:stCondLst>
                                    <p:cond delay="0"/>
                                  </p:stCondLst>
                                  <p:childTnLst>
                                    <p:anim calcmode="lin" valueType="num">
                                      <p:cBhvr additive="base">
                                        <p:cTn id="11" dur="500"/>
                                        <p:tgtEl>
                                          <p:spTgt spid="15"/>
                                        </p:tgtEl>
                                        <p:attrNameLst>
                                          <p:attrName>ppt_x</p:attrName>
                                        </p:attrNameLst>
                                      </p:cBhvr>
                                      <p:tavLst>
                                        <p:tav tm="0">
                                          <p:val>
                                            <p:strVal val="ppt_x"/>
                                          </p:val>
                                        </p:tav>
                                        <p:tav tm="100000">
                                          <p:val>
                                            <p:strVal val="ppt_x"/>
                                          </p:val>
                                        </p:tav>
                                      </p:tavLst>
                                    </p:anim>
                                    <p:anim calcmode="lin" valueType="num">
                                      <p:cBhvr additive="base">
                                        <p:cTn id="12" dur="500"/>
                                        <p:tgtEl>
                                          <p:spTgt spid="15"/>
                                        </p:tgtEl>
                                        <p:attrNameLst>
                                          <p:attrName>ppt_y</p:attrName>
                                        </p:attrNameLst>
                                      </p:cBhvr>
                                      <p:tavLst>
                                        <p:tav tm="0">
                                          <p:val>
                                            <p:strVal val="ppt_y"/>
                                          </p:val>
                                        </p:tav>
                                        <p:tav tm="100000">
                                          <p:val>
                                            <p:strVal val="1+ppt_h/2"/>
                                          </p:val>
                                        </p:tav>
                                      </p:tavLst>
                                    </p:anim>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FE2968-9E5B-4C86-9765-3478FF887B52}"/>
              </a:ext>
            </a:extLst>
          </p:cNvPr>
          <p:cNvSpPr>
            <a:spLocks noGrp="1"/>
          </p:cNvSpPr>
          <p:nvPr>
            <p:ph type="sldNum" idx="12"/>
          </p:nvPr>
        </p:nvSpPr>
        <p:spPr/>
        <p:txBody>
          <a:bodyPr/>
          <a:lstStyle/>
          <a:p>
            <a:fld id="{00000000-1234-1234-1234-123412341234}" type="slidenum">
              <a:rPr lang="fr-FR" smtClean="0"/>
              <a:pPr/>
              <a:t>5</a:t>
            </a:fld>
            <a:endParaRPr lang="fr-FR" dirty="0"/>
          </a:p>
        </p:txBody>
      </p:sp>
      <p:sp>
        <p:nvSpPr>
          <p:cNvPr id="6" name="Rectangle 5">
            <a:extLst>
              <a:ext uri="{FF2B5EF4-FFF2-40B4-BE49-F238E27FC236}">
                <a16:creationId xmlns:a16="http://schemas.microsoft.com/office/drawing/2014/main" id="{5415DE9C-EB5D-4750-ABAB-B63C542B49F9}"/>
              </a:ext>
            </a:extLst>
          </p:cNvPr>
          <p:cNvSpPr/>
          <p:nvPr/>
        </p:nvSpPr>
        <p:spPr>
          <a:xfrm>
            <a:off x="944381" y="1191048"/>
            <a:ext cx="10679230" cy="1107996"/>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Il existe plusieurs protocoles de couche réseau. Toutefois, il n'existe que deux protocoles de couche réseau qui sont généralement mis en œuvre :</a:t>
            </a:r>
          </a:p>
          <a:p>
            <a:pPr algn="just"/>
            <a:endParaRPr lang="fr-FR" sz="2200" dirty="0">
              <a:latin typeface="Calibri" panose="020F0502020204030204" pitchFamily="34" charset="0"/>
              <a:cs typeface="Calibri" panose="020F0502020204030204" pitchFamily="34" charset="0"/>
            </a:endParaRPr>
          </a:p>
        </p:txBody>
      </p:sp>
      <p:sp>
        <p:nvSpPr>
          <p:cNvPr id="7" name="Titre 2">
            <a:extLst>
              <a:ext uri="{FF2B5EF4-FFF2-40B4-BE49-F238E27FC236}">
                <a16:creationId xmlns:a16="http://schemas.microsoft.com/office/drawing/2014/main" id="{A8A31180-A45D-42D7-8AC8-0BF8CDA4C6B0}"/>
              </a:ext>
            </a:extLst>
          </p:cNvPr>
          <p:cNvSpPr txBox="1">
            <a:spLocks/>
          </p:cNvSpPr>
          <p:nvPr/>
        </p:nvSpPr>
        <p:spPr>
          <a:xfrm>
            <a:off x="1350164" y="5128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Les protocoles de la couche réseau</a:t>
            </a:r>
          </a:p>
        </p:txBody>
      </p:sp>
      <p:pic>
        <p:nvPicPr>
          <p:cNvPr id="11" name="Picture 10">
            <a:extLst>
              <a:ext uri="{FF2B5EF4-FFF2-40B4-BE49-F238E27FC236}">
                <a16:creationId xmlns:a16="http://schemas.microsoft.com/office/drawing/2014/main" id="{1E3FE2E5-C67A-47EE-B3B6-29D0C82BA575}"/>
              </a:ext>
            </a:extLst>
          </p:cNvPr>
          <p:cNvPicPr>
            <a:picLocks noChangeAspect="1"/>
          </p:cNvPicPr>
          <p:nvPr/>
        </p:nvPicPr>
        <p:blipFill>
          <a:blip r:embed="rId3"/>
          <a:stretch>
            <a:fillRect/>
          </a:stretch>
        </p:blipFill>
        <p:spPr>
          <a:xfrm>
            <a:off x="9469584" y="2709340"/>
            <a:ext cx="1704975" cy="1590675"/>
          </a:xfrm>
          <a:prstGeom prst="rect">
            <a:avLst/>
          </a:prstGeom>
        </p:spPr>
      </p:pic>
      <p:pic>
        <p:nvPicPr>
          <p:cNvPr id="13" name="Picture 12">
            <a:extLst>
              <a:ext uri="{FF2B5EF4-FFF2-40B4-BE49-F238E27FC236}">
                <a16:creationId xmlns:a16="http://schemas.microsoft.com/office/drawing/2014/main" id="{834B5C76-1A4C-4546-BCD1-33BD60A1E918}"/>
              </a:ext>
            </a:extLst>
          </p:cNvPr>
          <p:cNvPicPr>
            <a:picLocks noChangeAspect="1"/>
          </p:cNvPicPr>
          <p:nvPr/>
        </p:nvPicPr>
        <p:blipFill>
          <a:blip r:embed="rId4"/>
          <a:stretch>
            <a:fillRect/>
          </a:stretch>
        </p:blipFill>
        <p:spPr>
          <a:xfrm>
            <a:off x="9469584" y="4558956"/>
            <a:ext cx="1704975" cy="1666875"/>
          </a:xfrm>
          <a:prstGeom prst="rect">
            <a:avLst/>
          </a:prstGeom>
        </p:spPr>
      </p:pic>
      <p:pic>
        <p:nvPicPr>
          <p:cNvPr id="13316" name="Picture 4" descr="Modèle OSI">
            <a:extLst>
              <a:ext uri="{FF2B5EF4-FFF2-40B4-BE49-F238E27FC236}">
                <a16:creationId xmlns:a16="http://schemas.microsoft.com/office/drawing/2014/main" id="{7337A5D7-CA91-418C-B6FF-CA4BC538BB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58" y="2046050"/>
            <a:ext cx="7137628" cy="481195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2430DE20-9004-40A5-B953-4C103865573D}"/>
              </a:ext>
            </a:extLst>
          </p:cNvPr>
          <p:cNvSpPr/>
          <p:nvPr/>
        </p:nvSpPr>
        <p:spPr>
          <a:xfrm>
            <a:off x="4482060" y="5120959"/>
            <a:ext cx="479685" cy="239843"/>
          </a:xfrm>
          <a:prstGeom prst="rect">
            <a:avLst/>
          </a:prstGeom>
          <a:solidFill>
            <a:schemeClr val="accent1">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7" name="Rectangle 16">
            <a:extLst>
              <a:ext uri="{FF2B5EF4-FFF2-40B4-BE49-F238E27FC236}">
                <a16:creationId xmlns:a16="http://schemas.microsoft.com/office/drawing/2014/main" id="{12DB8CFD-1B16-489C-A8C0-693C43B00D45}"/>
              </a:ext>
            </a:extLst>
          </p:cNvPr>
          <p:cNvSpPr/>
          <p:nvPr/>
        </p:nvSpPr>
        <p:spPr>
          <a:xfrm>
            <a:off x="5026702" y="5120958"/>
            <a:ext cx="479685" cy="239843"/>
          </a:xfrm>
          <a:prstGeom prst="rect">
            <a:avLst/>
          </a:prstGeom>
          <a:solidFill>
            <a:schemeClr val="accent1">
              <a:alpha val="34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324898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FB31E2-6544-42AE-A87B-73C009800BF5}"/>
              </a:ext>
            </a:extLst>
          </p:cNvPr>
          <p:cNvSpPr>
            <a:spLocks noGrp="1"/>
          </p:cNvSpPr>
          <p:nvPr>
            <p:ph type="sldNum" idx="12"/>
          </p:nvPr>
        </p:nvSpPr>
        <p:spPr/>
        <p:txBody>
          <a:bodyPr/>
          <a:lstStyle/>
          <a:p>
            <a:fld id="{00000000-1234-1234-1234-123412341234}" type="slidenum">
              <a:rPr lang="fr-FR" smtClean="0"/>
              <a:pPr/>
              <a:t>6</a:t>
            </a:fld>
            <a:endParaRPr lang="fr-FR" dirty="0"/>
          </a:p>
        </p:txBody>
      </p:sp>
      <p:sp>
        <p:nvSpPr>
          <p:cNvPr id="7" name="Titre 2">
            <a:extLst>
              <a:ext uri="{FF2B5EF4-FFF2-40B4-BE49-F238E27FC236}">
                <a16:creationId xmlns:a16="http://schemas.microsoft.com/office/drawing/2014/main" id="{CAED83BF-433D-4D56-96E0-3765CE9DC7EE}"/>
              </a:ext>
            </a:extLst>
          </p:cNvPr>
          <p:cNvSpPr txBox="1">
            <a:spLocks/>
          </p:cNvSpPr>
          <p:nvPr/>
        </p:nvSpPr>
        <p:spPr>
          <a:xfrm>
            <a:off x="1335173" y="32855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Caractéristiques de la couche réseau</a:t>
            </a:r>
          </a:p>
          <a:p>
            <a:pPr algn="l"/>
            <a:r>
              <a:rPr lang="fr-FR" sz="2600" b="1" i="1" dirty="0">
                <a:solidFill>
                  <a:schemeClr val="accent5">
                    <a:lumMod val="75000"/>
                  </a:schemeClr>
                </a:solidFill>
                <a:effectLst/>
                <a:latin typeface="Calibri" panose="020F0502020204030204" pitchFamily="34" charset="0"/>
                <a:cs typeface="Calibri" panose="020F0502020204030204" pitchFamily="34" charset="0"/>
              </a:rPr>
              <a:t>Encapsulation</a:t>
            </a:r>
          </a:p>
        </p:txBody>
      </p:sp>
      <p:sp>
        <p:nvSpPr>
          <p:cNvPr id="9" name="TextBox 8">
            <a:extLst>
              <a:ext uri="{FF2B5EF4-FFF2-40B4-BE49-F238E27FC236}">
                <a16:creationId xmlns:a16="http://schemas.microsoft.com/office/drawing/2014/main" id="{4D233572-F2CD-4312-B60C-18323E5944A1}"/>
              </a:ext>
            </a:extLst>
          </p:cNvPr>
          <p:cNvSpPr txBox="1"/>
          <p:nvPr/>
        </p:nvSpPr>
        <p:spPr>
          <a:xfrm>
            <a:off x="6911106" y="1411150"/>
            <a:ext cx="4736251" cy="4524315"/>
          </a:xfrm>
          <a:prstGeom prst="rect">
            <a:avLst/>
          </a:prstGeom>
          <a:noFill/>
        </p:spPr>
        <p:txBody>
          <a:bodyPr wrap="square">
            <a:spAutoFit/>
          </a:bodyPr>
          <a:lstStyle/>
          <a:p>
            <a:pPr marL="285750" indent="-285750" algn="just">
              <a:buFont typeface="Arial" panose="020B0604020202020204" pitchFamily="34" charset="0"/>
              <a:buChar char="•"/>
            </a:pPr>
            <a:r>
              <a:rPr lang="fr-FR" dirty="0">
                <a:solidFill>
                  <a:srgbClr val="000000"/>
                </a:solidFill>
              </a:rPr>
              <a:t>Au niveau de la couche réseau, IP encapsule le segment de la couche transport </a:t>
            </a:r>
            <a:r>
              <a:rPr lang="fr-FR" b="1" dirty="0">
                <a:solidFill>
                  <a:srgbClr val="C00000"/>
                </a:solidFill>
              </a:rPr>
              <a:t>en ajoutant un en-tête IP</a:t>
            </a:r>
            <a:r>
              <a:rPr lang="fr-FR" dirty="0">
                <a:solidFill>
                  <a:srgbClr val="C00000"/>
                </a:solidFill>
              </a:rPr>
              <a:t> </a:t>
            </a:r>
            <a:r>
              <a:rPr lang="fr-FR" dirty="0">
                <a:solidFill>
                  <a:srgbClr val="000000"/>
                </a:solidFill>
              </a:rPr>
              <a:t>aux fins de la livraison à l'hôte de destination.</a:t>
            </a:r>
          </a:p>
          <a:p>
            <a:pPr marL="285750" indent="-285750" algn="just">
              <a:buFont typeface="Arial" panose="020B0604020202020204" pitchFamily="34" charset="0"/>
              <a:buChar char="•"/>
            </a:pPr>
            <a:endParaRPr lang="fr-FR" dirty="0">
              <a:solidFill>
                <a:srgbClr val="000000"/>
              </a:solidFill>
            </a:endParaRPr>
          </a:p>
          <a:p>
            <a:pPr marL="285750" indent="-285750" algn="just">
              <a:buFont typeface="Arial" panose="020B0604020202020204" pitchFamily="34" charset="0"/>
              <a:buChar char="•"/>
            </a:pPr>
            <a:r>
              <a:rPr lang="fr-FR" dirty="0">
                <a:solidFill>
                  <a:srgbClr val="000000"/>
                </a:solidFill>
              </a:rPr>
              <a:t>Le processus d'encapsulation des données couche par couche permet aux services de différentes couches de s'adapter </a:t>
            </a:r>
            <a:r>
              <a:rPr lang="fr-FR" b="1" dirty="0">
                <a:solidFill>
                  <a:srgbClr val="C00000"/>
                </a:solidFill>
              </a:rPr>
              <a:t>sans affecter les autres couches.</a:t>
            </a:r>
          </a:p>
          <a:p>
            <a:pPr marL="285750" indent="-285750" algn="just">
              <a:buFont typeface="Arial" panose="020B0604020202020204" pitchFamily="34" charset="0"/>
              <a:buChar char="•"/>
            </a:pPr>
            <a:endParaRPr lang="fr-FR" b="1" dirty="0">
              <a:solidFill>
                <a:srgbClr val="000000"/>
              </a:solidFill>
            </a:endParaRPr>
          </a:p>
          <a:p>
            <a:pPr marL="285750" indent="-285750" algn="just">
              <a:buFont typeface="Arial" panose="020B0604020202020204" pitchFamily="34" charset="0"/>
              <a:buChar char="•"/>
            </a:pPr>
            <a:r>
              <a:rPr lang="fr-FR" dirty="0">
                <a:solidFill>
                  <a:srgbClr val="000000"/>
                </a:solidFill>
              </a:rPr>
              <a:t>Les routeurs implémentent simultanément différents protocoles de couche réseau sur un réseau </a:t>
            </a:r>
            <a:r>
              <a:rPr lang="fr-FR" b="1" dirty="0">
                <a:solidFill>
                  <a:srgbClr val="C00000"/>
                </a:solidFill>
              </a:rPr>
              <a:t>et utilisent l'en-tête de paquet de couche réseau pour le routage.</a:t>
            </a:r>
          </a:p>
        </p:txBody>
      </p:sp>
      <p:pic>
        <p:nvPicPr>
          <p:cNvPr id="11" name="Picture 10">
            <a:extLst>
              <a:ext uri="{FF2B5EF4-FFF2-40B4-BE49-F238E27FC236}">
                <a16:creationId xmlns:a16="http://schemas.microsoft.com/office/drawing/2014/main" id="{1AF6FFD2-CED7-4B35-9815-45CE576F6728}"/>
              </a:ext>
            </a:extLst>
          </p:cNvPr>
          <p:cNvPicPr>
            <a:picLocks noChangeAspect="1"/>
          </p:cNvPicPr>
          <p:nvPr/>
        </p:nvPicPr>
        <p:blipFill>
          <a:blip r:embed="rId3"/>
          <a:stretch>
            <a:fillRect/>
          </a:stretch>
        </p:blipFill>
        <p:spPr>
          <a:xfrm>
            <a:off x="0" y="1652678"/>
            <a:ext cx="6911106" cy="4282787"/>
          </a:xfrm>
          <a:prstGeom prst="rect">
            <a:avLst/>
          </a:prstGeom>
        </p:spPr>
      </p:pic>
    </p:spTree>
    <p:extLst>
      <p:ext uri="{BB962C8B-B14F-4D97-AF65-F5344CB8AC3E}">
        <p14:creationId xmlns:p14="http://schemas.microsoft.com/office/powerpoint/2010/main" val="377664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085796-0425-4863-B588-37AE7254C9AE}"/>
              </a:ext>
            </a:extLst>
          </p:cNvPr>
          <p:cNvSpPr>
            <a:spLocks noGrp="1"/>
          </p:cNvSpPr>
          <p:nvPr>
            <p:ph type="sldNum" idx="12"/>
          </p:nvPr>
        </p:nvSpPr>
        <p:spPr/>
        <p:txBody>
          <a:bodyPr/>
          <a:lstStyle/>
          <a:p>
            <a:fld id="{00000000-1234-1234-1234-123412341234}" type="slidenum">
              <a:rPr lang="fr-FR" smtClean="0"/>
              <a:pPr/>
              <a:t>7</a:t>
            </a:fld>
            <a:endParaRPr lang="fr-FR" dirty="0"/>
          </a:p>
        </p:txBody>
      </p:sp>
      <p:sp>
        <p:nvSpPr>
          <p:cNvPr id="5" name="Titre 2">
            <a:extLst>
              <a:ext uri="{FF2B5EF4-FFF2-40B4-BE49-F238E27FC236}">
                <a16:creationId xmlns:a16="http://schemas.microsoft.com/office/drawing/2014/main" id="{E71F6139-D464-4744-9D89-E5E2522C09C8}"/>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Caractéristiques du protocole IP</a:t>
            </a:r>
          </a:p>
        </p:txBody>
      </p:sp>
      <p:sp>
        <p:nvSpPr>
          <p:cNvPr id="6" name="Content Placeholder 2">
            <a:extLst>
              <a:ext uri="{FF2B5EF4-FFF2-40B4-BE49-F238E27FC236}">
                <a16:creationId xmlns:a16="http://schemas.microsoft.com/office/drawing/2014/main" id="{BDB14114-13C4-434C-B0C3-73D0A63E8867}"/>
              </a:ext>
            </a:extLst>
          </p:cNvPr>
          <p:cNvSpPr txBox="1">
            <a:spLocks/>
          </p:cNvSpPr>
          <p:nvPr/>
        </p:nvSpPr>
        <p:spPr>
          <a:xfrm>
            <a:off x="-179882" y="1789026"/>
            <a:ext cx="6068317" cy="4293071"/>
          </a:xfrm>
          <a:prstGeom prst="rect">
            <a:avLst/>
          </a:prstGeom>
          <a:noFill/>
          <a:ln>
            <a:noFill/>
          </a:ln>
        </p:spPr>
        <p:txBody>
          <a:bodyPr spcFirstLastPara="1" wrap="square" lIns="45700" tIns="45700" rIns="4570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571500" lvl="1" indent="0" algn="just">
              <a:buNone/>
            </a:pPr>
            <a:r>
              <a:rPr lang="fr-FR" altLang="en-US" sz="2000" kern="0" dirty="0">
                <a:latin typeface="Calibri" panose="020F0502020204030204" pitchFamily="34" charset="0"/>
                <a:cs typeface="Calibri" panose="020F0502020204030204" pitchFamily="34" charset="0"/>
              </a:rPr>
              <a:t>IP a été conçu comme un protocole à faible surcharge – il ne fournit que les fonctions requises pour livrer un paquet de la source à une destination.</a:t>
            </a:r>
          </a:p>
          <a:p>
            <a:pPr marL="571500" lvl="1" indent="0" algn="just">
              <a:buNone/>
            </a:pPr>
            <a:endParaRPr lang="fr-FR" altLang="en-US" sz="2000" kern="0" dirty="0">
              <a:latin typeface="Calibri" panose="020F0502020204030204" pitchFamily="34" charset="0"/>
              <a:cs typeface="Calibri" panose="020F0502020204030204" pitchFamily="34" charset="0"/>
            </a:endParaRPr>
          </a:p>
          <a:p>
            <a:pPr marL="571500" lvl="1" indent="0" algn="just">
              <a:buNone/>
            </a:pPr>
            <a:r>
              <a:rPr lang="fr-FR" altLang="en-US" sz="2000" kern="0" dirty="0">
                <a:latin typeface="Calibri" panose="020F0502020204030204" pitchFamily="34" charset="0"/>
                <a:cs typeface="Calibri" panose="020F0502020204030204" pitchFamily="34" charset="0"/>
              </a:rPr>
              <a:t>Un paquet IP est envoyé à destination sans établissement préalable de connexion</a:t>
            </a:r>
            <a:endParaRPr lang="en-CA" altLang="en-US" sz="2000" kern="0" dirty="0">
              <a:latin typeface="Calibri" panose="020F0502020204030204" pitchFamily="34" charset="0"/>
              <a:cs typeface="Calibri" panose="020F0502020204030204" pitchFamily="34" charset="0"/>
            </a:endParaRPr>
          </a:p>
          <a:p>
            <a:pPr marL="571500" lvl="1" indent="0" algn="just">
              <a:buNone/>
            </a:pPr>
            <a:endParaRPr lang="en-CA" altLang="en-US" sz="2000" kern="0" dirty="0">
              <a:latin typeface="Calibri" panose="020F0502020204030204" pitchFamily="34" charset="0"/>
              <a:cs typeface="Calibri" panose="020F0502020204030204" pitchFamily="34" charset="0"/>
            </a:endParaRPr>
          </a:p>
          <a:p>
            <a:pPr marL="571500" lvl="1" indent="0" algn="just">
              <a:buNone/>
            </a:pPr>
            <a:r>
              <a:rPr lang="fr-FR" altLang="en-US" sz="2000" kern="0" dirty="0">
                <a:latin typeface="Calibri" panose="020F0502020204030204" pitchFamily="34" charset="0"/>
                <a:cs typeface="Calibri" panose="020F0502020204030204" pitchFamily="34" charset="0"/>
              </a:rPr>
              <a:t>IP n'a pas été conçu pour suivre et gérer le flux de paquets.</a:t>
            </a:r>
            <a:endParaRPr lang="en-CA" altLang="en-US" sz="2000" kern="0" dirty="0">
              <a:latin typeface="Calibri" panose="020F0502020204030204" pitchFamily="34" charset="0"/>
              <a:cs typeface="Calibri" panose="020F0502020204030204" pitchFamily="34" charset="0"/>
            </a:endParaRPr>
          </a:p>
          <a:p>
            <a:pPr marL="571500" lvl="1" indent="0" algn="just">
              <a:buNone/>
            </a:pPr>
            <a:endParaRPr lang="en-CA" altLang="en-US" sz="2000" kern="0" dirty="0">
              <a:latin typeface="Calibri" panose="020F0502020204030204" pitchFamily="34" charset="0"/>
              <a:cs typeface="Calibri" panose="020F0502020204030204" pitchFamily="34" charset="0"/>
            </a:endParaRPr>
          </a:p>
          <a:p>
            <a:pPr marL="571500" lvl="1" indent="0" algn="just">
              <a:buNone/>
            </a:pPr>
            <a:r>
              <a:rPr lang="fr-FR" altLang="en-US" sz="2000" kern="0" dirty="0">
                <a:latin typeface="Calibri" panose="020F0502020204030204" pitchFamily="34" charset="0"/>
                <a:cs typeface="Calibri" panose="020F0502020204030204" pitchFamily="34" charset="0"/>
              </a:rPr>
              <a:t>Ces fonctions, si nécessaire, sont exécutées par d'autres couches - principalement TCP,</a:t>
            </a:r>
            <a:endParaRPr lang="en-CA" altLang="en-US" sz="2000" kern="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5F7D47F0-4B3C-4BFB-A839-13A4ECB473AC}"/>
              </a:ext>
            </a:extLst>
          </p:cNvPr>
          <p:cNvPicPr>
            <a:picLocks noChangeAspect="1"/>
          </p:cNvPicPr>
          <p:nvPr/>
        </p:nvPicPr>
        <p:blipFill>
          <a:blip r:embed="rId2"/>
          <a:stretch>
            <a:fillRect/>
          </a:stretch>
        </p:blipFill>
        <p:spPr>
          <a:xfrm>
            <a:off x="6095999" y="2098623"/>
            <a:ext cx="5769763" cy="3373892"/>
          </a:xfrm>
          <a:prstGeom prst="rect">
            <a:avLst/>
          </a:prstGeom>
        </p:spPr>
      </p:pic>
    </p:spTree>
    <p:extLst>
      <p:ext uri="{BB962C8B-B14F-4D97-AF65-F5344CB8AC3E}">
        <p14:creationId xmlns:p14="http://schemas.microsoft.com/office/powerpoint/2010/main" val="3714288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C555C-7603-4016-A9E8-0C15CE6D9B54}"/>
              </a:ext>
            </a:extLst>
          </p:cNvPr>
          <p:cNvSpPr>
            <a:spLocks noGrp="1"/>
          </p:cNvSpPr>
          <p:nvPr>
            <p:ph type="sldNum" idx="12"/>
          </p:nvPr>
        </p:nvSpPr>
        <p:spPr/>
        <p:txBody>
          <a:bodyPr/>
          <a:lstStyle/>
          <a:p>
            <a:fld id="{00000000-1234-1234-1234-123412341234}" type="slidenum">
              <a:rPr lang="fr-FR" smtClean="0"/>
              <a:pPr/>
              <a:t>8</a:t>
            </a:fld>
            <a:endParaRPr lang="fr-FR" dirty="0"/>
          </a:p>
        </p:txBody>
      </p:sp>
      <p:sp>
        <p:nvSpPr>
          <p:cNvPr id="5" name="Titre 2">
            <a:extLst>
              <a:ext uri="{FF2B5EF4-FFF2-40B4-BE49-F238E27FC236}">
                <a16:creationId xmlns:a16="http://schemas.microsoft.com/office/drawing/2014/main" id="{834EC639-0B16-433B-9574-264C7C435E45}"/>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Caractéristiques du protocole IP</a:t>
            </a:r>
          </a:p>
          <a:p>
            <a:r>
              <a:rPr lang="en-US" altLang="en-US" sz="2800" b="1" i="1" dirty="0">
                <a:solidFill>
                  <a:schemeClr val="accent5">
                    <a:lumMod val="75000"/>
                  </a:schemeClr>
                </a:solidFill>
                <a:latin typeface="Calibri" panose="020F0502020204030204" pitchFamily="34" charset="0"/>
                <a:cs typeface="Calibri" panose="020F0502020204030204" pitchFamily="34" charset="0"/>
              </a:rPr>
              <a:t>IP - </a:t>
            </a:r>
            <a:r>
              <a:rPr lang="en-US" sz="2800" b="1" i="1" dirty="0">
                <a:solidFill>
                  <a:schemeClr val="accent5">
                    <a:lumMod val="75000"/>
                  </a:schemeClr>
                </a:solidFill>
                <a:latin typeface="Calibri" panose="020F0502020204030204" pitchFamily="34" charset="0"/>
                <a:cs typeface="Calibri" panose="020F0502020204030204" pitchFamily="34" charset="0"/>
              </a:rPr>
              <a:t>Sans </a:t>
            </a:r>
            <a:r>
              <a:rPr lang="fr-FR" sz="2800" b="1" i="1" dirty="0">
                <a:solidFill>
                  <a:schemeClr val="accent5">
                    <a:lumMod val="75000"/>
                  </a:schemeClr>
                </a:solidFill>
                <a:latin typeface="Calibri" panose="020F0502020204030204" pitchFamily="34" charset="0"/>
                <a:cs typeface="Calibri" panose="020F0502020204030204" pitchFamily="34" charset="0"/>
              </a:rPr>
              <a:t>connexion</a:t>
            </a:r>
          </a:p>
          <a:p>
            <a:pPr algn="l"/>
            <a:endParaRPr lang="fr-FR" sz="2600" b="1" i="1" dirty="0">
              <a:effectLst/>
              <a:latin typeface="Calibri" panose="020F0502020204030204" pitchFamily="34" charset="0"/>
              <a:cs typeface="Calibri" panose="020F0502020204030204" pitchFamily="34" charset="0"/>
            </a:endParaRPr>
          </a:p>
        </p:txBody>
      </p:sp>
      <p:sp>
        <p:nvSpPr>
          <p:cNvPr id="6" name="Content Placeholder 2">
            <a:extLst>
              <a:ext uri="{FF2B5EF4-FFF2-40B4-BE49-F238E27FC236}">
                <a16:creationId xmlns:a16="http://schemas.microsoft.com/office/drawing/2014/main" id="{C6A94F65-C729-452A-919F-F4D65F5645FD}"/>
              </a:ext>
            </a:extLst>
          </p:cNvPr>
          <p:cNvSpPr txBox="1">
            <a:spLocks/>
          </p:cNvSpPr>
          <p:nvPr/>
        </p:nvSpPr>
        <p:spPr>
          <a:xfrm>
            <a:off x="0" y="1789026"/>
            <a:ext cx="5276538" cy="4044609"/>
          </a:xfrm>
          <a:prstGeom prst="rect">
            <a:avLst/>
          </a:prstGeom>
          <a:noFill/>
          <a:ln>
            <a:noFill/>
          </a:ln>
        </p:spPr>
        <p:txBody>
          <a:bodyPr spcFirstLastPara="1" wrap="square" lIns="45700" tIns="45700" rIns="4570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571500" lvl="1" indent="0" algn="just">
              <a:buNone/>
            </a:pPr>
            <a:r>
              <a:rPr lang="fr-FR" altLang="en-US" sz="2000" b="1" kern="0" dirty="0">
                <a:solidFill>
                  <a:srgbClr val="C00000"/>
                </a:solidFill>
                <a:latin typeface="Calibri" panose="020F0502020204030204" pitchFamily="34" charset="0"/>
                <a:cs typeface="Calibri" panose="020F0502020204030204" pitchFamily="34" charset="0"/>
              </a:rPr>
              <a:t>IP est un protocole sans connexion :</a:t>
            </a:r>
            <a:endParaRPr lang="en-CA" altLang="en-US" sz="2000" b="1" kern="0" dirty="0">
              <a:solidFill>
                <a:srgbClr val="C00000"/>
              </a:solidFill>
              <a:latin typeface="Calibri" panose="020F0502020204030204" pitchFamily="34" charset="0"/>
              <a:cs typeface="Calibri" panose="020F0502020204030204" pitchFamily="34" charset="0"/>
            </a:endParaRPr>
          </a:p>
          <a:p>
            <a:pPr lvl="2" algn="just"/>
            <a:r>
              <a:rPr lang="fr-FR" altLang="en-US" sz="2000" kern="0" dirty="0">
                <a:latin typeface="Calibri" panose="020F0502020204030204" pitchFamily="34" charset="0"/>
                <a:cs typeface="Calibri" panose="020F0502020204030204" pitchFamily="34" charset="0"/>
              </a:rPr>
              <a:t>Aucune connexion dédiée de bout en bout n'est créée avant l'envoi des données.</a:t>
            </a:r>
            <a:endParaRPr lang="en-CA" altLang="en-US" sz="2000" kern="0" dirty="0">
              <a:latin typeface="Calibri" panose="020F0502020204030204" pitchFamily="34" charset="0"/>
              <a:cs typeface="Calibri" panose="020F0502020204030204" pitchFamily="34" charset="0"/>
            </a:endParaRPr>
          </a:p>
          <a:p>
            <a:pPr lvl="2" algn="just"/>
            <a:r>
              <a:rPr lang="fr-FR" altLang="en-US" sz="2000" kern="0" dirty="0">
                <a:latin typeface="Calibri" panose="020F0502020204030204" pitchFamily="34" charset="0"/>
                <a:cs typeface="Calibri" panose="020F0502020204030204" pitchFamily="34" charset="0"/>
              </a:rPr>
              <a:t>Processus très similaire à l'envoi d'une lettre à quelqu'un par courrier postal.</a:t>
            </a:r>
            <a:r>
              <a:rPr lang="en-CA" altLang="en-US" sz="2000" kern="0" dirty="0">
                <a:latin typeface="Calibri" panose="020F0502020204030204" pitchFamily="34" charset="0"/>
                <a:cs typeface="Calibri" panose="020F0502020204030204" pitchFamily="34" charset="0"/>
              </a:rPr>
              <a:t>.</a:t>
            </a:r>
          </a:p>
          <a:p>
            <a:pPr lvl="2" algn="just"/>
            <a:r>
              <a:rPr lang="fr-FR" altLang="en-US" sz="2000" kern="0" dirty="0">
                <a:latin typeface="Calibri" panose="020F0502020204030204" pitchFamily="34" charset="0"/>
                <a:cs typeface="Calibri" panose="020F0502020204030204" pitchFamily="34" charset="0"/>
              </a:rPr>
              <a:t>Les expéditeurs ne savent pas si la destination est présente, accessible ou fonctionnelle avant d'envoyer des paquets.</a:t>
            </a:r>
            <a:endParaRPr lang="en-CA" altLang="en-US" sz="2000" kern="0" dirty="0">
              <a:latin typeface="Calibri" panose="020F0502020204030204" pitchFamily="34" charset="0"/>
              <a:cs typeface="Calibri" panose="020F0502020204030204" pitchFamily="34" charset="0"/>
            </a:endParaRPr>
          </a:p>
          <a:p>
            <a:pPr lvl="2" algn="just"/>
            <a:r>
              <a:rPr lang="fr-FR" altLang="en-US" sz="2000" kern="0" dirty="0">
                <a:latin typeface="Calibri" panose="020F0502020204030204" pitchFamily="34" charset="0"/>
                <a:cs typeface="Calibri" panose="020F0502020204030204" pitchFamily="34" charset="0"/>
              </a:rPr>
              <a:t>Cette fonctionnalité contribue au faible surcoût d'IP.</a:t>
            </a:r>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a:p>
            <a:pPr lvl="1"/>
            <a:endParaRPr lang="en-CA" altLang="en-US" sz="2000" kern="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C294B761-938A-43F1-9403-83E309DD9B67}"/>
              </a:ext>
            </a:extLst>
          </p:cNvPr>
          <p:cNvPicPr>
            <a:picLocks noChangeAspect="1"/>
          </p:cNvPicPr>
          <p:nvPr/>
        </p:nvPicPr>
        <p:blipFill>
          <a:blip r:embed="rId3"/>
          <a:stretch>
            <a:fillRect/>
          </a:stretch>
        </p:blipFill>
        <p:spPr>
          <a:xfrm>
            <a:off x="5494122" y="3961094"/>
            <a:ext cx="6559511" cy="2151210"/>
          </a:xfrm>
          <a:prstGeom prst="rect">
            <a:avLst/>
          </a:prstGeom>
        </p:spPr>
      </p:pic>
      <p:pic>
        <p:nvPicPr>
          <p:cNvPr id="8" name="Picture 7">
            <a:extLst>
              <a:ext uri="{FF2B5EF4-FFF2-40B4-BE49-F238E27FC236}">
                <a16:creationId xmlns:a16="http://schemas.microsoft.com/office/drawing/2014/main" id="{37CDC979-014B-46E4-AE18-1CB0DE7D1E0D}"/>
              </a:ext>
            </a:extLst>
          </p:cNvPr>
          <p:cNvPicPr>
            <a:picLocks noChangeAspect="1"/>
          </p:cNvPicPr>
          <p:nvPr/>
        </p:nvPicPr>
        <p:blipFill>
          <a:blip r:embed="rId4"/>
          <a:stretch>
            <a:fillRect/>
          </a:stretch>
        </p:blipFill>
        <p:spPr>
          <a:xfrm>
            <a:off x="5765901" y="1425388"/>
            <a:ext cx="5952906" cy="2077161"/>
          </a:xfrm>
          <a:prstGeom prst="rect">
            <a:avLst/>
          </a:prstGeom>
        </p:spPr>
      </p:pic>
      <p:sp>
        <p:nvSpPr>
          <p:cNvPr id="2" name="Arrow: Down 1">
            <a:extLst>
              <a:ext uri="{FF2B5EF4-FFF2-40B4-BE49-F238E27FC236}">
                <a16:creationId xmlns:a16="http://schemas.microsoft.com/office/drawing/2014/main" id="{A9E17477-5C4F-4C33-A6C2-824188B18C8C}"/>
              </a:ext>
            </a:extLst>
          </p:cNvPr>
          <p:cNvSpPr/>
          <p:nvPr/>
        </p:nvSpPr>
        <p:spPr>
          <a:xfrm>
            <a:off x="8477163" y="3530460"/>
            <a:ext cx="296715" cy="4027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1279210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C555C-7603-4016-A9E8-0C15CE6D9B54}"/>
              </a:ext>
            </a:extLst>
          </p:cNvPr>
          <p:cNvSpPr>
            <a:spLocks noGrp="1"/>
          </p:cNvSpPr>
          <p:nvPr>
            <p:ph type="sldNum" idx="12"/>
          </p:nvPr>
        </p:nvSpPr>
        <p:spPr/>
        <p:txBody>
          <a:bodyPr/>
          <a:lstStyle/>
          <a:p>
            <a:fld id="{00000000-1234-1234-1234-123412341234}" type="slidenum">
              <a:rPr lang="fr-FR" smtClean="0"/>
              <a:pPr/>
              <a:t>9</a:t>
            </a:fld>
            <a:endParaRPr lang="fr-FR" dirty="0"/>
          </a:p>
        </p:txBody>
      </p:sp>
      <p:sp>
        <p:nvSpPr>
          <p:cNvPr id="5" name="Titre 2">
            <a:extLst>
              <a:ext uri="{FF2B5EF4-FFF2-40B4-BE49-F238E27FC236}">
                <a16:creationId xmlns:a16="http://schemas.microsoft.com/office/drawing/2014/main" id="{834EC639-0B16-433B-9574-264C7C435E45}"/>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Caractéristiques du protocole IP</a:t>
            </a:r>
          </a:p>
          <a:p>
            <a:r>
              <a:rPr lang="en-US" altLang="en-US" sz="2800" b="1" i="1" dirty="0">
                <a:solidFill>
                  <a:schemeClr val="accent5">
                    <a:lumMod val="75000"/>
                  </a:schemeClr>
                </a:solidFill>
                <a:latin typeface="Calibri" panose="020F0502020204030204" pitchFamily="34" charset="0"/>
                <a:cs typeface="Calibri" panose="020F0502020204030204" pitchFamily="34" charset="0"/>
              </a:rPr>
              <a:t>IP - </a:t>
            </a:r>
            <a:r>
              <a:rPr lang="fr-FR" sz="2800" b="1" i="1" dirty="0">
                <a:solidFill>
                  <a:schemeClr val="accent5">
                    <a:lumMod val="75000"/>
                  </a:schemeClr>
                </a:solidFill>
                <a:latin typeface="Calibri" panose="020F0502020204030204" pitchFamily="34" charset="0"/>
                <a:cs typeface="Calibri" panose="020F0502020204030204" pitchFamily="34" charset="0"/>
              </a:rPr>
              <a:t>Remise au mieux (Best effort)</a:t>
            </a:r>
          </a:p>
          <a:p>
            <a:pPr algn="l"/>
            <a:endParaRPr lang="fr-FR" sz="2600" b="1" i="1" dirty="0">
              <a:effectLst/>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343D3F2B-12EC-499F-A597-1EFFE0791874}"/>
              </a:ext>
            </a:extLst>
          </p:cNvPr>
          <p:cNvPicPr>
            <a:picLocks noChangeAspect="1"/>
          </p:cNvPicPr>
          <p:nvPr/>
        </p:nvPicPr>
        <p:blipFill>
          <a:blip r:embed="rId3"/>
          <a:stretch>
            <a:fillRect/>
          </a:stretch>
        </p:blipFill>
        <p:spPr>
          <a:xfrm>
            <a:off x="5349157" y="1789026"/>
            <a:ext cx="6313191" cy="4434235"/>
          </a:xfrm>
          <a:prstGeom prst="rect">
            <a:avLst/>
          </a:prstGeom>
        </p:spPr>
      </p:pic>
      <p:sp>
        <p:nvSpPr>
          <p:cNvPr id="7" name="Content Placeholder 2">
            <a:extLst>
              <a:ext uri="{FF2B5EF4-FFF2-40B4-BE49-F238E27FC236}">
                <a16:creationId xmlns:a16="http://schemas.microsoft.com/office/drawing/2014/main" id="{9D198F13-3C45-4FF6-B452-D45366FCC622}"/>
              </a:ext>
            </a:extLst>
          </p:cNvPr>
          <p:cNvSpPr txBox="1">
            <a:spLocks/>
          </p:cNvSpPr>
          <p:nvPr/>
        </p:nvSpPr>
        <p:spPr>
          <a:xfrm>
            <a:off x="345108" y="1809213"/>
            <a:ext cx="5004049" cy="4293071"/>
          </a:xfrm>
          <a:prstGeom prst="rect">
            <a:avLst/>
          </a:prstGeom>
          <a:noFill/>
          <a:ln>
            <a:noFill/>
          </a:ln>
        </p:spPr>
        <p:txBody>
          <a:bodyPr spcFirstLastPara="1" wrap="square" lIns="45700" tIns="45700" rIns="4570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114300" indent="0" algn="just">
              <a:buNone/>
            </a:pPr>
            <a:r>
              <a:rPr lang="fr-FR" altLang="en-US" sz="2000" b="1" kern="0" dirty="0">
                <a:solidFill>
                  <a:srgbClr val="C00000"/>
                </a:solidFill>
                <a:latin typeface="Calibri" panose="020F0502020204030204" pitchFamily="34" charset="0"/>
                <a:cs typeface="Calibri" panose="020F0502020204030204" pitchFamily="34" charset="0"/>
              </a:rPr>
              <a:t>IP est un protocole de remise au mieux :</a:t>
            </a:r>
            <a:endParaRPr lang="en-CA" altLang="en-US" sz="2000" b="1" kern="0" dirty="0">
              <a:solidFill>
                <a:srgbClr val="C00000"/>
              </a:solidFill>
              <a:latin typeface="Calibri" panose="020F0502020204030204" pitchFamily="34" charset="0"/>
              <a:cs typeface="Calibri" panose="020F0502020204030204" pitchFamily="34" charset="0"/>
            </a:endParaRPr>
          </a:p>
          <a:p>
            <a:pPr lvl="1" algn="just"/>
            <a:r>
              <a:rPr lang="fr-FR" altLang="en-US" sz="2000" kern="0" dirty="0">
                <a:latin typeface="Calibri" panose="020F0502020204030204" pitchFamily="34" charset="0"/>
                <a:cs typeface="Calibri" panose="020F0502020204030204" pitchFamily="34" charset="0"/>
              </a:rPr>
              <a:t>IP est considéré comme « peu fiable » car il ne garantit pas que tous les paquets envoyés seront reçus.</a:t>
            </a:r>
            <a:endParaRPr lang="en-CA" altLang="en-US" sz="2000" kern="0" dirty="0">
              <a:latin typeface="Calibri" panose="020F0502020204030204" pitchFamily="34" charset="0"/>
              <a:cs typeface="Calibri" panose="020F0502020204030204" pitchFamily="34" charset="0"/>
            </a:endParaRPr>
          </a:p>
          <a:p>
            <a:pPr lvl="1" algn="just"/>
            <a:r>
              <a:rPr lang="fr-FR" altLang="en-US" sz="2000" kern="0" dirty="0">
                <a:latin typeface="Calibri" panose="020F0502020204030204" pitchFamily="34" charset="0"/>
                <a:cs typeface="Calibri" panose="020F0502020204030204" pitchFamily="34" charset="0"/>
              </a:rPr>
              <a:t>Non fiable signifie qu'IP n'a pas la capacité de gérer et de récupérer des paquets non remis, corrompus ou hors séquence.</a:t>
            </a:r>
          </a:p>
          <a:p>
            <a:pPr lvl="1" algn="just"/>
            <a:r>
              <a:rPr lang="fr-FR" altLang="en-US" sz="2000" kern="0" dirty="0">
                <a:latin typeface="Calibri" panose="020F0502020204030204" pitchFamily="34" charset="0"/>
                <a:cs typeface="Calibri" panose="020F0502020204030204" pitchFamily="34" charset="0"/>
              </a:rPr>
              <a:t>Si des paquets manquent ou ne sont pas dans le bon ordre à la destination, les protocoles/services de couche supérieure doivent résoudre ces problèmes.</a:t>
            </a:r>
            <a:endParaRPr lang="en-CA" altLang="en-US" sz="2000" kern="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088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C555C-7603-4016-A9E8-0C15CE6D9B54}"/>
              </a:ext>
            </a:extLst>
          </p:cNvPr>
          <p:cNvSpPr>
            <a:spLocks noGrp="1"/>
          </p:cNvSpPr>
          <p:nvPr>
            <p:ph type="sldNum" idx="12"/>
          </p:nvPr>
        </p:nvSpPr>
        <p:spPr/>
        <p:txBody>
          <a:bodyPr/>
          <a:lstStyle/>
          <a:p>
            <a:fld id="{00000000-1234-1234-1234-123412341234}" type="slidenum">
              <a:rPr lang="fr-FR" smtClean="0"/>
              <a:pPr/>
              <a:t>10</a:t>
            </a:fld>
            <a:endParaRPr lang="fr-FR" dirty="0"/>
          </a:p>
        </p:txBody>
      </p:sp>
      <p:sp>
        <p:nvSpPr>
          <p:cNvPr id="5" name="Titre 2">
            <a:extLst>
              <a:ext uri="{FF2B5EF4-FFF2-40B4-BE49-F238E27FC236}">
                <a16:creationId xmlns:a16="http://schemas.microsoft.com/office/drawing/2014/main" id="{834EC639-0B16-433B-9574-264C7C435E45}"/>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Caractéristiques du protocole IP</a:t>
            </a:r>
          </a:p>
          <a:p>
            <a:r>
              <a:rPr lang="en-US" altLang="en-US" sz="2800" b="1" i="1" dirty="0">
                <a:solidFill>
                  <a:schemeClr val="accent5">
                    <a:lumMod val="75000"/>
                  </a:schemeClr>
                </a:solidFill>
                <a:latin typeface="Calibri" panose="020F0502020204030204" pitchFamily="34" charset="0"/>
                <a:cs typeface="Calibri" panose="020F0502020204030204" pitchFamily="34" charset="0"/>
              </a:rPr>
              <a:t>IP - </a:t>
            </a:r>
            <a:r>
              <a:rPr lang="en-US" sz="2800" b="1" i="1" dirty="0" err="1">
                <a:solidFill>
                  <a:schemeClr val="accent5">
                    <a:lumMod val="75000"/>
                  </a:schemeClr>
                </a:solidFill>
                <a:latin typeface="Calibri" panose="020F0502020204030204" pitchFamily="34" charset="0"/>
                <a:cs typeface="Calibri" panose="020F0502020204030204" pitchFamily="34" charset="0"/>
              </a:rPr>
              <a:t>Indépendant</a:t>
            </a:r>
            <a:r>
              <a:rPr lang="en-US" sz="2800" b="1" i="1" dirty="0">
                <a:solidFill>
                  <a:schemeClr val="accent5">
                    <a:lumMod val="75000"/>
                  </a:schemeClr>
                </a:solidFill>
                <a:latin typeface="Calibri" panose="020F0502020204030204" pitchFamily="34" charset="0"/>
                <a:cs typeface="Calibri" panose="020F0502020204030204" pitchFamily="34" charset="0"/>
              </a:rPr>
              <a:t> du support</a:t>
            </a:r>
          </a:p>
          <a:p>
            <a:pPr algn="l"/>
            <a:endParaRPr lang="fr-FR" sz="2600" b="1" i="1" dirty="0">
              <a:effectLst/>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5B263697-A8DD-4E23-ACE5-57BD1050DB9C}"/>
              </a:ext>
            </a:extLst>
          </p:cNvPr>
          <p:cNvSpPr txBox="1">
            <a:spLocks/>
          </p:cNvSpPr>
          <p:nvPr/>
        </p:nvSpPr>
        <p:spPr>
          <a:xfrm>
            <a:off x="100007" y="2219437"/>
            <a:ext cx="5731166" cy="4221063"/>
          </a:xfrm>
          <a:prstGeom prst="rect">
            <a:avLst/>
          </a:prstGeom>
          <a:noFill/>
          <a:ln>
            <a:noFill/>
          </a:ln>
        </p:spPr>
        <p:txBody>
          <a:bodyPr spcFirstLastPara="1" wrap="square" lIns="45700" tIns="45700" rIns="4570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lvl="1" algn="just"/>
            <a:r>
              <a:rPr lang="fr-FR" altLang="en-US" sz="2000" kern="0" dirty="0">
                <a:latin typeface="Calibri" panose="020F0502020204030204" pitchFamily="34" charset="0"/>
                <a:cs typeface="Calibri" panose="020F0502020204030204" pitchFamily="34" charset="0"/>
              </a:rPr>
              <a:t>IP fonctionne indépendamment du support qui transporte les données dans les couches inférieures de la pile de protocoles - il ne se soucie pas si le support est constitué de câbles en cuivre, de fibre optique ou sans fil.</a:t>
            </a:r>
          </a:p>
          <a:p>
            <a:pPr lvl="1" algn="just"/>
            <a:r>
              <a:rPr lang="fr-FR" altLang="en-US" sz="2000" kern="0" dirty="0">
                <a:latin typeface="Calibri" panose="020F0502020204030204" pitchFamily="34" charset="0"/>
                <a:cs typeface="Calibri" panose="020F0502020204030204" pitchFamily="34" charset="0"/>
              </a:rPr>
              <a:t>La couche liaison de données OSI est chargée de prendre le paquet IP et de le préparer pour la transmission sur le support de communication.</a:t>
            </a:r>
          </a:p>
          <a:p>
            <a:pPr lvl="1" algn="just"/>
            <a:r>
              <a:rPr lang="fr-FR" altLang="en-US" sz="2000" kern="0" dirty="0">
                <a:latin typeface="Calibri" panose="020F0502020204030204" pitchFamily="34" charset="0"/>
                <a:cs typeface="Calibri" panose="020F0502020204030204" pitchFamily="34" charset="0"/>
              </a:rPr>
              <a:t>La couche réseau a une taille maximale de la PDU qui peut être transportée - appelée MTU (unité de transmission maximale).</a:t>
            </a:r>
          </a:p>
          <a:p>
            <a:pPr lvl="1" algn="just"/>
            <a:r>
              <a:rPr lang="fr-FR" altLang="en-US" sz="2000" kern="0" dirty="0">
                <a:latin typeface="Calibri" panose="020F0502020204030204" pitchFamily="34" charset="0"/>
                <a:cs typeface="Calibri" panose="020F0502020204030204" pitchFamily="34" charset="0"/>
              </a:rPr>
              <a:t>La couche liaison de données indique à la couche réseau le MTU.</a:t>
            </a:r>
            <a:endParaRPr lang="en-CA" altLang="en-US" sz="2000" kern="0" dirty="0">
              <a:latin typeface="Calibri" panose="020F0502020204030204" pitchFamily="34" charset="0"/>
              <a:cs typeface="Calibri" panose="020F0502020204030204" pitchFamily="34" charset="0"/>
            </a:endParaRPr>
          </a:p>
          <a:p>
            <a:pPr lvl="1" algn="just"/>
            <a:endParaRPr lang="en-CA" altLang="en-US" sz="2000" kern="0" dirty="0">
              <a:latin typeface="Calibri" panose="020F0502020204030204" pitchFamily="34" charset="0"/>
              <a:cs typeface="Calibri" panose="020F0502020204030204" pitchFamily="34" charset="0"/>
            </a:endParaRPr>
          </a:p>
          <a:p>
            <a:pPr lvl="1" algn="just"/>
            <a:endParaRPr lang="en-CA" altLang="en-US" sz="2000" kern="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86135BE-2B99-4AF9-86B5-21AE236300BD}"/>
              </a:ext>
            </a:extLst>
          </p:cNvPr>
          <p:cNvSpPr txBox="1"/>
          <p:nvPr/>
        </p:nvSpPr>
        <p:spPr>
          <a:xfrm>
            <a:off x="438734" y="1871346"/>
            <a:ext cx="5392439" cy="400110"/>
          </a:xfrm>
          <a:prstGeom prst="rect">
            <a:avLst/>
          </a:prstGeom>
          <a:noFill/>
        </p:spPr>
        <p:txBody>
          <a:bodyPr wrap="square">
            <a:spAutoFit/>
          </a:bodyPr>
          <a:lstStyle/>
          <a:p>
            <a:pPr algn="just"/>
            <a:r>
              <a:rPr lang="fr-FR" altLang="en-US" sz="2000" b="1" dirty="0">
                <a:solidFill>
                  <a:srgbClr val="C00000"/>
                </a:solidFill>
                <a:latin typeface="Calibri" panose="020F0502020204030204" pitchFamily="34" charset="0"/>
                <a:cs typeface="Calibri" panose="020F0502020204030204" pitchFamily="34" charset="0"/>
              </a:rPr>
              <a:t>IP est un protocole indépendant du support:</a:t>
            </a:r>
            <a:endParaRPr lang="en-CA" altLang="en-US" sz="2000" b="1" dirty="0">
              <a:solidFill>
                <a:srgbClr val="C00000"/>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51E5997D-FFCD-4B85-B35A-6D70901BCC55}"/>
              </a:ext>
            </a:extLst>
          </p:cNvPr>
          <p:cNvPicPr>
            <a:picLocks noChangeAspect="1"/>
          </p:cNvPicPr>
          <p:nvPr/>
        </p:nvPicPr>
        <p:blipFill>
          <a:blip r:embed="rId2"/>
          <a:stretch>
            <a:fillRect/>
          </a:stretch>
        </p:blipFill>
        <p:spPr>
          <a:xfrm>
            <a:off x="6096000" y="1941353"/>
            <a:ext cx="6002845" cy="4039722"/>
          </a:xfrm>
          <a:prstGeom prst="rect">
            <a:avLst/>
          </a:prstGeom>
        </p:spPr>
      </p:pic>
    </p:spTree>
    <p:extLst>
      <p:ext uri="{BB962C8B-B14F-4D97-AF65-F5344CB8AC3E}">
        <p14:creationId xmlns:p14="http://schemas.microsoft.com/office/powerpoint/2010/main" val="2734172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6A9BB0-5CFC-4BCF-B869-FD74D2238F99}"/>
              </a:ext>
            </a:extLst>
          </p:cNvPr>
          <p:cNvSpPr>
            <a:spLocks noGrp="1"/>
          </p:cNvSpPr>
          <p:nvPr>
            <p:ph type="sldNum" idx="12"/>
          </p:nvPr>
        </p:nvSpPr>
        <p:spPr/>
        <p:txBody>
          <a:bodyPr/>
          <a:lstStyle/>
          <a:p>
            <a:fld id="{00000000-1234-1234-1234-123412341234}" type="slidenum">
              <a:rPr lang="fr-FR" smtClean="0"/>
              <a:pPr/>
              <a:t>11</a:t>
            </a:fld>
            <a:endParaRPr lang="fr-FR" dirty="0"/>
          </a:p>
        </p:txBody>
      </p:sp>
      <p:sp>
        <p:nvSpPr>
          <p:cNvPr id="5" name="Titre 2">
            <a:extLst>
              <a:ext uri="{FF2B5EF4-FFF2-40B4-BE49-F238E27FC236}">
                <a16:creationId xmlns:a16="http://schemas.microsoft.com/office/drawing/2014/main" id="{D0B8C59D-6929-4D1F-B056-AD56475FC80F}"/>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Entête IPv4 (1/3)</a:t>
            </a:r>
          </a:p>
        </p:txBody>
      </p:sp>
      <p:sp>
        <p:nvSpPr>
          <p:cNvPr id="8" name="TextBox 7">
            <a:extLst>
              <a:ext uri="{FF2B5EF4-FFF2-40B4-BE49-F238E27FC236}">
                <a16:creationId xmlns:a16="http://schemas.microsoft.com/office/drawing/2014/main" id="{91D15714-B2B6-4843-8F88-606DB13A8BB3}"/>
              </a:ext>
            </a:extLst>
          </p:cNvPr>
          <p:cNvSpPr txBox="1"/>
          <p:nvPr/>
        </p:nvSpPr>
        <p:spPr>
          <a:xfrm>
            <a:off x="6587738" y="1710197"/>
            <a:ext cx="4415650" cy="4093428"/>
          </a:xfrm>
          <a:prstGeom prst="rect">
            <a:avLst/>
          </a:prstGeom>
          <a:noFill/>
        </p:spPr>
        <p:txBody>
          <a:bodyPr wrap="square">
            <a:spAutoFit/>
          </a:bodyPr>
          <a:lstStyle/>
          <a:p>
            <a:pPr algn="just"/>
            <a:r>
              <a:rPr lang="fr-FR" sz="2000" b="1" i="0" dirty="0">
                <a:solidFill>
                  <a:srgbClr val="C00000"/>
                </a:solidFill>
                <a:effectLst/>
                <a:latin typeface="Calibri" panose="020F0502020204030204" pitchFamily="34" charset="0"/>
                <a:cs typeface="Calibri" panose="020F0502020204030204" pitchFamily="34" charset="0"/>
              </a:rPr>
              <a:t>L'en-tête de paquet IPv4 </a:t>
            </a:r>
            <a:r>
              <a:rPr lang="fr-FR" sz="2000" b="0" i="0" dirty="0">
                <a:effectLst/>
                <a:latin typeface="Calibri" panose="020F0502020204030204" pitchFamily="34" charset="0"/>
                <a:cs typeface="Calibri" panose="020F0502020204030204" pitchFamily="34" charset="0"/>
              </a:rPr>
              <a:t>est utilisé pour s'assurer que ce paquet est livré à son prochain arrêt sur le chemin de son périphérique final de destination.</a:t>
            </a:r>
          </a:p>
          <a:p>
            <a:pPr algn="just"/>
            <a:endParaRPr lang="fr-FR" sz="2000" dirty="0">
              <a:latin typeface="Calibri" panose="020F0502020204030204" pitchFamily="34" charset="0"/>
              <a:cs typeface="Calibri" panose="020F0502020204030204" pitchFamily="34" charset="0"/>
            </a:endParaRPr>
          </a:p>
          <a:p>
            <a:pPr algn="just"/>
            <a:endParaRPr lang="fr-FR" sz="2000" b="0" i="0" dirty="0">
              <a:effectLst/>
              <a:latin typeface="Calibri" panose="020F0502020204030204" pitchFamily="34" charset="0"/>
              <a:cs typeface="Calibri" panose="020F0502020204030204" pitchFamily="34" charset="0"/>
            </a:endParaRPr>
          </a:p>
          <a:p>
            <a:pPr algn="just"/>
            <a:r>
              <a:rPr lang="fr-FR" sz="2000" b="1" i="0" dirty="0">
                <a:solidFill>
                  <a:srgbClr val="C00000"/>
                </a:solidFill>
                <a:effectLst/>
                <a:latin typeface="Calibri" panose="020F0502020204030204" pitchFamily="34" charset="0"/>
                <a:cs typeface="Calibri" panose="020F0502020204030204" pitchFamily="34" charset="0"/>
              </a:rPr>
              <a:t>Un en-tête de paquet IPv4 </a:t>
            </a:r>
            <a:r>
              <a:rPr lang="fr-FR" sz="2000" b="0" i="0" dirty="0">
                <a:effectLst/>
                <a:latin typeface="Calibri" panose="020F0502020204030204" pitchFamily="34" charset="0"/>
                <a:cs typeface="Calibri" panose="020F0502020204030204" pitchFamily="34" charset="0"/>
              </a:rPr>
              <a:t>est constitué de champs contenant des informations importantes sur le paquet. </a:t>
            </a:r>
          </a:p>
          <a:p>
            <a:pPr algn="just"/>
            <a:endParaRPr lang="fr-FR" sz="2000" dirty="0">
              <a:latin typeface="Calibri" panose="020F0502020204030204" pitchFamily="34" charset="0"/>
              <a:cs typeface="Calibri" panose="020F0502020204030204" pitchFamily="34" charset="0"/>
            </a:endParaRPr>
          </a:p>
          <a:p>
            <a:pPr algn="just"/>
            <a:r>
              <a:rPr lang="fr-FR" sz="2000" b="0" i="0" dirty="0">
                <a:effectLst/>
                <a:latin typeface="Calibri" panose="020F0502020204030204" pitchFamily="34" charset="0"/>
                <a:cs typeface="Calibri" panose="020F0502020204030204" pitchFamily="34" charset="0"/>
              </a:rPr>
              <a:t>Ces champs contiennent des nombres binaires, examinés par le processus de couche 3.</a:t>
            </a:r>
          </a:p>
        </p:txBody>
      </p:sp>
      <p:pic>
        <p:nvPicPr>
          <p:cNvPr id="9" name="Picture 8">
            <a:extLst>
              <a:ext uri="{FF2B5EF4-FFF2-40B4-BE49-F238E27FC236}">
                <a16:creationId xmlns:a16="http://schemas.microsoft.com/office/drawing/2014/main" id="{823262CE-7C83-4195-BF04-B3B707EB12B7}"/>
              </a:ext>
            </a:extLst>
          </p:cNvPr>
          <p:cNvPicPr>
            <a:picLocks noChangeAspect="1"/>
          </p:cNvPicPr>
          <p:nvPr/>
        </p:nvPicPr>
        <p:blipFill>
          <a:blip r:embed="rId2"/>
          <a:stretch>
            <a:fillRect/>
          </a:stretch>
        </p:blipFill>
        <p:spPr>
          <a:xfrm>
            <a:off x="0" y="1447099"/>
            <a:ext cx="5457825" cy="4619625"/>
          </a:xfrm>
          <a:prstGeom prst="rect">
            <a:avLst/>
          </a:prstGeom>
        </p:spPr>
      </p:pic>
    </p:spTree>
    <p:extLst>
      <p:ext uri="{BB962C8B-B14F-4D97-AF65-F5344CB8AC3E}">
        <p14:creationId xmlns:p14="http://schemas.microsoft.com/office/powerpoint/2010/main" val="3767964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E4431A-9DCB-462A-AA4F-F55060E4259E}"/>
              </a:ext>
            </a:extLst>
          </p:cNvPr>
          <p:cNvSpPr>
            <a:spLocks noGrp="1"/>
          </p:cNvSpPr>
          <p:nvPr>
            <p:ph type="sldNum" idx="12"/>
          </p:nvPr>
        </p:nvSpPr>
        <p:spPr/>
        <p:txBody>
          <a:bodyPr/>
          <a:lstStyle/>
          <a:p>
            <a:fld id="{00000000-1234-1234-1234-123412341234}" type="slidenum">
              <a:rPr lang="fr-FR" smtClean="0"/>
              <a:pPr/>
              <a:t>12</a:t>
            </a:fld>
            <a:endParaRPr lang="fr-FR" dirty="0"/>
          </a:p>
        </p:txBody>
      </p:sp>
      <p:sp>
        <p:nvSpPr>
          <p:cNvPr id="5" name="Titre 2">
            <a:extLst>
              <a:ext uri="{FF2B5EF4-FFF2-40B4-BE49-F238E27FC236}">
                <a16:creationId xmlns:a16="http://schemas.microsoft.com/office/drawing/2014/main" id="{0620B682-731C-41CC-B6C9-967CC27E19CE}"/>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Entête IPv4 (2/3)</a:t>
            </a:r>
          </a:p>
        </p:txBody>
      </p:sp>
      <p:sp>
        <p:nvSpPr>
          <p:cNvPr id="7" name="Espace réservé du contenu 2">
            <a:extLst>
              <a:ext uri="{FF2B5EF4-FFF2-40B4-BE49-F238E27FC236}">
                <a16:creationId xmlns:a16="http://schemas.microsoft.com/office/drawing/2014/main" id="{A4F060B6-C6A7-4D64-94B0-7F82F56F55FA}"/>
              </a:ext>
            </a:extLst>
          </p:cNvPr>
          <p:cNvSpPr txBox="1">
            <a:spLocks/>
          </p:cNvSpPr>
          <p:nvPr/>
        </p:nvSpPr>
        <p:spPr>
          <a:xfrm>
            <a:off x="5449348" y="1764242"/>
            <a:ext cx="6162207" cy="4351200"/>
          </a:xfrm>
          <a:prstGeom prst="rect">
            <a:avLst/>
          </a:prstGeom>
          <a:noFill/>
          <a:ln>
            <a:noFill/>
          </a:ln>
        </p:spPr>
        <p:txBody>
          <a:bodyPr spcFirstLastPara="1" wrap="square" lIns="45700" tIns="45700" rIns="45700" bIns="45700" anchor="t" anchorCtr="0">
            <a:normAutofit fontScale="77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algn="just"/>
            <a:r>
              <a:rPr lang="fr-FR" b="1" kern="0" dirty="0">
                <a:solidFill>
                  <a:srgbClr val="C00000"/>
                </a:solidFill>
                <a:latin typeface="Calibri" panose="020F0502020204030204" pitchFamily="34" charset="0"/>
                <a:cs typeface="Calibri" panose="020F0502020204030204" pitchFamily="34" charset="0"/>
              </a:rPr>
              <a:t>Version d’IP</a:t>
            </a:r>
            <a:r>
              <a:rPr lang="fr-FR" kern="0" dirty="0">
                <a:solidFill>
                  <a:srgbClr val="C00000"/>
                </a:solidFill>
                <a:latin typeface="Calibri" panose="020F0502020204030204" pitchFamily="34" charset="0"/>
                <a:cs typeface="Calibri" panose="020F0502020204030204" pitchFamily="34" charset="0"/>
              </a:rPr>
              <a:t>: </a:t>
            </a:r>
            <a:r>
              <a:rPr lang="fr-FR" kern="0" dirty="0">
                <a:latin typeface="Calibri" panose="020F0502020204030204" pitchFamily="34" charset="0"/>
                <a:cs typeface="Calibri" panose="020F0502020204030204" pitchFamily="34" charset="0"/>
              </a:rPr>
              <a:t>numéro de version de protocole IP</a:t>
            </a:r>
          </a:p>
          <a:p>
            <a:pPr algn="just"/>
            <a:r>
              <a:rPr lang="fr-FR" b="1" kern="0" dirty="0">
                <a:solidFill>
                  <a:srgbClr val="C00000"/>
                </a:solidFill>
                <a:latin typeface="Calibri" panose="020F0502020204030204" pitchFamily="34" charset="0"/>
                <a:cs typeface="Calibri" panose="020F0502020204030204" pitchFamily="34" charset="0"/>
              </a:rPr>
              <a:t>Longueur de l’entête (IHL) </a:t>
            </a:r>
            <a:r>
              <a:rPr lang="fr-FR" kern="0" dirty="0">
                <a:latin typeface="Calibri" panose="020F0502020204030204" pitchFamily="34" charset="0"/>
                <a:cs typeface="Calibri" panose="020F0502020204030204" pitchFamily="34" charset="0"/>
              </a:rPr>
              <a:t>: longueur de l'en-tête en mots de 32 bits, généralement égal à 5 (pas d'option)</a:t>
            </a:r>
          </a:p>
          <a:p>
            <a:pPr algn="just"/>
            <a:r>
              <a:rPr lang="fr-FR" b="1" kern="0" dirty="0">
                <a:solidFill>
                  <a:srgbClr val="C00000"/>
                </a:solidFill>
                <a:latin typeface="Calibri" panose="020F0502020204030204" pitchFamily="34" charset="0"/>
                <a:cs typeface="Calibri" panose="020F0502020204030204" pitchFamily="34" charset="0"/>
              </a:rPr>
              <a:t>Type de service:</a:t>
            </a:r>
            <a:r>
              <a:rPr lang="fr-FR" kern="0" dirty="0">
                <a:solidFill>
                  <a:srgbClr val="C00000"/>
                </a:solidFill>
                <a:latin typeface="Calibri" panose="020F0502020204030204" pitchFamily="34" charset="0"/>
                <a:cs typeface="Calibri" panose="020F0502020204030204" pitchFamily="34" charset="0"/>
              </a:rPr>
              <a:t> </a:t>
            </a:r>
            <a:r>
              <a:rPr lang="fr-FR" kern="0" dirty="0">
                <a:latin typeface="Calibri" panose="020F0502020204030204" pitchFamily="34" charset="0"/>
                <a:cs typeface="Calibri" panose="020F0502020204030204" pitchFamily="34" charset="0"/>
              </a:rPr>
              <a:t>ancien type de service codé sur 8 bits. Utilisé pour donner une priorité plus élevée que les autres à un paquet. Mais cela a été très peu utilisé</a:t>
            </a:r>
          </a:p>
          <a:p>
            <a:pPr algn="just"/>
            <a:r>
              <a:rPr lang="fr-FR" b="1" kern="0" dirty="0">
                <a:solidFill>
                  <a:srgbClr val="C00000"/>
                </a:solidFill>
                <a:latin typeface="Calibri" panose="020F0502020204030204" pitchFamily="34" charset="0"/>
                <a:cs typeface="Calibri" panose="020F0502020204030204" pitchFamily="34" charset="0"/>
              </a:rPr>
              <a:t>Longueur totale </a:t>
            </a:r>
            <a:r>
              <a:rPr lang="fr-FR" kern="0" dirty="0">
                <a:solidFill>
                  <a:srgbClr val="C00000"/>
                </a:solidFill>
                <a:latin typeface="Calibri" panose="020F0502020204030204" pitchFamily="34" charset="0"/>
                <a:cs typeface="Calibri" panose="020F0502020204030204" pitchFamily="34" charset="0"/>
              </a:rPr>
              <a:t>:</a:t>
            </a:r>
            <a:r>
              <a:rPr lang="fr-FR" kern="0" dirty="0">
                <a:latin typeface="Calibri" panose="020F0502020204030204" pitchFamily="34" charset="0"/>
                <a:cs typeface="Calibri" panose="020F0502020204030204" pitchFamily="34" charset="0"/>
              </a:rPr>
              <a:t> longueur totale du datagramme en octets (en-tête + données)</a:t>
            </a:r>
          </a:p>
          <a:p>
            <a:pPr algn="just"/>
            <a:r>
              <a:rPr lang="fr-FR" b="1" kern="0" dirty="0">
                <a:solidFill>
                  <a:srgbClr val="C00000"/>
                </a:solidFill>
                <a:latin typeface="Calibri" panose="020F0502020204030204" pitchFamily="34" charset="0"/>
                <a:cs typeface="Calibri" panose="020F0502020204030204" pitchFamily="34" charset="0"/>
              </a:rPr>
              <a:t>Identification</a:t>
            </a:r>
            <a:r>
              <a:rPr lang="fr-FR" kern="0" dirty="0">
                <a:latin typeface="Calibri" panose="020F0502020204030204" pitchFamily="34" charset="0"/>
                <a:cs typeface="Calibri" panose="020F0502020204030204" pitchFamily="34" charset="0"/>
              </a:rPr>
              <a:t> – ce champ de 16 bits identifie de manière unique le fragment d'un paquet IP d'origine</a:t>
            </a:r>
          </a:p>
          <a:p>
            <a:pPr algn="just"/>
            <a:r>
              <a:rPr lang="fr-FR" b="1" kern="0" dirty="0">
                <a:solidFill>
                  <a:srgbClr val="C00000"/>
                </a:solidFill>
                <a:latin typeface="Calibri" panose="020F0502020204030204" pitchFamily="34" charset="0"/>
                <a:cs typeface="Calibri" panose="020F0502020204030204" pitchFamily="34" charset="0"/>
              </a:rPr>
              <a:t>Flags (Indicateurs)</a:t>
            </a:r>
            <a:r>
              <a:rPr lang="fr-FR" kern="0" dirty="0">
                <a:solidFill>
                  <a:srgbClr val="C00000"/>
                </a:solidFill>
                <a:latin typeface="Calibri" panose="020F0502020204030204" pitchFamily="34" charset="0"/>
                <a:cs typeface="Calibri" panose="020F0502020204030204" pitchFamily="34" charset="0"/>
              </a:rPr>
              <a:t> </a:t>
            </a:r>
            <a:r>
              <a:rPr lang="fr-FR" kern="0" dirty="0">
                <a:latin typeface="Calibri" panose="020F0502020204030204" pitchFamily="34" charset="0"/>
                <a:cs typeface="Calibri" panose="020F0502020204030204" pitchFamily="34" charset="0"/>
              </a:rPr>
              <a:t>: ce champ de 3 bits donne une information sur la fragmentation</a:t>
            </a:r>
          </a:p>
          <a:p>
            <a:pPr algn="just"/>
            <a:r>
              <a:rPr lang="fr-FR" b="1" kern="0" dirty="0">
                <a:solidFill>
                  <a:srgbClr val="C00000"/>
                </a:solidFill>
                <a:latin typeface="Calibri" panose="020F0502020204030204" pitchFamily="34" charset="0"/>
                <a:cs typeface="Calibri" panose="020F0502020204030204" pitchFamily="34" charset="0"/>
              </a:rPr>
              <a:t>Fragment offset (Décalage du fragment)</a:t>
            </a:r>
            <a:r>
              <a:rPr lang="fr-FR" kern="0" dirty="0">
                <a:solidFill>
                  <a:srgbClr val="C00000"/>
                </a:solidFill>
                <a:latin typeface="Calibri" panose="020F0502020204030204" pitchFamily="34" charset="0"/>
                <a:cs typeface="Calibri" panose="020F0502020204030204" pitchFamily="34" charset="0"/>
              </a:rPr>
              <a:t> </a:t>
            </a:r>
            <a:r>
              <a:rPr lang="fr-FR" kern="0" dirty="0">
                <a:latin typeface="Calibri" panose="020F0502020204030204" pitchFamily="34" charset="0"/>
                <a:cs typeface="Calibri" panose="020F0502020204030204" pitchFamily="34" charset="0"/>
              </a:rPr>
              <a:t>: ce champ de 13 bits indique la position du fragment dans le paquet d'origine</a:t>
            </a:r>
            <a:endParaRPr lang="fr-FR" kern="0" dirty="0">
              <a:latin typeface="Calibri" panose="020F0502020204030204" pitchFamily="34" charset="0"/>
              <a:ea typeface="ＭＳ Ｐゴシック"/>
              <a:cs typeface="Calibri" panose="020F0502020204030204" pitchFamily="34" charset="0"/>
            </a:endParaRPr>
          </a:p>
        </p:txBody>
      </p:sp>
      <p:pic>
        <p:nvPicPr>
          <p:cNvPr id="11" name="Picture 10">
            <a:extLst>
              <a:ext uri="{FF2B5EF4-FFF2-40B4-BE49-F238E27FC236}">
                <a16:creationId xmlns:a16="http://schemas.microsoft.com/office/drawing/2014/main" id="{8857ED19-747E-44D0-A52E-F5C3C8C14F31}"/>
              </a:ext>
            </a:extLst>
          </p:cNvPr>
          <p:cNvPicPr>
            <a:picLocks noChangeAspect="1"/>
          </p:cNvPicPr>
          <p:nvPr/>
        </p:nvPicPr>
        <p:blipFill>
          <a:blip r:embed="rId2"/>
          <a:stretch>
            <a:fillRect/>
          </a:stretch>
        </p:blipFill>
        <p:spPr>
          <a:xfrm>
            <a:off x="0" y="1447099"/>
            <a:ext cx="5457825" cy="4619625"/>
          </a:xfrm>
          <a:prstGeom prst="rect">
            <a:avLst/>
          </a:prstGeom>
        </p:spPr>
      </p:pic>
    </p:spTree>
    <p:extLst>
      <p:ext uri="{BB962C8B-B14F-4D97-AF65-F5344CB8AC3E}">
        <p14:creationId xmlns:p14="http://schemas.microsoft.com/office/powerpoint/2010/main" val="3576025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457824" y="1581310"/>
            <a:ext cx="6399395" cy="4619625"/>
          </a:xfrm>
        </p:spPr>
        <p:txBody>
          <a:bodyPr>
            <a:normAutofit fontScale="85000" lnSpcReduction="20000"/>
          </a:bodyPr>
          <a:lstStyle/>
          <a:p>
            <a:pPr algn="just"/>
            <a:r>
              <a:rPr lang="fr-FR" b="1" dirty="0">
                <a:solidFill>
                  <a:srgbClr val="C00000"/>
                </a:solidFill>
                <a:latin typeface="Calibri" panose="020F0502020204030204" pitchFamily="34" charset="0"/>
                <a:cs typeface="Calibri" panose="020F0502020204030204" pitchFamily="34" charset="0"/>
              </a:rPr>
              <a:t>Durée de vie</a:t>
            </a:r>
            <a:r>
              <a:rPr lang="fr-FR" dirty="0">
                <a:solidFill>
                  <a:srgbClr val="C00000"/>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 codé sur 8 bits. Il est utilisé pour limiter la durée de vie d’un paquet. Les passerelles qui traitent le datagramme  doivent décrémenter cette valeur de 1. Lorsque cette valeur atteint 0 (expire) le datagramme est détruit et un message d'erreur est renvoyé à l'émetteur</a:t>
            </a:r>
          </a:p>
          <a:p>
            <a:pPr algn="just"/>
            <a:r>
              <a:rPr lang="fr-FR" b="1" dirty="0">
                <a:solidFill>
                  <a:srgbClr val="C00000"/>
                </a:solidFill>
                <a:latin typeface="Calibri" panose="020F0502020204030204" pitchFamily="34" charset="0"/>
                <a:cs typeface="Calibri" panose="020F0502020204030204" pitchFamily="34" charset="0"/>
              </a:rPr>
              <a:t>Protocole</a:t>
            </a:r>
            <a:r>
              <a:rPr lang="fr-FR" dirty="0">
                <a:latin typeface="Calibri" panose="020F0502020204030204" pitchFamily="34" charset="0"/>
                <a:cs typeface="Calibri" panose="020F0502020204030204" pitchFamily="34" charset="0"/>
              </a:rPr>
              <a:t>: Ce champ identifie le protocole de niveau supérieur véhiculé dans le champ données du datagramme : TCP:6, UDP:17, ICMP:1</a:t>
            </a:r>
          </a:p>
          <a:p>
            <a:pPr algn="just"/>
            <a:r>
              <a:rPr lang="fr-FR" b="1" dirty="0">
                <a:solidFill>
                  <a:srgbClr val="C00000"/>
                </a:solidFill>
                <a:latin typeface="Calibri" panose="020F0502020204030204" pitchFamily="34" charset="0"/>
                <a:cs typeface="Calibri" panose="020F0502020204030204" pitchFamily="34" charset="0"/>
              </a:rPr>
              <a:t>Somme de contrôle de l'en-tête (Header checksum)</a:t>
            </a:r>
            <a:r>
              <a:rPr lang="fr-FR" dirty="0">
                <a:solidFill>
                  <a:srgbClr val="C00000"/>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 champ de 16 bits utilisé pour le contrôle des erreurs sur l'en-tête IP</a:t>
            </a:r>
          </a:p>
          <a:p>
            <a:pPr algn="just"/>
            <a:r>
              <a:rPr lang="fr-FR" b="1" dirty="0">
                <a:solidFill>
                  <a:srgbClr val="C00000"/>
                </a:solidFill>
                <a:latin typeface="Calibri" panose="020F0502020204030204" pitchFamily="34" charset="0"/>
                <a:cs typeface="Calibri" panose="020F0502020204030204" pitchFamily="34" charset="0"/>
              </a:rPr>
              <a:t>Adresse IP source</a:t>
            </a:r>
            <a:r>
              <a:rPr lang="fr-FR" dirty="0">
                <a:solidFill>
                  <a:srgbClr val="C00000"/>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 contient une valeur binaire de 32 bits qui représente l'adresse IP source du paquet</a:t>
            </a:r>
          </a:p>
          <a:p>
            <a:pPr algn="just"/>
            <a:r>
              <a:rPr lang="fr-FR" b="1" dirty="0">
                <a:solidFill>
                  <a:srgbClr val="C00000"/>
                </a:solidFill>
                <a:latin typeface="Calibri" panose="020F0502020204030204" pitchFamily="34" charset="0"/>
                <a:cs typeface="Calibri" panose="020F0502020204030204" pitchFamily="34" charset="0"/>
              </a:rPr>
              <a:t>Adresse IP de destination</a:t>
            </a:r>
            <a:r>
              <a:rPr lang="fr-FR" dirty="0">
                <a:solidFill>
                  <a:srgbClr val="C00000"/>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contient une valeur binaire de 32 bits qui représente l'adresse IP de destination du paquet</a:t>
            </a:r>
          </a:p>
          <a:p>
            <a:pPr algn="just">
              <a:lnSpc>
                <a:spcPct val="150000"/>
              </a:lnSpc>
              <a:buClr>
                <a:schemeClr val="accent1"/>
              </a:buClr>
            </a:pPr>
            <a:endParaRPr lang="fr-FR" dirty="0">
              <a:latin typeface="Calibri" panose="020F0502020204030204" pitchFamily="34" charset="0"/>
              <a:cs typeface="Calibri" panose="020F0502020204030204" pitchFamily="34" charset="0"/>
            </a:endParaRPr>
          </a:p>
        </p:txBody>
      </p:sp>
      <p:sp>
        <p:nvSpPr>
          <p:cNvPr id="4" name="Espace réservé du numéro de diapositive 3"/>
          <p:cNvSpPr>
            <a:spLocks noGrp="1"/>
          </p:cNvSpPr>
          <p:nvPr>
            <p:ph type="sldNum" sz="quarter" idx="12"/>
          </p:nvPr>
        </p:nvSpPr>
        <p:spPr>
          <a:xfrm>
            <a:off x="11003388" y="6369608"/>
            <a:ext cx="350400" cy="338514"/>
          </a:xfrm>
        </p:spPr>
        <p:txBody>
          <a:bodyPr/>
          <a:lstStyle/>
          <a:p>
            <a:fld id="{194EA0E9-6AA5-4C72-ADD8-CBD3FCBC5038}" type="slidenum">
              <a:rPr lang="fr-FR" smtClean="0"/>
              <a:pPr/>
              <a:t>13</a:t>
            </a:fld>
            <a:endParaRPr lang="fr-FR"/>
          </a:p>
        </p:txBody>
      </p:sp>
      <p:pic>
        <p:nvPicPr>
          <p:cNvPr id="7" name="Picture 6">
            <a:extLst>
              <a:ext uri="{FF2B5EF4-FFF2-40B4-BE49-F238E27FC236}">
                <a16:creationId xmlns:a16="http://schemas.microsoft.com/office/drawing/2014/main" id="{6631226D-319B-4B00-AEDE-F6CD463DEA5D}"/>
              </a:ext>
            </a:extLst>
          </p:cNvPr>
          <p:cNvPicPr>
            <a:picLocks noChangeAspect="1"/>
          </p:cNvPicPr>
          <p:nvPr/>
        </p:nvPicPr>
        <p:blipFill>
          <a:blip r:embed="rId2"/>
          <a:stretch>
            <a:fillRect/>
          </a:stretch>
        </p:blipFill>
        <p:spPr>
          <a:xfrm>
            <a:off x="0" y="1447099"/>
            <a:ext cx="5457825" cy="4619625"/>
          </a:xfrm>
          <a:prstGeom prst="rect">
            <a:avLst/>
          </a:prstGeom>
        </p:spPr>
      </p:pic>
      <p:sp>
        <p:nvSpPr>
          <p:cNvPr id="8" name="Titre 2">
            <a:extLst>
              <a:ext uri="{FF2B5EF4-FFF2-40B4-BE49-F238E27FC236}">
                <a16:creationId xmlns:a16="http://schemas.microsoft.com/office/drawing/2014/main" id="{9662C55C-D956-4024-A010-874784039C07}"/>
              </a:ext>
            </a:extLst>
          </p:cNvPr>
          <p:cNvSpPr txBox="1">
            <a:spLocks/>
          </p:cNvSpPr>
          <p:nvPr/>
        </p:nvSpPr>
        <p:spPr>
          <a:xfrm>
            <a:off x="1350163" y="46346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Entête IPv4 (3/3)</a:t>
            </a:r>
          </a:p>
        </p:txBody>
      </p:sp>
    </p:spTree>
    <p:extLst>
      <p:ext uri="{BB962C8B-B14F-4D97-AF65-F5344CB8AC3E}">
        <p14:creationId xmlns:p14="http://schemas.microsoft.com/office/powerpoint/2010/main" val="344695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E65D32-9D54-42A7-95FF-9EC399EF8438}"/>
              </a:ext>
            </a:extLst>
          </p:cNvPr>
          <p:cNvSpPr txBox="1"/>
          <p:nvPr/>
        </p:nvSpPr>
        <p:spPr>
          <a:xfrm>
            <a:off x="964095" y="2613392"/>
            <a:ext cx="5474805" cy="1631216"/>
          </a:xfrm>
          <a:prstGeom prst="rect">
            <a:avLst/>
          </a:prstGeom>
          <a:noFill/>
        </p:spPr>
        <p:txBody>
          <a:bodyPr wrap="square">
            <a:spAutoFit/>
          </a:bodyPr>
          <a:lstStyle/>
          <a:p>
            <a:pPr algn="ctr"/>
            <a:r>
              <a:rPr lang="fr-FR" sz="50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p:txBody>
      </p:sp>
      <p:pic>
        <p:nvPicPr>
          <p:cNvPr id="5" name="Picture 2">
            <a:extLst>
              <a:ext uri="{FF2B5EF4-FFF2-40B4-BE49-F238E27FC236}">
                <a16:creationId xmlns:a16="http://schemas.microsoft.com/office/drawing/2014/main" id="{BF83BF40-E095-4B0E-857C-D2FC96DA8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8900" y="1514475"/>
            <a:ext cx="57531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321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11647357" y="6519486"/>
            <a:ext cx="323022" cy="338514"/>
          </a:xfrm>
        </p:spPr>
        <p:txBody>
          <a:bodyPr/>
          <a:lstStyle/>
          <a:p>
            <a:fld id="{194EA0E9-6AA5-4C72-ADD8-CBD3FCBC5038}" type="slidenum">
              <a:rPr lang="fr-FR" sz="1600" b="1" smtClean="0"/>
              <a:pPr/>
              <a:t>15</a:t>
            </a:fld>
            <a:endParaRPr lang="fr-FR" sz="1600" b="1" dirty="0"/>
          </a:p>
        </p:txBody>
      </p:sp>
      <p:sp>
        <p:nvSpPr>
          <p:cNvPr id="8" name="Titre 2">
            <a:extLst>
              <a:ext uri="{FF2B5EF4-FFF2-40B4-BE49-F238E27FC236}">
                <a16:creationId xmlns:a16="http://schemas.microsoft.com/office/drawing/2014/main" id="{BDF5F69A-98AF-4709-B9E0-E6A0729C0B59}"/>
              </a:ext>
            </a:extLst>
          </p:cNvPr>
          <p:cNvSpPr txBox="1">
            <a:spLocks/>
          </p:cNvSpPr>
          <p:nvPr/>
        </p:nvSpPr>
        <p:spPr>
          <a:xfrm>
            <a:off x="613736" y="990034"/>
            <a:ext cx="7935904" cy="4825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endParaRPr lang="fr-FR" b="1" i="1" dirty="0">
              <a:solidFill>
                <a:schemeClr val="tx2">
                  <a:lumMod val="75000"/>
                </a:schemeClr>
              </a:solidFill>
              <a:latin typeface="Calibri" panose="020F0502020204030204" pitchFamily="34" charset="0"/>
              <a:cs typeface="Calibri" panose="020F0502020204030204" pitchFamily="34" charset="0"/>
            </a:endParaRPr>
          </a:p>
        </p:txBody>
      </p:sp>
      <p:sp>
        <p:nvSpPr>
          <p:cNvPr id="12" name="Espace réservé du contenu 2">
            <a:extLst>
              <a:ext uri="{FF2B5EF4-FFF2-40B4-BE49-F238E27FC236}">
                <a16:creationId xmlns:a16="http://schemas.microsoft.com/office/drawing/2014/main" id="{7E0D9D3D-73D5-4424-A1A6-C1C8F7D332D9}"/>
              </a:ext>
            </a:extLst>
          </p:cNvPr>
          <p:cNvSpPr txBox="1">
            <a:spLocks/>
          </p:cNvSpPr>
          <p:nvPr/>
        </p:nvSpPr>
        <p:spPr>
          <a:xfrm>
            <a:off x="984016" y="5782000"/>
            <a:ext cx="10515600" cy="1164112"/>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r>
              <a:rPr lang="fr-TN" sz="2200" kern="0" dirty="0">
                <a:latin typeface="Calibri" panose="020F0502020204030204" pitchFamily="34" charset="0"/>
                <a:cs typeface="Calibri" panose="020F0502020204030204" pitchFamily="34" charset="0"/>
              </a:rPr>
              <a:t>Le système de numérotation binaire se compose des nombres 0 et 1 appelés bits</a:t>
            </a:r>
            <a:r>
              <a:rPr lang="fr-FR" sz="2200" kern="0" dirty="0">
                <a:latin typeface="Calibri" panose="020F0502020204030204" pitchFamily="34" charset="0"/>
                <a:cs typeface="Calibri" panose="020F0502020204030204" pitchFamily="34" charset="0"/>
              </a:rPr>
              <a:t>.</a:t>
            </a:r>
          </a:p>
          <a:p>
            <a:pPr marL="285750" indent="-285750" algn="just"/>
            <a:r>
              <a:rPr lang="fr-TN" sz="2200" kern="0" dirty="0">
                <a:latin typeface="Calibri" panose="020F0502020204030204" pitchFamily="34" charset="0"/>
                <a:cs typeface="Calibri" panose="020F0502020204030204" pitchFamily="34" charset="0"/>
              </a:rPr>
              <a:t>Les adresses IPv4 sont exprimées en 32 bits binaires divisés en 4 octets de 8 bits</a:t>
            </a:r>
            <a:r>
              <a:rPr lang="fr-FR" sz="2200" kern="0" dirty="0">
                <a:latin typeface="Calibri" panose="020F0502020204030204" pitchFamily="34" charset="0"/>
                <a:cs typeface="Calibri" panose="020F0502020204030204" pitchFamily="34" charset="0"/>
              </a:rPr>
              <a:t>.</a:t>
            </a:r>
          </a:p>
          <a:p>
            <a:pPr marL="285750" indent="-285750" algn="just"/>
            <a:r>
              <a:rPr lang="fr-FR" sz="2200" kern="0" dirty="0">
                <a:latin typeface="Calibri" panose="020F0502020204030204" pitchFamily="34" charset="0"/>
                <a:cs typeface="Calibri" panose="020F0502020204030204" pitchFamily="34" charset="0"/>
              </a:rPr>
              <a:t>Les adresses IPv4 sont généralement exprimées en notation décimale pointée.</a:t>
            </a:r>
            <a:endParaRPr lang="fr-TN" sz="2200" kern="0" dirty="0">
              <a:latin typeface="Calibri" panose="020F0502020204030204" pitchFamily="34" charset="0"/>
              <a:cs typeface="Calibri" panose="020F0502020204030204" pitchFamily="34" charset="0"/>
            </a:endParaRPr>
          </a:p>
          <a:p>
            <a:endParaRPr lang="en-US" sz="2200" kern="0" dirty="0">
              <a:latin typeface="Calibri" panose="020F0502020204030204" pitchFamily="34" charset="0"/>
              <a:cs typeface="Calibri" panose="020F0502020204030204" pitchFamily="34" charset="0"/>
            </a:endParaRPr>
          </a:p>
        </p:txBody>
      </p:sp>
      <p:pic>
        <p:nvPicPr>
          <p:cNvPr id="14" name="Picture 2">
            <a:extLst>
              <a:ext uri="{FF2B5EF4-FFF2-40B4-BE49-F238E27FC236}">
                <a16:creationId xmlns:a16="http://schemas.microsoft.com/office/drawing/2014/main" id="{2D96C586-0603-4777-8485-59850A06DE48}"/>
              </a:ext>
            </a:extLst>
          </p:cNvPr>
          <p:cNvPicPr>
            <a:picLocks noChangeAspect="1" noChangeArrowheads="1"/>
          </p:cNvPicPr>
          <p:nvPr/>
        </p:nvPicPr>
        <p:blipFill>
          <a:blip r:embed="rId3"/>
          <a:srcRect/>
          <a:stretch>
            <a:fillRect/>
          </a:stretch>
        </p:blipFill>
        <p:spPr bwMode="auto">
          <a:xfrm>
            <a:off x="435602" y="1985881"/>
            <a:ext cx="5660398" cy="3580892"/>
          </a:xfrm>
          <a:prstGeom prst="rect">
            <a:avLst/>
          </a:prstGeom>
          <a:noFill/>
          <a:ln w="9525">
            <a:noFill/>
            <a:miter lim="800000"/>
            <a:headEnd/>
            <a:tailEnd/>
          </a:ln>
          <a:effectLst/>
        </p:spPr>
      </p:pic>
      <p:pic>
        <p:nvPicPr>
          <p:cNvPr id="15" name="Picture 3">
            <a:extLst>
              <a:ext uri="{FF2B5EF4-FFF2-40B4-BE49-F238E27FC236}">
                <a16:creationId xmlns:a16="http://schemas.microsoft.com/office/drawing/2014/main" id="{0F6078FD-B299-453C-9C04-0E3141708FB6}"/>
              </a:ext>
            </a:extLst>
          </p:cNvPr>
          <p:cNvPicPr>
            <a:picLocks noChangeAspect="1" noChangeArrowheads="1"/>
          </p:cNvPicPr>
          <p:nvPr/>
        </p:nvPicPr>
        <p:blipFill>
          <a:blip r:embed="rId4"/>
          <a:srcRect/>
          <a:stretch>
            <a:fillRect/>
          </a:stretch>
        </p:blipFill>
        <p:spPr bwMode="auto">
          <a:xfrm>
            <a:off x="6228752" y="1985880"/>
            <a:ext cx="5741627" cy="3580893"/>
          </a:xfrm>
          <a:prstGeom prst="rect">
            <a:avLst/>
          </a:prstGeom>
          <a:noFill/>
          <a:ln w="9525">
            <a:noFill/>
            <a:miter lim="800000"/>
            <a:headEnd/>
            <a:tailEnd/>
          </a:ln>
          <a:effectLst/>
        </p:spPr>
      </p:pic>
      <p:sp>
        <p:nvSpPr>
          <p:cNvPr id="2" name="Rectangle 1">
            <a:extLst>
              <a:ext uri="{FF2B5EF4-FFF2-40B4-BE49-F238E27FC236}">
                <a16:creationId xmlns:a16="http://schemas.microsoft.com/office/drawing/2014/main" id="{87116BD0-77FE-4DE7-B9D0-99B50A811292}"/>
              </a:ext>
            </a:extLst>
          </p:cNvPr>
          <p:cNvSpPr/>
          <p:nvPr/>
        </p:nvSpPr>
        <p:spPr>
          <a:xfrm>
            <a:off x="613736" y="4347415"/>
            <a:ext cx="2289885" cy="160420"/>
          </a:xfrm>
          <a:prstGeom prst="rect">
            <a:avLst/>
          </a:prstGeom>
          <a:solidFill>
            <a:srgbClr val="C00000">
              <a:alpha val="8000"/>
            </a:srgbClr>
          </a:solidFill>
          <a:ln>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9" name="Rectangle 8">
            <a:extLst>
              <a:ext uri="{FF2B5EF4-FFF2-40B4-BE49-F238E27FC236}">
                <a16:creationId xmlns:a16="http://schemas.microsoft.com/office/drawing/2014/main" id="{2539783C-8FD9-4A6D-9057-6C5CC20FE23D}"/>
              </a:ext>
            </a:extLst>
          </p:cNvPr>
          <p:cNvSpPr/>
          <p:nvPr/>
        </p:nvSpPr>
        <p:spPr>
          <a:xfrm>
            <a:off x="7106653" y="4347415"/>
            <a:ext cx="914400" cy="160420"/>
          </a:xfrm>
          <a:prstGeom prst="rect">
            <a:avLst/>
          </a:prstGeom>
          <a:solidFill>
            <a:srgbClr val="C00000">
              <a:alpha val="8000"/>
            </a:srgbClr>
          </a:solidFill>
          <a:ln>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pic>
        <p:nvPicPr>
          <p:cNvPr id="6" name="Graphic 5" descr="Back RTL">
            <a:extLst>
              <a:ext uri="{FF2B5EF4-FFF2-40B4-BE49-F238E27FC236}">
                <a16:creationId xmlns:a16="http://schemas.microsoft.com/office/drawing/2014/main" id="{F53B3463-7ABD-495A-AA29-1DFEA83043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681467">
            <a:off x="4846320" y="3244519"/>
            <a:ext cx="1859280" cy="914400"/>
          </a:xfrm>
          <a:prstGeom prst="rect">
            <a:avLst/>
          </a:prstGeom>
        </p:spPr>
      </p:pic>
    </p:spTree>
    <p:extLst>
      <p:ext uri="{BB962C8B-B14F-4D97-AF65-F5344CB8AC3E}">
        <p14:creationId xmlns:p14="http://schemas.microsoft.com/office/powerpoint/2010/main" val="131046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1BA0A028-3AE9-45BD-BBE5-35FA80FE3A66}"/>
              </a:ext>
            </a:extLst>
          </p:cNvPr>
          <p:cNvPicPr>
            <a:picLocks noChangeAspect="1" noChangeArrowheads="1"/>
          </p:cNvPicPr>
          <p:nvPr/>
        </p:nvPicPr>
        <p:blipFill>
          <a:blip r:embed="rId2"/>
          <a:srcRect/>
          <a:stretch>
            <a:fillRect/>
          </a:stretch>
        </p:blipFill>
        <p:spPr bwMode="auto">
          <a:xfrm>
            <a:off x="2981009" y="3499186"/>
            <a:ext cx="6753726" cy="2904577"/>
          </a:xfrm>
          <a:prstGeom prst="rect">
            <a:avLst/>
          </a:prstGeom>
          <a:noFill/>
          <a:ln w="9525">
            <a:noFill/>
            <a:miter lim="800000"/>
            <a:headEnd/>
            <a:tailEnd/>
          </a:ln>
          <a:effectLst/>
        </p:spPr>
      </p:pic>
      <p:sp>
        <p:nvSpPr>
          <p:cNvPr id="2" name="Espace réservé du numéro de diapositive 1"/>
          <p:cNvSpPr>
            <a:spLocks noGrp="1"/>
          </p:cNvSpPr>
          <p:nvPr>
            <p:ph type="sldNum" sz="quarter" idx="12"/>
          </p:nvPr>
        </p:nvSpPr>
        <p:spPr>
          <a:xfrm>
            <a:off x="11796887" y="6403763"/>
            <a:ext cx="350400" cy="584735"/>
          </a:xfrm>
        </p:spPr>
        <p:txBody>
          <a:bodyPr/>
          <a:lstStyle/>
          <a:p>
            <a:fld id="{194EA0E9-6AA5-4C72-ADD8-CBD3FCBC5038}" type="slidenum">
              <a:rPr lang="fr-FR" smtClean="0"/>
              <a:pPr/>
              <a:t>16</a:t>
            </a:fld>
            <a:endParaRPr lang="fr-FR"/>
          </a:p>
        </p:txBody>
      </p:sp>
      <p:sp>
        <p:nvSpPr>
          <p:cNvPr id="13" name="Titre 2">
            <a:extLst>
              <a:ext uri="{FF2B5EF4-FFF2-40B4-BE49-F238E27FC236}">
                <a16:creationId xmlns:a16="http://schemas.microsoft.com/office/drawing/2014/main" id="{840B8CA4-206A-4DF2-84DC-FCB8641D0CCE}"/>
              </a:ext>
            </a:extLst>
          </p:cNvPr>
          <p:cNvSpPr txBox="1">
            <a:spLocks/>
          </p:cNvSpPr>
          <p:nvPr/>
        </p:nvSpPr>
        <p:spPr>
          <a:xfrm>
            <a:off x="613736" y="990034"/>
            <a:ext cx="8016917" cy="402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r>
              <a:rPr lang="fr-FR" sz="2800" b="1" i="1" dirty="0">
                <a:solidFill>
                  <a:schemeClr val="accent5">
                    <a:lumMod val="75000"/>
                  </a:schemeClr>
                </a:solidFill>
                <a:latin typeface="Calibri" panose="020F0502020204030204" pitchFamily="34" charset="0"/>
                <a:cs typeface="Calibri" panose="020F0502020204030204" pitchFamily="34" charset="0"/>
              </a:rPr>
              <a:t>Conversion format </a:t>
            </a:r>
            <a:r>
              <a:rPr lang="fr-FR" sz="2800" b="1" i="1" dirty="0">
                <a:solidFill>
                  <a:srgbClr val="C00000"/>
                </a:solidFill>
                <a:latin typeface="Calibri" panose="020F0502020204030204" pitchFamily="34" charset="0"/>
                <a:cs typeface="Calibri" panose="020F0502020204030204" pitchFamily="34" charset="0"/>
              </a:rPr>
              <a:t>binaire/décimal</a:t>
            </a:r>
          </a:p>
        </p:txBody>
      </p:sp>
      <p:sp>
        <p:nvSpPr>
          <p:cNvPr id="14" name="Espace réservé du contenu 2">
            <a:extLst>
              <a:ext uri="{FF2B5EF4-FFF2-40B4-BE49-F238E27FC236}">
                <a16:creationId xmlns:a16="http://schemas.microsoft.com/office/drawing/2014/main" id="{02064739-2169-459D-83C0-AEC5445591D7}"/>
              </a:ext>
            </a:extLst>
          </p:cNvPr>
          <p:cNvSpPr txBox="1">
            <a:spLocks/>
          </p:cNvSpPr>
          <p:nvPr/>
        </p:nvSpPr>
        <p:spPr>
          <a:xfrm>
            <a:off x="568458" y="1392481"/>
            <a:ext cx="11578829" cy="2460792"/>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114300" indent="0" algn="just">
              <a:buNone/>
            </a:pPr>
            <a:r>
              <a:rPr lang="fr-FR" sz="2200" kern="0" dirty="0">
                <a:latin typeface="Calibri" panose="020F0502020204030204" pitchFamily="34" charset="0"/>
                <a:cs typeface="Calibri" panose="020F0502020204030204" pitchFamily="34" charset="0"/>
              </a:rPr>
              <a:t>Pour convertir une adresse IPv4 binaire au format décimal:</a:t>
            </a:r>
          </a:p>
          <a:p>
            <a:pPr lvl="1" algn="just">
              <a:buFont typeface="Courier New" panose="02070309020205020404" pitchFamily="49" charset="0"/>
              <a:buChar char="o"/>
            </a:pPr>
            <a:r>
              <a:rPr lang="fr-FR" sz="2000" kern="0" dirty="0">
                <a:latin typeface="Calibri" panose="020F0502020204030204" pitchFamily="34" charset="0"/>
                <a:cs typeface="Calibri" panose="020F0502020204030204" pitchFamily="34" charset="0"/>
              </a:rPr>
              <a:t>Diviser l'adresse IPv4 en quatre octets de 8 bits. </a:t>
            </a:r>
          </a:p>
          <a:p>
            <a:pPr lvl="1" algn="just">
              <a:buFont typeface="Courier New" panose="02070309020205020404" pitchFamily="49" charset="0"/>
              <a:buChar char="o"/>
            </a:pPr>
            <a:r>
              <a:rPr lang="fr-FR" sz="2000" kern="0" dirty="0">
                <a:latin typeface="Calibri" panose="020F0502020204030204" pitchFamily="34" charset="0"/>
                <a:cs typeface="Calibri" panose="020F0502020204030204" pitchFamily="34" charset="0"/>
              </a:rPr>
              <a:t>Appliquer ensuite la valeur pondérée binaire au premier octet binaire </a:t>
            </a:r>
          </a:p>
          <a:p>
            <a:pPr lvl="1" algn="just">
              <a:buFont typeface="Courier New" panose="02070309020205020404" pitchFamily="49" charset="0"/>
              <a:buChar char="o"/>
            </a:pPr>
            <a:r>
              <a:rPr lang="fr-FR" sz="2000" kern="0" dirty="0">
                <a:latin typeface="Calibri" panose="020F0502020204030204" pitchFamily="34" charset="0"/>
                <a:cs typeface="Calibri" panose="020F0502020204030204" pitchFamily="34" charset="0"/>
              </a:rPr>
              <a:t>Faire le calcul.</a:t>
            </a:r>
          </a:p>
          <a:p>
            <a:pPr lvl="1" algn="just">
              <a:buFont typeface="Courier New" panose="02070309020205020404" pitchFamily="49" charset="0"/>
              <a:buChar char="o"/>
            </a:pPr>
            <a:r>
              <a:rPr lang="fr-FR" sz="2000" kern="0" dirty="0">
                <a:latin typeface="Calibri" panose="020F0502020204030204" pitchFamily="34" charset="0"/>
                <a:cs typeface="Calibri" panose="020F0502020204030204" pitchFamily="34" charset="0"/>
              </a:rPr>
              <a:t>Répéter la même chose pour les autres octets.</a:t>
            </a:r>
          </a:p>
          <a:p>
            <a:pPr algn="just"/>
            <a:endParaRPr lang="en-US" sz="2200" kern="0" dirty="0">
              <a:latin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6C43764A-1378-4C86-8B36-77E3338005F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981009" y="5162671"/>
            <a:ext cx="6753726" cy="1410589"/>
          </a:xfrm>
          <a:prstGeom prst="rect">
            <a:avLst/>
          </a:prstGeom>
        </p:spPr>
      </p:pic>
    </p:spTree>
    <p:extLst>
      <p:ext uri="{BB962C8B-B14F-4D97-AF65-F5344CB8AC3E}">
        <p14:creationId xmlns:p14="http://schemas.microsoft.com/office/powerpoint/2010/main" val="1435944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a:xfrm>
            <a:off x="11928000" y="6519486"/>
            <a:ext cx="264000" cy="338514"/>
          </a:xfrm>
        </p:spPr>
        <p:txBody>
          <a:bodyPr/>
          <a:lstStyle/>
          <a:p>
            <a:fld id="{194EA0E9-6AA5-4C72-ADD8-CBD3FCBC5038}" type="slidenum">
              <a:rPr lang="fr-FR" sz="1600" b="1" smtClean="0"/>
              <a:pPr/>
              <a:t>17</a:t>
            </a:fld>
            <a:endParaRPr lang="fr-FR" sz="1600" b="1" dirty="0"/>
          </a:p>
        </p:txBody>
      </p:sp>
      <p:sp>
        <p:nvSpPr>
          <p:cNvPr id="8" name="Titre 2">
            <a:extLst>
              <a:ext uri="{FF2B5EF4-FFF2-40B4-BE49-F238E27FC236}">
                <a16:creationId xmlns:a16="http://schemas.microsoft.com/office/drawing/2014/main" id="{B276A11C-C4FE-4FC8-82A1-8FCF0C8427C0}"/>
              </a:ext>
            </a:extLst>
          </p:cNvPr>
          <p:cNvSpPr txBox="1">
            <a:spLocks/>
          </p:cNvSpPr>
          <p:nvPr/>
        </p:nvSpPr>
        <p:spPr>
          <a:xfrm>
            <a:off x="613736" y="990034"/>
            <a:ext cx="8016917" cy="402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r>
              <a:rPr lang="fr-FR" sz="2800" b="1" i="1" dirty="0">
                <a:solidFill>
                  <a:schemeClr val="accent5">
                    <a:lumMod val="75000"/>
                  </a:schemeClr>
                </a:solidFill>
                <a:latin typeface="Calibri" panose="020F0502020204030204" pitchFamily="34" charset="0"/>
                <a:cs typeface="Calibri" panose="020F0502020204030204" pitchFamily="34" charset="0"/>
              </a:rPr>
              <a:t>Conversion format </a:t>
            </a:r>
            <a:r>
              <a:rPr lang="fr-FR" sz="2800" b="1" i="1" dirty="0">
                <a:solidFill>
                  <a:srgbClr val="C00000"/>
                </a:solidFill>
                <a:latin typeface="Calibri" panose="020F0502020204030204" pitchFamily="34" charset="0"/>
                <a:cs typeface="Calibri" panose="020F0502020204030204" pitchFamily="34" charset="0"/>
              </a:rPr>
              <a:t>binaire/décimal</a:t>
            </a:r>
          </a:p>
        </p:txBody>
      </p:sp>
      <p:pic>
        <p:nvPicPr>
          <p:cNvPr id="9" name="Picture 2">
            <a:extLst>
              <a:ext uri="{FF2B5EF4-FFF2-40B4-BE49-F238E27FC236}">
                <a16:creationId xmlns:a16="http://schemas.microsoft.com/office/drawing/2014/main" id="{35467226-D175-4127-99B9-912433177CCB}"/>
              </a:ext>
            </a:extLst>
          </p:cNvPr>
          <p:cNvPicPr>
            <a:picLocks noChangeAspect="1" noChangeArrowheads="1"/>
          </p:cNvPicPr>
          <p:nvPr/>
        </p:nvPicPr>
        <p:blipFill>
          <a:blip r:embed="rId3"/>
          <a:srcRect/>
          <a:stretch>
            <a:fillRect/>
          </a:stretch>
        </p:blipFill>
        <p:spPr bwMode="auto">
          <a:xfrm>
            <a:off x="636508" y="1525420"/>
            <a:ext cx="4605358" cy="2447958"/>
          </a:xfrm>
          <a:prstGeom prst="rect">
            <a:avLst/>
          </a:prstGeom>
          <a:noFill/>
          <a:ln w="9525">
            <a:noFill/>
            <a:miter lim="800000"/>
            <a:headEnd/>
            <a:tailEnd/>
          </a:ln>
          <a:effectLst/>
        </p:spPr>
      </p:pic>
      <p:pic>
        <p:nvPicPr>
          <p:cNvPr id="13" name="Picture 2">
            <a:extLst>
              <a:ext uri="{FF2B5EF4-FFF2-40B4-BE49-F238E27FC236}">
                <a16:creationId xmlns:a16="http://schemas.microsoft.com/office/drawing/2014/main" id="{2195513C-B35D-4BA6-A3E7-D4C7510A4E9B}"/>
              </a:ext>
            </a:extLst>
          </p:cNvPr>
          <p:cNvPicPr>
            <a:picLocks noChangeAspect="1" noChangeArrowheads="1"/>
          </p:cNvPicPr>
          <p:nvPr/>
        </p:nvPicPr>
        <p:blipFill>
          <a:blip r:embed="rId4"/>
          <a:srcRect/>
          <a:stretch>
            <a:fillRect/>
          </a:stretch>
        </p:blipFill>
        <p:spPr bwMode="auto">
          <a:xfrm>
            <a:off x="6748442" y="1500799"/>
            <a:ext cx="4605358" cy="2472579"/>
          </a:xfrm>
          <a:prstGeom prst="rect">
            <a:avLst/>
          </a:prstGeom>
          <a:noFill/>
          <a:ln w="9525">
            <a:noFill/>
            <a:miter lim="800000"/>
            <a:headEnd/>
            <a:tailEnd/>
          </a:ln>
          <a:effectLst/>
        </p:spPr>
      </p:pic>
      <p:pic>
        <p:nvPicPr>
          <p:cNvPr id="14" name="Picture 2">
            <a:extLst>
              <a:ext uri="{FF2B5EF4-FFF2-40B4-BE49-F238E27FC236}">
                <a16:creationId xmlns:a16="http://schemas.microsoft.com/office/drawing/2014/main" id="{0984E3A5-E571-46FF-9C6E-02C652AD9DD5}"/>
              </a:ext>
            </a:extLst>
          </p:cNvPr>
          <p:cNvPicPr>
            <a:picLocks noChangeAspect="1" noChangeArrowheads="1"/>
          </p:cNvPicPr>
          <p:nvPr/>
        </p:nvPicPr>
        <p:blipFill>
          <a:blip r:embed="rId5"/>
          <a:srcRect/>
          <a:stretch>
            <a:fillRect/>
          </a:stretch>
        </p:blipFill>
        <p:spPr bwMode="auto">
          <a:xfrm>
            <a:off x="3628973" y="4108641"/>
            <a:ext cx="5198641" cy="2749359"/>
          </a:xfrm>
          <a:prstGeom prst="rect">
            <a:avLst/>
          </a:prstGeom>
          <a:noFill/>
          <a:ln w="9525">
            <a:noFill/>
            <a:miter lim="800000"/>
            <a:headEnd/>
            <a:tailEnd/>
          </a:ln>
          <a:effectLst/>
        </p:spPr>
      </p:pic>
    </p:spTree>
    <p:extLst>
      <p:ext uri="{BB962C8B-B14F-4D97-AF65-F5344CB8AC3E}">
        <p14:creationId xmlns:p14="http://schemas.microsoft.com/office/powerpoint/2010/main" val="1204104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75B89-8F75-446A-AA40-5A110D03126D}"/>
              </a:ext>
            </a:extLst>
          </p:cNvPr>
          <p:cNvSpPr>
            <a:spLocks noGrp="1"/>
          </p:cNvSpPr>
          <p:nvPr>
            <p:ph type="sldNum" sz="quarter" idx="12"/>
          </p:nvPr>
        </p:nvSpPr>
        <p:spPr>
          <a:xfrm>
            <a:off x="11928000" y="6519485"/>
            <a:ext cx="264000" cy="338514"/>
          </a:xfrm>
        </p:spPr>
        <p:txBody>
          <a:bodyPr/>
          <a:lstStyle/>
          <a:p>
            <a:fld id="{194EA0E9-6AA5-4C72-ADD8-CBD3FCBC5038}" type="slidenum">
              <a:rPr lang="fr-FR" sz="1600" b="1" smtClean="0"/>
              <a:pPr/>
              <a:t>18</a:t>
            </a:fld>
            <a:endParaRPr lang="fr-FR" sz="1600" b="1" dirty="0"/>
          </a:p>
        </p:txBody>
      </p:sp>
      <p:pic>
        <p:nvPicPr>
          <p:cNvPr id="12" name="Picture 2">
            <a:extLst>
              <a:ext uri="{FF2B5EF4-FFF2-40B4-BE49-F238E27FC236}">
                <a16:creationId xmlns:a16="http://schemas.microsoft.com/office/drawing/2014/main" id="{D6A3A1D3-0C82-4264-A436-ADD218263591}"/>
              </a:ext>
            </a:extLst>
          </p:cNvPr>
          <p:cNvPicPr>
            <a:picLocks noChangeAspect="1" noChangeArrowheads="1"/>
          </p:cNvPicPr>
          <p:nvPr/>
        </p:nvPicPr>
        <p:blipFill>
          <a:blip r:embed="rId3"/>
          <a:srcRect/>
          <a:stretch>
            <a:fillRect/>
          </a:stretch>
        </p:blipFill>
        <p:spPr bwMode="auto">
          <a:xfrm>
            <a:off x="1557942" y="3314711"/>
            <a:ext cx="4476750" cy="1685925"/>
          </a:xfrm>
          <a:prstGeom prst="rect">
            <a:avLst/>
          </a:prstGeom>
          <a:noFill/>
          <a:ln w="9525">
            <a:noFill/>
            <a:miter lim="800000"/>
            <a:headEnd/>
            <a:tailEnd/>
          </a:ln>
          <a:effectLst/>
        </p:spPr>
      </p:pic>
      <p:pic>
        <p:nvPicPr>
          <p:cNvPr id="13" name="Picture 3">
            <a:extLst>
              <a:ext uri="{FF2B5EF4-FFF2-40B4-BE49-F238E27FC236}">
                <a16:creationId xmlns:a16="http://schemas.microsoft.com/office/drawing/2014/main" id="{6CF93AA5-767E-42BA-8378-234D60FE2EE5}"/>
              </a:ext>
            </a:extLst>
          </p:cNvPr>
          <p:cNvPicPr>
            <a:picLocks noChangeAspect="1" noChangeArrowheads="1"/>
          </p:cNvPicPr>
          <p:nvPr/>
        </p:nvPicPr>
        <p:blipFill>
          <a:blip r:embed="rId4"/>
          <a:srcRect/>
          <a:stretch>
            <a:fillRect/>
          </a:stretch>
        </p:blipFill>
        <p:spPr bwMode="auto">
          <a:xfrm>
            <a:off x="1557943" y="5162549"/>
            <a:ext cx="4524375" cy="1695450"/>
          </a:xfrm>
          <a:prstGeom prst="rect">
            <a:avLst/>
          </a:prstGeom>
          <a:noFill/>
          <a:ln w="9525">
            <a:noFill/>
            <a:miter lim="800000"/>
            <a:headEnd/>
            <a:tailEnd/>
          </a:ln>
          <a:effectLst/>
        </p:spPr>
      </p:pic>
      <p:pic>
        <p:nvPicPr>
          <p:cNvPr id="14" name="Picture 4">
            <a:extLst>
              <a:ext uri="{FF2B5EF4-FFF2-40B4-BE49-F238E27FC236}">
                <a16:creationId xmlns:a16="http://schemas.microsoft.com/office/drawing/2014/main" id="{BBA59626-F2A6-4B2E-9318-26619AB5DB30}"/>
              </a:ext>
            </a:extLst>
          </p:cNvPr>
          <p:cNvPicPr>
            <a:picLocks noChangeAspect="1" noChangeArrowheads="1"/>
          </p:cNvPicPr>
          <p:nvPr/>
        </p:nvPicPr>
        <p:blipFill>
          <a:blip r:embed="rId5"/>
          <a:srcRect/>
          <a:stretch>
            <a:fillRect/>
          </a:stretch>
        </p:blipFill>
        <p:spPr bwMode="auto">
          <a:xfrm>
            <a:off x="6215668" y="3171835"/>
            <a:ext cx="4486275" cy="1724025"/>
          </a:xfrm>
          <a:prstGeom prst="rect">
            <a:avLst/>
          </a:prstGeom>
          <a:noFill/>
          <a:ln w="9525">
            <a:noFill/>
            <a:miter lim="800000"/>
            <a:headEnd/>
            <a:tailEnd/>
          </a:ln>
          <a:effectLst/>
        </p:spPr>
      </p:pic>
      <p:pic>
        <p:nvPicPr>
          <p:cNvPr id="15" name="Picture 5">
            <a:extLst>
              <a:ext uri="{FF2B5EF4-FFF2-40B4-BE49-F238E27FC236}">
                <a16:creationId xmlns:a16="http://schemas.microsoft.com/office/drawing/2014/main" id="{1B6A0A68-FFB5-437E-BC3D-23FEC0BFEDC9}"/>
              </a:ext>
            </a:extLst>
          </p:cNvPr>
          <p:cNvPicPr>
            <a:picLocks noChangeAspect="1" noChangeArrowheads="1"/>
          </p:cNvPicPr>
          <p:nvPr/>
        </p:nvPicPr>
        <p:blipFill>
          <a:blip r:embed="rId6"/>
          <a:srcRect/>
          <a:stretch>
            <a:fillRect/>
          </a:stretch>
        </p:blipFill>
        <p:spPr bwMode="auto">
          <a:xfrm>
            <a:off x="6234718" y="5133975"/>
            <a:ext cx="4467225" cy="1724025"/>
          </a:xfrm>
          <a:prstGeom prst="rect">
            <a:avLst/>
          </a:prstGeom>
          <a:noFill/>
          <a:ln w="9525">
            <a:noFill/>
            <a:miter lim="800000"/>
            <a:headEnd/>
            <a:tailEnd/>
          </a:ln>
          <a:effectLst/>
        </p:spPr>
      </p:pic>
      <p:pic>
        <p:nvPicPr>
          <p:cNvPr id="16" name="Picture 6">
            <a:extLst>
              <a:ext uri="{FF2B5EF4-FFF2-40B4-BE49-F238E27FC236}">
                <a16:creationId xmlns:a16="http://schemas.microsoft.com/office/drawing/2014/main" id="{EF162F40-B3ED-49B8-8B22-0E1162809DA0}"/>
              </a:ext>
            </a:extLst>
          </p:cNvPr>
          <p:cNvPicPr>
            <a:picLocks noChangeAspect="1" noChangeArrowheads="1"/>
          </p:cNvPicPr>
          <p:nvPr/>
        </p:nvPicPr>
        <p:blipFill>
          <a:blip r:embed="rId7"/>
          <a:srcRect/>
          <a:stretch>
            <a:fillRect/>
          </a:stretch>
        </p:blipFill>
        <p:spPr bwMode="auto">
          <a:xfrm>
            <a:off x="1557942" y="1285860"/>
            <a:ext cx="4457700" cy="1781175"/>
          </a:xfrm>
          <a:prstGeom prst="rect">
            <a:avLst/>
          </a:prstGeom>
          <a:noFill/>
          <a:ln w="9525">
            <a:noFill/>
            <a:miter lim="800000"/>
            <a:headEnd/>
            <a:tailEnd/>
          </a:ln>
          <a:effectLst/>
        </p:spPr>
      </p:pic>
      <p:pic>
        <p:nvPicPr>
          <p:cNvPr id="17" name="Picture 7">
            <a:extLst>
              <a:ext uri="{FF2B5EF4-FFF2-40B4-BE49-F238E27FC236}">
                <a16:creationId xmlns:a16="http://schemas.microsoft.com/office/drawing/2014/main" id="{D26A8471-B87C-40CB-AB4C-5AFF9EB5A40E}"/>
              </a:ext>
            </a:extLst>
          </p:cNvPr>
          <p:cNvPicPr>
            <a:picLocks noChangeAspect="1" noChangeArrowheads="1"/>
          </p:cNvPicPr>
          <p:nvPr/>
        </p:nvPicPr>
        <p:blipFill>
          <a:blip r:embed="rId8"/>
          <a:srcRect/>
          <a:stretch>
            <a:fillRect/>
          </a:stretch>
        </p:blipFill>
        <p:spPr bwMode="auto">
          <a:xfrm>
            <a:off x="6148992" y="1214421"/>
            <a:ext cx="4552950" cy="1771650"/>
          </a:xfrm>
          <a:prstGeom prst="rect">
            <a:avLst/>
          </a:prstGeom>
          <a:noFill/>
          <a:ln w="9525">
            <a:noFill/>
            <a:miter lim="800000"/>
            <a:headEnd/>
            <a:tailEnd/>
          </a:ln>
          <a:effectLst/>
        </p:spPr>
      </p:pic>
      <p:cxnSp>
        <p:nvCxnSpPr>
          <p:cNvPr id="18" name="Connecteur droit 9">
            <a:extLst>
              <a:ext uri="{FF2B5EF4-FFF2-40B4-BE49-F238E27FC236}">
                <a16:creationId xmlns:a16="http://schemas.microsoft.com/office/drawing/2014/main" id="{DD847534-FEF1-4DC2-81BD-C2D50E76B2D3}"/>
              </a:ext>
            </a:extLst>
          </p:cNvPr>
          <p:cNvCxnSpPr/>
          <p:nvPr/>
        </p:nvCxnSpPr>
        <p:spPr>
          <a:xfrm>
            <a:off x="1557942" y="3000371"/>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19" name="Titre 2">
            <a:extLst>
              <a:ext uri="{FF2B5EF4-FFF2-40B4-BE49-F238E27FC236}">
                <a16:creationId xmlns:a16="http://schemas.microsoft.com/office/drawing/2014/main" id="{C804408D-7E37-4533-BC99-690C4829BE85}"/>
              </a:ext>
            </a:extLst>
          </p:cNvPr>
          <p:cNvSpPr txBox="1">
            <a:spLocks/>
          </p:cNvSpPr>
          <p:nvPr/>
        </p:nvSpPr>
        <p:spPr>
          <a:xfrm>
            <a:off x="838179" y="984141"/>
            <a:ext cx="8016917" cy="402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r>
              <a:rPr lang="fr-FR" sz="2800" b="1" i="1" dirty="0">
                <a:solidFill>
                  <a:schemeClr val="accent5">
                    <a:lumMod val="75000"/>
                  </a:schemeClr>
                </a:solidFill>
                <a:latin typeface="Calibri" panose="020F0502020204030204" pitchFamily="34" charset="0"/>
                <a:cs typeface="Calibri" panose="020F0502020204030204" pitchFamily="34" charset="0"/>
              </a:rPr>
              <a:t>Conversion format </a:t>
            </a:r>
            <a:r>
              <a:rPr lang="fr-FR" sz="2800" b="1" i="1" dirty="0">
                <a:solidFill>
                  <a:srgbClr val="C00000"/>
                </a:solidFill>
                <a:latin typeface="Calibri" panose="020F0502020204030204" pitchFamily="34" charset="0"/>
                <a:cs typeface="Calibri" panose="020F0502020204030204" pitchFamily="34" charset="0"/>
              </a:rPr>
              <a:t>binaire/décimal</a:t>
            </a:r>
          </a:p>
        </p:txBody>
      </p:sp>
      <p:cxnSp>
        <p:nvCxnSpPr>
          <p:cNvPr id="20" name="Connecteur droit 9">
            <a:extLst>
              <a:ext uri="{FF2B5EF4-FFF2-40B4-BE49-F238E27FC236}">
                <a16:creationId xmlns:a16="http://schemas.microsoft.com/office/drawing/2014/main" id="{30342C70-C6FF-48FE-8063-84F89FE4C772}"/>
              </a:ext>
            </a:extLst>
          </p:cNvPr>
          <p:cNvCxnSpPr/>
          <p:nvPr/>
        </p:nvCxnSpPr>
        <p:spPr>
          <a:xfrm>
            <a:off x="1443642" y="5109715"/>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6215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11907963" y="6513964"/>
            <a:ext cx="264000" cy="338514"/>
          </a:xfrm>
        </p:spPr>
        <p:txBody>
          <a:bodyPr/>
          <a:lstStyle/>
          <a:p>
            <a:fld id="{194EA0E9-6AA5-4C72-ADD8-CBD3FCBC5038}" type="slidenum">
              <a:rPr lang="fr-FR" sz="1600" b="1" smtClean="0"/>
              <a:pPr/>
              <a:t>19</a:t>
            </a:fld>
            <a:endParaRPr lang="fr-FR" sz="1600" b="1" dirty="0"/>
          </a:p>
        </p:txBody>
      </p:sp>
      <p:sp>
        <p:nvSpPr>
          <p:cNvPr id="26" name="Titre 2">
            <a:extLst>
              <a:ext uri="{FF2B5EF4-FFF2-40B4-BE49-F238E27FC236}">
                <a16:creationId xmlns:a16="http://schemas.microsoft.com/office/drawing/2014/main" id="{B3825CDB-6C18-4A00-9761-74DDFD4C2E9E}"/>
              </a:ext>
            </a:extLst>
          </p:cNvPr>
          <p:cNvSpPr txBox="1">
            <a:spLocks/>
          </p:cNvSpPr>
          <p:nvPr/>
        </p:nvSpPr>
        <p:spPr>
          <a:xfrm>
            <a:off x="709988" y="1035710"/>
            <a:ext cx="8016917" cy="402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r>
              <a:rPr lang="fr-FR" sz="2800" b="1" i="1" dirty="0">
                <a:solidFill>
                  <a:schemeClr val="accent5">
                    <a:lumMod val="75000"/>
                  </a:schemeClr>
                </a:solidFill>
                <a:latin typeface="Calibri" panose="020F0502020204030204" pitchFamily="34" charset="0"/>
                <a:cs typeface="Calibri" panose="020F0502020204030204" pitchFamily="34" charset="0"/>
              </a:rPr>
              <a:t>Conversion format </a:t>
            </a:r>
            <a:r>
              <a:rPr lang="fr-FR" sz="2800" b="1" i="1" dirty="0">
                <a:solidFill>
                  <a:srgbClr val="C00000"/>
                </a:solidFill>
                <a:latin typeface="Calibri" panose="020F0502020204030204" pitchFamily="34" charset="0"/>
                <a:cs typeface="Calibri" panose="020F0502020204030204" pitchFamily="34" charset="0"/>
              </a:rPr>
              <a:t>décimal/binaire</a:t>
            </a:r>
          </a:p>
        </p:txBody>
      </p:sp>
      <p:sp>
        <p:nvSpPr>
          <p:cNvPr id="27" name="Espace réservé du contenu 2">
            <a:extLst>
              <a:ext uri="{FF2B5EF4-FFF2-40B4-BE49-F238E27FC236}">
                <a16:creationId xmlns:a16="http://schemas.microsoft.com/office/drawing/2014/main" id="{6120678F-31ED-4A70-9AD2-B87C7D5878D1}"/>
              </a:ext>
            </a:extLst>
          </p:cNvPr>
          <p:cNvSpPr txBox="1">
            <a:spLocks/>
          </p:cNvSpPr>
          <p:nvPr/>
        </p:nvSpPr>
        <p:spPr>
          <a:xfrm>
            <a:off x="314991" y="1729365"/>
            <a:ext cx="5336247" cy="4351338"/>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lvl="1"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Utiliser le </a:t>
            </a:r>
            <a:r>
              <a:rPr lang="fr-FR" sz="2200" b="1" kern="0" dirty="0">
                <a:latin typeface="Calibri" panose="020F0502020204030204" pitchFamily="34" charset="0"/>
                <a:cs typeface="Calibri" panose="020F0502020204030204" pitchFamily="34" charset="0"/>
              </a:rPr>
              <a:t>graphique positionnel </a:t>
            </a:r>
            <a:r>
              <a:rPr lang="fr-FR" sz="2200" kern="0" dirty="0">
                <a:latin typeface="Calibri" panose="020F0502020204030204" pitchFamily="34" charset="0"/>
                <a:cs typeface="Calibri" panose="020F0502020204030204" pitchFamily="34" charset="0"/>
              </a:rPr>
              <a:t>et vérifier d'abord si le nombre est supérieur à 128 bits. </a:t>
            </a:r>
          </a:p>
          <a:p>
            <a:pPr marL="1257300" lvl="3"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 </a:t>
            </a:r>
            <a:r>
              <a:rPr lang="fr-FR" sz="2000" kern="0" dirty="0">
                <a:latin typeface="Calibri" panose="020F0502020204030204" pitchFamily="34" charset="0"/>
                <a:cs typeface="Calibri" panose="020F0502020204030204" pitchFamily="34" charset="0"/>
              </a:rPr>
              <a:t>Si non, un 0 est placé dans cette position. </a:t>
            </a:r>
          </a:p>
          <a:p>
            <a:pPr marL="1257300" lvl="3" indent="-342900" algn="just">
              <a:buFont typeface="Arial" panose="020B0604020202020204" pitchFamily="34" charset="0"/>
              <a:buChar char="•"/>
            </a:pPr>
            <a:r>
              <a:rPr lang="fr-FR" sz="2000" kern="0" dirty="0">
                <a:latin typeface="Calibri" panose="020F0502020204030204" pitchFamily="34" charset="0"/>
                <a:cs typeface="Calibri" panose="020F0502020204030204" pitchFamily="34" charset="0"/>
              </a:rPr>
              <a:t>Si oui, alors un 1 est placé dans cette position.</a:t>
            </a:r>
          </a:p>
          <a:p>
            <a:pPr marL="342900" lvl="1"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128 est soustrait du nombre d'origine et le reste est ensuite comparé à la position suivante (64):</a:t>
            </a:r>
          </a:p>
          <a:p>
            <a:pPr marL="800100" lvl="2" indent="-342900" algn="just">
              <a:buFont typeface="Arial" panose="020B0604020202020204" pitchFamily="34" charset="0"/>
              <a:buChar char="•"/>
            </a:pPr>
            <a:r>
              <a:rPr lang="fr-FR" sz="2000" kern="0" dirty="0">
                <a:latin typeface="Calibri" panose="020F0502020204030204" pitchFamily="34" charset="0"/>
                <a:cs typeface="Calibri" panose="020F0502020204030204" pitchFamily="34" charset="0"/>
              </a:rPr>
              <a:t>S'il est inférieur à 64, un 0 est placé dans cette position. </a:t>
            </a:r>
          </a:p>
          <a:p>
            <a:pPr marL="800100" lvl="2" indent="-342900" algn="just">
              <a:buFont typeface="Arial" panose="020B0604020202020204" pitchFamily="34" charset="0"/>
              <a:buChar char="•"/>
            </a:pPr>
            <a:r>
              <a:rPr lang="fr-FR" sz="2000" kern="0" dirty="0">
                <a:latin typeface="Calibri" panose="020F0502020204030204" pitchFamily="34" charset="0"/>
                <a:cs typeface="Calibri" panose="020F0502020204030204" pitchFamily="34" charset="0"/>
              </a:rPr>
              <a:t>S'il est supérieur, un 1 est placé dans cette position et 64 est soustrait.</a:t>
            </a:r>
          </a:p>
          <a:p>
            <a:endParaRPr lang="en-US" sz="2200" kern="0" dirty="0">
              <a:latin typeface="Calibri" panose="020F0502020204030204" pitchFamily="34" charset="0"/>
              <a:cs typeface="Calibri" panose="020F0502020204030204" pitchFamily="34" charset="0"/>
            </a:endParaRPr>
          </a:p>
        </p:txBody>
      </p:sp>
      <p:pic>
        <p:nvPicPr>
          <p:cNvPr id="2052" name="Picture 4">
            <a:extLst>
              <a:ext uri="{FF2B5EF4-FFF2-40B4-BE49-F238E27FC236}">
                <a16:creationId xmlns:a16="http://schemas.microsoft.com/office/drawing/2014/main" id="{3FB2F303-B6FE-47E1-A48C-79F13B691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421" y="1969994"/>
            <a:ext cx="5892588" cy="306722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555128BD-C815-48D1-9269-17AAED558E9D}"/>
              </a:ext>
            </a:extLst>
          </p:cNvPr>
          <p:cNvSpPr txBox="1"/>
          <p:nvPr/>
        </p:nvSpPr>
        <p:spPr>
          <a:xfrm>
            <a:off x="6248422" y="5042120"/>
            <a:ext cx="5369400" cy="769441"/>
          </a:xfrm>
          <a:prstGeom prst="rect">
            <a:avLst/>
          </a:prstGeom>
          <a:noFill/>
        </p:spPr>
        <p:txBody>
          <a:bodyPr wrap="square">
            <a:spAutoFit/>
          </a:bodyPr>
          <a:lstStyle/>
          <a:p>
            <a:pPr marL="0" lvl="1" algn="just"/>
            <a:r>
              <a:rPr lang="fr-FR" sz="2200" b="1" i="1" kern="0" dirty="0">
                <a:solidFill>
                  <a:schemeClr val="accent5">
                    <a:lumMod val="50000"/>
                  </a:schemeClr>
                </a:solidFill>
                <a:latin typeface="Calibri" panose="020F0502020204030204" pitchFamily="34" charset="0"/>
                <a:cs typeface="Calibri" panose="020F0502020204030204" pitchFamily="34" charset="0"/>
              </a:rPr>
              <a:t>Le processus se répète jusqu'à ce que toutes les valeurs de position aient été saisies.</a:t>
            </a:r>
          </a:p>
        </p:txBody>
      </p:sp>
      <p:sp>
        <p:nvSpPr>
          <p:cNvPr id="8" name="Rectangle 7">
            <a:extLst>
              <a:ext uri="{FF2B5EF4-FFF2-40B4-BE49-F238E27FC236}">
                <a16:creationId xmlns:a16="http://schemas.microsoft.com/office/drawing/2014/main" id="{38BD13E5-14E2-42FC-AC39-5FBED32E151F}"/>
              </a:ext>
            </a:extLst>
          </p:cNvPr>
          <p:cNvSpPr/>
          <p:nvPr/>
        </p:nvSpPr>
        <p:spPr>
          <a:xfrm>
            <a:off x="7347284" y="1969993"/>
            <a:ext cx="4529725" cy="917582"/>
          </a:xfrm>
          <a:prstGeom prst="rect">
            <a:avLst/>
          </a:prstGeom>
          <a:solidFill>
            <a:srgbClr val="FFFF0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1839321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FC1678-FA73-4CE6-BD08-4EA76DA539BD}"/>
              </a:ext>
            </a:extLst>
          </p:cNvPr>
          <p:cNvSpPr>
            <a:spLocks noGrp="1"/>
          </p:cNvSpPr>
          <p:nvPr>
            <p:ph type="sldNum" sz="quarter" idx="12"/>
          </p:nvPr>
        </p:nvSpPr>
        <p:spPr>
          <a:xfrm>
            <a:off x="0" y="6535643"/>
            <a:ext cx="369678" cy="303807"/>
          </a:xfrm>
        </p:spPr>
        <p:txBody>
          <a:bodyPr/>
          <a:lstStyle/>
          <a:p>
            <a:fld id="{194EA0E9-6AA5-4C72-ADD8-CBD3FCBC5038}" type="slidenum">
              <a:rPr lang="fr-FR" sz="1600" b="1" smtClean="0"/>
              <a:pPr/>
              <a:t>20</a:t>
            </a:fld>
            <a:endParaRPr lang="fr-FR" sz="1600" b="1" dirty="0"/>
          </a:p>
        </p:txBody>
      </p:sp>
      <p:sp>
        <p:nvSpPr>
          <p:cNvPr id="6" name="Titre 2">
            <a:extLst>
              <a:ext uri="{FF2B5EF4-FFF2-40B4-BE49-F238E27FC236}">
                <a16:creationId xmlns:a16="http://schemas.microsoft.com/office/drawing/2014/main" id="{362797A0-A2BA-455C-A0FE-DB73ECF8C5B4}"/>
              </a:ext>
            </a:extLst>
          </p:cNvPr>
          <p:cNvSpPr txBox="1">
            <a:spLocks/>
          </p:cNvSpPr>
          <p:nvPr/>
        </p:nvSpPr>
        <p:spPr>
          <a:xfrm>
            <a:off x="709988" y="1035710"/>
            <a:ext cx="8016917" cy="402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0"/>
              </a:lnSpc>
            </a:pPr>
            <a:r>
              <a:rPr lang="fr-FR" sz="4400" b="1" i="1" dirty="0">
                <a:solidFill>
                  <a:schemeClr val="tx1">
                    <a:lumMod val="65000"/>
                    <a:lumOff val="35000"/>
                  </a:schemeClr>
                </a:solidFill>
                <a:latin typeface="Calibri" panose="020F0502020204030204" pitchFamily="34" charset="0"/>
                <a:cs typeface="Calibri" panose="020F0502020204030204" pitchFamily="34" charset="0"/>
              </a:rPr>
              <a:t>Structure d’une adresse IPv4</a:t>
            </a:r>
          </a:p>
          <a:p>
            <a:r>
              <a:rPr lang="fr-FR" sz="2800" b="1" i="1" dirty="0">
                <a:solidFill>
                  <a:schemeClr val="accent5">
                    <a:lumMod val="75000"/>
                  </a:schemeClr>
                </a:solidFill>
                <a:latin typeface="Calibri" panose="020F0502020204030204" pitchFamily="34" charset="0"/>
                <a:cs typeface="Calibri" panose="020F0502020204030204" pitchFamily="34" charset="0"/>
              </a:rPr>
              <a:t>Conversion format </a:t>
            </a:r>
            <a:r>
              <a:rPr lang="fr-FR" sz="2800" b="1" i="1" dirty="0">
                <a:solidFill>
                  <a:srgbClr val="C00000"/>
                </a:solidFill>
                <a:latin typeface="Calibri" panose="020F0502020204030204" pitchFamily="34" charset="0"/>
                <a:cs typeface="Calibri" panose="020F0502020204030204" pitchFamily="34" charset="0"/>
              </a:rPr>
              <a:t>décimal/binaire</a:t>
            </a:r>
          </a:p>
        </p:txBody>
      </p:sp>
      <p:pic>
        <p:nvPicPr>
          <p:cNvPr id="8" name="Picture 2">
            <a:extLst>
              <a:ext uri="{FF2B5EF4-FFF2-40B4-BE49-F238E27FC236}">
                <a16:creationId xmlns:a16="http://schemas.microsoft.com/office/drawing/2014/main" id="{F4CF25FA-CDBB-4940-9D52-A859E34323A0}"/>
              </a:ext>
            </a:extLst>
          </p:cNvPr>
          <p:cNvPicPr>
            <a:picLocks noChangeAspect="1" noChangeArrowheads="1"/>
          </p:cNvPicPr>
          <p:nvPr/>
        </p:nvPicPr>
        <p:blipFill>
          <a:blip r:embed="rId2"/>
          <a:srcRect/>
          <a:stretch>
            <a:fillRect/>
          </a:stretch>
        </p:blipFill>
        <p:spPr bwMode="auto">
          <a:xfrm>
            <a:off x="1052492" y="1546508"/>
            <a:ext cx="5247567" cy="1689131"/>
          </a:xfrm>
          <a:prstGeom prst="rect">
            <a:avLst/>
          </a:prstGeom>
          <a:noFill/>
          <a:ln w="9525">
            <a:noFill/>
            <a:miter lim="800000"/>
            <a:headEnd/>
            <a:tailEnd/>
          </a:ln>
          <a:effectLst/>
        </p:spPr>
      </p:pic>
      <p:pic>
        <p:nvPicPr>
          <p:cNvPr id="10" name="Picture 3">
            <a:extLst>
              <a:ext uri="{FF2B5EF4-FFF2-40B4-BE49-F238E27FC236}">
                <a16:creationId xmlns:a16="http://schemas.microsoft.com/office/drawing/2014/main" id="{8278E8CA-12EF-4938-B1F4-C2FFD9378824}"/>
              </a:ext>
            </a:extLst>
          </p:cNvPr>
          <p:cNvPicPr>
            <a:picLocks noChangeAspect="1" noChangeArrowheads="1"/>
          </p:cNvPicPr>
          <p:nvPr/>
        </p:nvPicPr>
        <p:blipFill>
          <a:blip r:embed="rId3"/>
          <a:srcRect/>
          <a:stretch>
            <a:fillRect/>
          </a:stretch>
        </p:blipFill>
        <p:spPr bwMode="auto">
          <a:xfrm>
            <a:off x="1052492" y="3237220"/>
            <a:ext cx="5270089" cy="1722914"/>
          </a:xfrm>
          <a:prstGeom prst="rect">
            <a:avLst/>
          </a:prstGeom>
          <a:noFill/>
          <a:ln w="9525">
            <a:noFill/>
            <a:miter lim="800000"/>
            <a:headEnd/>
            <a:tailEnd/>
          </a:ln>
          <a:effectLst/>
        </p:spPr>
      </p:pic>
      <p:pic>
        <p:nvPicPr>
          <p:cNvPr id="11" name="Picture 4">
            <a:extLst>
              <a:ext uri="{FF2B5EF4-FFF2-40B4-BE49-F238E27FC236}">
                <a16:creationId xmlns:a16="http://schemas.microsoft.com/office/drawing/2014/main" id="{4408B706-5D9F-4E92-A789-0AFE8027746A}"/>
              </a:ext>
            </a:extLst>
          </p:cNvPr>
          <p:cNvPicPr>
            <a:picLocks noChangeAspect="1" noChangeArrowheads="1"/>
          </p:cNvPicPr>
          <p:nvPr/>
        </p:nvPicPr>
        <p:blipFill>
          <a:blip r:embed="rId4"/>
          <a:srcRect/>
          <a:stretch>
            <a:fillRect/>
          </a:stretch>
        </p:blipFill>
        <p:spPr bwMode="auto">
          <a:xfrm>
            <a:off x="1052494" y="4808855"/>
            <a:ext cx="5281350" cy="1801740"/>
          </a:xfrm>
          <a:prstGeom prst="rect">
            <a:avLst/>
          </a:prstGeom>
          <a:noFill/>
          <a:ln w="9525">
            <a:noFill/>
            <a:miter lim="800000"/>
            <a:headEnd/>
            <a:tailEnd/>
          </a:ln>
          <a:effectLst/>
        </p:spPr>
      </p:pic>
      <p:pic>
        <p:nvPicPr>
          <p:cNvPr id="12" name="Picture 5">
            <a:extLst>
              <a:ext uri="{FF2B5EF4-FFF2-40B4-BE49-F238E27FC236}">
                <a16:creationId xmlns:a16="http://schemas.microsoft.com/office/drawing/2014/main" id="{C4C32EC5-4FCB-46CF-9077-C4B1FFF70E6E}"/>
              </a:ext>
            </a:extLst>
          </p:cNvPr>
          <p:cNvPicPr>
            <a:picLocks noChangeAspect="1" noChangeArrowheads="1"/>
          </p:cNvPicPr>
          <p:nvPr/>
        </p:nvPicPr>
        <p:blipFill>
          <a:blip r:embed="rId5"/>
          <a:srcRect/>
          <a:stretch>
            <a:fillRect/>
          </a:stretch>
        </p:blipFill>
        <p:spPr bwMode="auto">
          <a:xfrm>
            <a:off x="6676527" y="1546509"/>
            <a:ext cx="5292611" cy="1756696"/>
          </a:xfrm>
          <a:prstGeom prst="rect">
            <a:avLst/>
          </a:prstGeom>
          <a:noFill/>
          <a:ln w="9525">
            <a:noFill/>
            <a:miter lim="800000"/>
            <a:headEnd/>
            <a:tailEnd/>
          </a:ln>
          <a:effectLst/>
        </p:spPr>
      </p:pic>
      <p:pic>
        <p:nvPicPr>
          <p:cNvPr id="13" name="Picture 6">
            <a:extLst>
              <a:ext uri="{FF2B5EF4-FFF2-40B4-BE49-F238E27FC236}">
                <a16:creationId xmlns:a16="http://schemas.microsoft.com/office/drawing/2014/main" id="{9A64E656-09F4-4707-AE30-A12A2CE8C62B}"/>
              </a:ext>
            </a:extLst>
          </p:cNvPr>
          <p:cNvPicPr>
            <a:picLocks noChangeAspect="1" noChangeArrowheads="1"/>
          </p:cNvPicPr>
          <p:nvPr/>
        </p:nvPicPr>
        <p:blipFill>
          <a:blip r:embed="rId6"/>
          <a:srcRect/>
          <a:stretch>
            <a:fillRect/>
          </a:stretch>
        </p:blipFill>
        <p:spPr bwMode="auto">
          <a:xfrm>
            <a:off x="6652716" y="3165780"/>
            <a:ext cx="5337654" cy="1824261"/>
          </a:xfrm>
          <a:prstGeom prst="rect">
            <a:avLst/>
          </a:prstGeom>
          <a:noFill/>
          <a:ln w="9525">
            <a:noFill/>
            <a:miter lim="800000"/>
            <a:headEnd/>
            <a:tailEnd/>
          </a:ln>
          <a:effectLst/>
        </p:spPr>
      </p:pic>
      <p:pic>
        <p:nvPicPr>
          <p:cNvPr id="14" name="Picture 7">
            <a:extLst>
              <a:ext uri="{FF2B5EF4-FFF2-40B4-BE49-F238E27FC236}">
                <a16:creationId xmlns:a16="http://schemas.microsoft.com/office/drawing/2014/main" id="{1CAB16A1-38FA-492F-A1A1-7E1188A135E4}"/>
              </a:ext>
            </a:extLst>
          </p:cNvPr>
          <p:cNvPicPr>
            <a:picLocks noChangeAspect="1" noChangeArrowheads="1"/>
          </p:cNvPicPr>
          <p:nvPr/>
        </p:nvPicPr>
        <p:blipFill>
          <a:blip r:embed="rId7"/>
          <a:srcRect/>
          <a:stretch>
            <a:fillRect/>
          </a:stretch>
        </p:blipFill>
        <p:spPr bwMode="auto">
          <a:xfrm>
            <a:off x="6686054" y="4880294"/>
            <a:ext cx="5281350" cy="1655349"/>
          </a:xfrm>
          <a:prstGeom prst="rect">
            <a:avLst/>
          </a:prstGeom>
          <a:noFill/>
          <a:ln w="9525">
            <a:noFill/>
            <a:miter lim="800000"/>
            <a:headEnd/>
            <a:tailEnd/>
          </a:ln>
          <a:effectLst/>
        </p:spPr>
      </p:pic>
      <p:cxnSp>
        <p:nvCxnSpPr>
          <p:cNvPr id="15" name="Connecteur droit 9">
            <a:extLst>
              <a:ext uri="{FF2B5EF4-FFF2-40B4-BE49-F238E27FC236}">
                <a16:creationId xmlns:a16="http://schemas.microsoft.com/office/drawing/2014/main" id="{AD888CCD-70E0-48A4-9E79-FDF497B4D206}"/>
              </a:ext>
            </a:extLst>
          </p:cNvPr>
          <p:cNvCxnSpPr>
            <a:cxnSpLocks/>
          </p:cNvCxnSpPr>
          <p:nvPr/>
        </p:nvCxnSpPr>
        <p:spPr>
          <a:xfrm>
            <a:off x="1156965" y="3229833"/>
            <a:ext cx="10810439" cy="15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cteur droit 10">
            <a:extLst>
              <a:ext uri="{FF2B5EF4-FFF2-40B4-BE49-F238E27FC236}">
                <a16:creationId xmlns:a16="http://schemas.microsoft.com/office/drawing/2014/main" id="{13A7894F-E555-4A3B-872B-C7BC14518A8B}"/>
              </a:ext>
            </a:extLst>
          </p:cNvPr>
          <p:cNvCxnSpPr>
            <a:cxnSpLocks/>
          </p:cNvCxnSpPr>
          <p:nvPr/>
        </p:nvCxnSpPr>
        <p:spPr>
          <a:xfrm>
            <a:off x="1093467" y="4891866"/>
            <a:ext cx="10810439" cy="15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eur droit 11">
            <a:extLst>
              <a:ext uri="{FF2B5EF4-FFF2-40B4-BE49-F238E27FC236}">
                <a16:creationId xmlns:a16="http://schemas.microsoft.com/office/drawing/2014/main" id="{65EA35E1-4A18-4040-B20D-1407170C3FF9}"/>
              </a:ext>
            </a:extLst>
          </p:cNvPr>
          <p:cNvCxnSpPr>
            <a:cxnSpLocks/>
          </p:cNvCxnSpPr>
          <p:nvPr/>
        </p:nvCxnSpPr>
        <p:spPr>
          <a:xfrm>
            <a:off x="6618931" y="1681899"/>
            <a:ext cx="289" cy="479202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764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440AAA-97CB-423E-9E53-0857110FEB13}"/>
              </a:ext>
            </a:extLst>
          </p:cNvPr>
          <p:cNvSpPr>
            <a:spLocks noGrp="1"/>
          </p:cNvSpPr>
          <p:nvPr>
            <p:ph type="sldNum" sz="quarter" idx="12"/>
          </p:nvPr>
        </p:nvSpPr>
        <p:spPr>
          <a:xfrm>
            <a:off x="-11308" y="6262518"/>
            <a:ext cx="427264" cy="584735"/>
          </a:xfrm>
        </p:spPr>
        <p:txBody>
          <a:bodyPr/>
          <a:lstStyle/>
          <a:p>
            <a:fld id="{194EA0E9-6AA5-4C72-ADD8-CBD3FCBC5038}" type="slidenum">
              <a:rPr lang="fr-FR" sz="1600" b="1" smtClean="0"/>
              <a:pPr/>
              <a:t>21</a:t>
            </a:fld>
            <a:endParaRPr lang="fr-FR" sz="1600" b="1" dirty="0"/>
          </a:p>
        </p:txBody>
      </p:sp>
      <p:sp>
        <p:nvSpPr>
          <p:cNvPr id="4" name="Titre 2">
            <a:extLst>
              <a:ext uri="{FF2B5EF4-FFF2-40B4-BE49-F238E27FC236}">
                <a16:creationId xmlns:a16="http://schemas.microsoft.com/office/drawing/2014/main" id="{E8C16838-597C-4822-8C0C-B71B0E022058}"/>
              </a:ext>
            </a:extLst>
          </p:cNvPr>
          <p:cNvSpPr txBox="1">
            <a:spLocks/>
          </p:cNvSpPr>
          <p:nvPr/>
        </p:nvSpPr>
        <p:spPr>
          <a:xfrm>
            <a:off x="1291630" y="50810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bg2">
                    <a:lumMod val="50000"/>
                  </a:schemeClr>
                </a:solidFill>
                <a:latin typeface="Calibri" panose="020F0502020204030204" pitchFamily="34" charset="0"/>
                <a:cs typeface="Calibri" panose="020F0502020204030204" pitchFamily="34" charset="0"/>
              </a:rPr>
              <a:t>Partie Réseau / Partie Hôte</a:t>
            </a:r>
            <a:endParaRPr lang="fr-FR" sz="4400" b="1" i="1" dirty="0">
              <a:solidFill>
                <a:schemeClr val="bg2">
                  <a:lumMod val="50000"/>
                </a:schemeClr>
              </a:solidFill>
              <a:latin typeface="Calibri" panose="020F0502020204030204" pitchFamily="34" charset="0"/>
              <a:cs typeface="Calibri" panose="020F0502020204030204" pitchFamily="34" charset="0"/>
            </a:endParaRPr>
          </a:p>
        </p:txBody>
      </p:sp>
      <p:sp>
        <p:nvSpPr>
          <p:cNvPr id="8" name="Espace réservé du contenu 2">
            <a:extLst>
              <a:ext uri="{FF2B5EF4-FFF2-40B4-BE49-F238E27FC236}">
                <a16:creationId xmlns:a16="http://schemas.microsoft.com/office/drawing/2014/main" id="{1A139664-DC82-4156-B8D1-C4D642255389}"/>
              </a:ext>
            </a:extLst>
          </p:cNvPr>
          <p:cNvSpPr txBox="1">
            <a:spLocks/>
          </p:cNvSpPr>
          <p:nvPr/>
        </p:nvSpPr>
        <p:spPr>
          <a:xfrm>
            <a:off x="373854" y="2737448"/>
            <a:ext cx="5552090"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fr-FR" sz="2200" kern="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Les adresses IP de tous les hôtes d’un même réseau doivent avoir la même partie réseau.</a:t>
            </a:r>
            <a:endParaRPr lang="en-US" sz="2200" kern="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fr-FR" sz="2200" kern="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Le masque de sous-réseau permet d’identifier la partie réseau et la partie hôte au niveau d’une adresse IPv4.</a:t>
            </a:r>
            <a:endParaRPr lang="en-US" sz="2200" kern="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B860BAA-89A5-4FDD-9DC6-8E1DE477903F}"/>
              </a:ext>
            </a:extLst>
          </p:cNvPr>
          <p:cNvSpPr txBox="1"/>
          <p:nvPr/>
        </p:nvSpPr>
        <p:spPr>
          <a:xfrm>
            <a:off x="736280" y="1756246"/>
            <a:ext cx="10780805" cy="430887"/>
          </a:xfrm>
          <a:prstGeom prst="rect">
            <a:avLst/>
          </a:prstGeom>
          <a:noFill/>
        </p:spPr>
        <p:txBody>
          <a:bodyPr wrap="square">
            <a:spAutoFit/>
          </a:bodyPr>
          <a:lstStyle/>
          <a:p>
            <a:pPr algn="just"/>
            <a:r>
              <a:rPr lang="fr-FR" sz="2200" kern="0" dirty="0">
                <a:latin typeface="Calibri" panose="020F0502020204030204" pitchFamily="34" charset="0"/>
                <a:cs typeface="Calibri" panose="020F0502020204030204" pitchFamily="34" charset="0"/>
              </a:rPr>
              <a:t>Une adresse IPv4 est composée d'une </a:t>
            </a:r>
            <a:r>
              <a:rPr lang="fr-FR" sz="2200" b="1" kern="0" dirty="0">
                <a:solidFill>
                  <a:srgbClr val="C00000"/>
                </a:solidFill>
                <a:latin typeface="Calibri" panose="020F0502020204030204" pitchFamily="34" charset="0"/>
                <a:cs typeface="Calibri" panose="020F0502020204030204" pitchFamily="34" charset="0"/>
              </a:rPr>
              <a:t>partie Réseau</a:t>
            </a:r>
            <a:r>
              <a:rPr lang="fr-FR" sz="2200" kern="0" dirty="0">
                <a:latin typeface="Calibri" panose="020F0502020204030204" pitchFamily="34" charset="0"/>
                <a:cs typeface="Calibri" panose="020F0502020204030204" pitchFamily="34" charset="0"/>
              </a:rPr>
              <a:t> et d'une </a:t>
            </a:r>
            <a:r>
              <a:rPr lang="fr-FR" sz="2200" b="1" kern="0" dirty="0">
                <a:solidFill>
                  <a:srgbClr val="C00000"/>
                </a:solidFill>
                <a:latin typeface="Calibri" panose="020F0502020204030204" pitchFamily="34" charset="0"/>
                <a:cs typeface="Calibri" panose="020F0502020204030204" pitchFamily="34" charset="0"/>
              </a:rPr>
              <a:t>partie Hôte</a:t>
            </a:r>
            <a:r>
              <a:rPr lang="fr-FR" sz="2200" kern="0" dirty="0">
                <a:latin typeface="Calibri" panose="020F0502020204030204" pitchFamily="34" charset="0"/>
                <a:cs typeface="Calibri" panose="020F0502020204030204" pitchFamily="34" charset="0"/>
              </a:rPr>
              <a:t>.</a:t>
            </a:r>
            <a:endParaRPr lang="en-US" sz="2200" kern="0" dirty="0">
              <a:latin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133665D4-43D8-484C-8D16-DD43BCA20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058" y="2187133"/>
            <a:ext cx="5935592" cy="4660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122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2">
            <a:extLst>
              <a:ext uri="{FF2B5EF4-FFF2-40B4-BE49-F238E27FC236}">
                <a16:creationId xmlns:a16="http://schemas.microsoft.com/office/drawing/2014/main" id="{9E2C3974-3124-4916-B2B5-C2B5F3820799}"/>
              </a:ext>
            </a:extLst>
          </p:cNvPr>
          <p:cNvSpPr txBox="1">
            <a:spLocks/>
          </p:cNvSpPr>
          <p:nvPr/>
        </p:nvSpPr>
        <p:spPr>
          <a:xfrm>
            <a:off x="1190794" y="47367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400" b="1" i="1" dirty="0">
                <a:solidFill>
                  <a:schemeClr val="bg2">
                    <a:lumMod val="50000"/>
                  </a:schemeClr>
                </a:solidFill>
                <a:latin typeface="Calibri" panose="020F0502020204030204" pitchFamily="34" charset="0"/>
                <a:cs typeface="Calibri" panose="020F0502020204030204" pitchFamily="34" charset="0"/>
              </a:rPr>
              <a:t>Le masque sous-réseaux </a:t>
            </a:r>
          </a:p>
          <a:p>
            <a:endParaRPr lang="fr-FR" sz="2600" b="1" i="1" dirty="0">
              <a:solidFill>
                <a:schemeClr val="accent5">
                  <a:lumMod val="75000"/>
                </a:schemeClr>
              </a:solidFill>
              <a:latin typeface="Calibri" panose="020F0502020204030204" pitchFamily="34" charset="0"/>
              <a:cs typeface="Calibri" panose="020F0502020204030204" pitchFamily="34" charset="0"/>
            </a:endParaRPr>
          </a:p>
        </p:txBody>
      </p:sp>
      <p:sp>
        <p:nvSpPr>
          <p:cNvPr id="7" name="AutoShape 3">
            <a:extLst>
              <a:ext uri="{FF2B5EF4-FFF2-40B4-BE49-F238E27FC236}">
                <a16:creationId xmlns:a16="http://schemas.microsoft.com/office/drawing/2014/main" id="{73E56815-B011-4C2A-8625-31BC5384088F}"/>
              </a:ext>
            </a:extLst>
          </p:cNvPr>
          <p:cNvSpPr>
            <a:spLocks noChangeArrowheads="1"/>
          </p:cNvSpPr>
          <p:nvPr/>
        </p:nvSpPr>
        <p:spPr bwMode="auto">
          <a:xfrm rot="5400000">
            <a:off x="703428" y="1440455"/>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8" name="AutoShape 3">
            <a:extLst>
              <a:ext uri="{FF2B5EF4-FFF2-40B4-BE49-F238E27FC236}">
                <a16:creationId xmlns:a16="http://schemas.microsoft.com/office/drawing/2014/main" id="{EF27B606-9B0E-4557-BF1B-D89D7159EBB2}"/>
              </a:ext>
            </a:extLst>
          </p:cNvPr>
          <p:cNvSpPr>
            <a:spLocks noChangeArrowheads="1"/>
          </p:cNvSpPr>
          <p:nvPr/>
        </p:nvSpPr>
        <p:spPr bwMode="auto">
          <a:xfrm rot="5400000">
            <a:off x="705192" y="2562875"/>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9" name="AutoShape 3">
            <a:extLst>
              <a:ext uri="{FF2B5EF4-FFF2-40B4-BE49-F238E27FC236}">
                <a16:creationId xmlns:a16="http://schemas.microsoft.com/office/drawing/2014/main" id="{64E08809-0159-49A0-88FF-D100DAE296C8}"/>
              </a:ext>
            </a:extLst>
          </p:cNvPr>
          <p:cNvSpPr>
            <a:spLocks noChangeArrowheads="1"/>
          </p:cNvSpPr>
          <p:nvPr/>
        </p:nvSpPr>
        <p:spPr bwMode="auto">
          <a:xfrm rot="5400000">
            <a:off x="700603" y="3629903"/>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C8EAC837-A32F-4001-9769-FF23FBD77E92}"/>
              </a:ext>
            </a:extLst>
          </p:cNvPr>
          <p:cNvSpPr txBox="1"/>
          <p:nvPr/>
        </p:nvSpPr>
        <p:spPr>
          <a:xfrm>
            <a:off x="1014678" y="1310736"/>
            <a:ext cx="5817846" cy="1107996"/>
          </a:xfrm>
          <a:prstGeom prst="rect">
            <a:avLst/>
          </a:prstGeom>
          <a:noFill/>
        </p:spPr>
        <p:txBody>
          <a:bodyPr wrap="square">
            <a:spAutoFit/>
          </a:bodyPr>
          <a:lstStyle/>
          <a:p>
            <a:pPr algn="just"/>
            <a:r>
              <a:rPr lang="fr-FR" sz="2200" i="0" dirty="0">
                <a:solidFill>
                  <a:srgbClr val="202124"/>
                </a:solidFill>
                <a:effectLst/>
                <a:latin typeface="Calibri" panose="020F0502020204030204" pitchFamily="34" charset="0"/>
                <a:cs typeface="Calibri" panose="020F0502020204030204" pitchFamily="34" charset="0"/>
              </a:rPr>
              <a:t>Les masques de sous-réseaux </a:t>
            </a:r>
            <a:r>
              <a:rPr lang="fr-FR" sz="2200" b="0" i="0" dirty="0">
                <a:solidFill>
                  <a:srgbClr val="202124"/>
                </a:solidFill>
                <a:effectLst/>
                <a:latin typeface="Calibri" panose="020F0502020204030204" pitchFamily="34" charset="0"/>
                <a:cs typeface="Calibri" panose="020F0502020204030204" pitchFamily="34" charset="0"/>
              </a:rPr>
              <a:t>(</a:t>
            </a:r>
            <a:r>
              <a:rPr lang="fr-FR" sz="2200" b="1" i="0" dirty="0" err="1">
                <a:solidFill>
                  <a:srgbClr val="202124"/>
                </a:solidFill>
                <a:effectLst/>
                <a:latin typeface="Calibri" panose="020F0502020204030204" pitchFamily="34" charset="0"/>
                <a:cs typeface="Calibri" panose="020F0502020204030204" pitchFamily="34" charset="0"/>
              </a:rPr>
              <a:t>subnet</a:t>
            </a:r>
            <a:r>
              <a:rPr lang="fr-FR" sz="2200" b="1" i="0" dirty="0">
                <a:solidFill>
                  <a:srgbClr val="202124"/>
                </a:solidFill>
                <a:effectLst/>
                <a:latin typeface="Calibri" panose="020F0502020204030204" pitchFamily="34" charset="0"/>
                <a:cs typeface="Calibri" panose="020F0502020204030204" pitchFamily="34" charset="0"/>
              </a:rPr>
              <a:t> </a:t>
            </a:r>
            <a:r>
              <a:rPr lang="fr-FR" sz="2200" b="1" i="0" dirty="0" err="1">
                <a:solidFill>
                  <a:srgbClr val="202124"/>
                </a:solidFill>
                <a:effectLst/>
                <a:latin typeface="Calibri" panose="020F0502020204030204" pitchFamily="34" charset="0"/>
                <a:cs typeface="Calibri" panose="020F0502020204030204" pitchFamily="34" charset="0"/>
              </a:rPr>
              <a:t>mask</a:t>
            </a:r>
            <a:r>
              <a:rPr lang="fr-FR" sz="2200" b="0" i="0" dirty="0">
                <a:solidFill>
                  <a:srgbClr val="202124"/>
                </a:solidFill>
                <a:effectLst/>
                <a:latin typeface="Calibri" panose="020F0502020204030204" pitchFamily="34" charset="0"/>
                <a:cs typeface="Calibri" panose="020F0502020204030204" pitchFamily="34" charset="0"/>
              </a:rPr>
              <a:t>) </a:t>
            </a:r>
            <a:r>
              <a:rPr lang="fr-FR" sz="2200" i="0" dirty="0">
                <a:solidFill>
                  <a:srgbClr val="202124"/>
                </a:solidFill>
                <a:effectLst/>
                <a:latin typeface="Calibri" panose="020F0502020204030204" pitchFamily="34" charset="0"/>
                <a:cs typeface="Calibri" panose="020F0502020204030204" pitchFamily="34" charset="0"/>
              </a:rPr>
              <a:t>permettent</a:t>
            </a:r>
            <a:r>
              <a:rPr lang="fr-FR" sz="2200" b="0" i="0" dirty="0">
                <a:solidFill>
                  <a:srgbClr val="202124"/>
                </a:solidFill>
                <a:effectLst/>
                <a:latin typeface="Calibri" panose="020F0502020204030204" pitchFamily="34" charset="0"/>
                <a:cs typeface="Calibri" panose="020F0502020204030204" pitchFamily="34" charset="0"/>
              </a:rPr>
              <a:t> de segmenter un </a:t>
            </a:r>
            <a:r>
              <a:rPr lang="fr-FR" sz="2200" b="1" i="0" dirty="0">
                <a:solidFill>
                  <a:srgbClr val="202124"/>
                </a:solidFill>
                <a:effectLst/>
                <a:latin typeface="Calibri" panose="020F0502020204030204" pitchFamily="34" charset="0"/>
                <a:cs typeface="Calibri" panose="020F0502020204030204" pitchFamily="34" charset="0"/>
              </a:rPr>
              <a:t>réseau</a:t>
            </a:r>
            <a:r>
              <a:rPr lang="fr-FR" sz="2200" b="0" i="0" dirty="0">
                <a:solidFill>
                  <a:srgbClr val="202124"/>
                </a:solidFill>
                <a:effectLst/>
                <a:latin typeface="Calibri" panose="020F0502020204030204" pitchFamily="34" charset="0"/>
                <a:cs typeface="Calibri" panose="020F0502020204030204" pitchFamily="34" charset="0"/>
              </a:rPr>
              <a:t> en plusieurs </a:t>
            </a:r>
            <a:r>
              <a:rPr lang="fr-FR" sz="2200" b="1" i="0" dirty="0">
                <a:solidFill>
                  <a:srgbClr val="202124"/>
                </a:solidFill>
                <a:effectLst/>
                <a:latin typeface="Calibri" panose="020F0502020204030204" pitchFamily="34" charset="0"/>
                <a:cs typeface="Calibri" panose="020F0502020204030204" pitchFamily="34" charset="0"/>
              </a:rPr>
              <a:t>sous</a:t>
            </a:r>
            <a:r>
              <a:rPr lang="fr-FR" sz="2200" b="0" i="0" dirty="0">
                <a:solidFill>
                  <a:srgbClr val="202124"/>
                </a:solidFill>
                <a:effectLst/>
                <a:latin typeface="Calibri" panose="020F0502020204030204" pitchFamily="34" charset="0"/>
                <a:cs typeface="Calibri" panose="020F0502020204030204" pitchFamily="34" charset="0"/>
              </a:rPr>
              <a:t>-</a:t>
            </a:r>
            <a:r>
              <a:rPr lang="fr-FR" sz="2200" b="1" i="0" dirty="0">
                <a:solidFill>
                  <a:srgbClr val="202124"/>
                </a:solidFill>
                <a:effectLst/>
                <a:latin typeface="Calibri" panose="020F0502020204030204" pitchFamily="34" charset="0"/>
                <a:cs typeface="Calibri" panose="020F0502020204030204" pitchFamily="34" charset="0"/>
              </a:rPr>
              <a:t>réseaux</a:t>
            </a:r>
            <a:r>
              <a:rPr lang="fr-FR" sz="2200" b="0" i="0" dirty="0">
                <a:solidFill>
                  <a:srgbClr val="202124"/>
                </a:solidFill>
                <a:effectLst/>
                <a:latin typeface="Calibri" panose="020F0502020204030204" pitchFamily="34" charset="0"/>
                <a:cs typeface="Calibri" panose="020F0502020204030204" pitchFamily="34" charset="0"/>
              </a:rPr>
              <a:t>. </a:t>
            </a:r>
            <a:endParaRPr lang="fr-TN" sz="2200" dirty="0">
              <a:solidFill>
                <a:srgbClr val="FF0000"/>
              </a:solidFill>
              <a:latin typeface="Calibri" panose="020F0502020204030204" pitchFamily="34" charset="0"/>
              <a:cs typeface="Calibri" panose="020F0502020204030204" pitchFamily="34" charset="0"/>
            </a:endParaRPr>
          </a:p>
        </p:txBody>
      </p:sp>
      <p:pic>
        <p:nvPicPr>
          <p:cNvPr id="5122" name="Picture 2" descr="Propriété de protocole Internet (TCP/IP)">
            <a:extLst>
              <a:ext uri="{FF2B5EF4-FFF2-40B4-BE49-F238E27FC236}">
                <a16:creationId xmlns:a16="http://schemas.microsoft.com/office/drawing/2014/main" id="{C0EFD756-F78C-4BA8-9067-72979F707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193" y="563459"/>
            <a:ext cx="4144396" cy="459576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DCF562E-9FD8-4600-A4BC-C12CDAF210D4}"/>
              </a:ext>
            </a:extLst>
          </p:cNvPr>
          <p:cNvSpPr txBox="1"/>
          <p:nvPr/>
        </p:nvSpPr>
        <p:spPr>
          <a:xfrm>
            <a:off x="870872" y="2408841"/>
            <a:ext cx="5946661" cy="2123658"/>
          </a:xfrm>
          <a:prstGeom prst="rect">
            <a:avLst/>
          </a:prstGeom>
          <a:noFill/>
        </p:spPr>
        <p:txBody>
          <a:bodyPr wrap="square">
            <a:spAutoFit/>
          </a:bodyPr>
          <a:lstStyle/>
          <a:p>
            <a:pPr marL="285750" indent="-285750" algn="just"/>
            <a:r>
              <a:rPr lang="fr-FR" sz="2200" dirty="0">
                <a:latin typeface="Calibri" panose="020F0502020204030204" pitchFamily="34" charset="0"/>
                <a:cs typeface="Calibri" panose="020F0502020204030204" pitchFamily="34" charset="0"/>
              </a:rPr>
              <a:t>    </a:t>
            </a:r>
            <a:r>
              <a:rPr lang="fr-TN" sz="2200" dirty="0">
                <a:latin typeface="Calibri" panose="020F0502020204030204" pitchFamily="34" charset="0"/>
                <a:cs typeface="Calibri" panose="020F0502020204030204" pitchFamily="34" charset="0"/>
              </a:rPr>
              <a:t>L'adresse IPv4 est comparée au masque de sous-réseau bit par bit, de gauche à droite.</a:t>
            </a:r>
            <a:endParaRPr lang="fr-FR" sz="2200" dirty="0">
              <a:latin typeface="Calibri" panose="020F0502020204030204" pitchFamily="34" charset="0"/>
              <a:cs typeface="Calibri" panose="020F0502020204030204" pitchFamily="34" charset="0"/>
            </a:endParaRPr>
          </a:p>
          <a:p>
            <a:pPr marL="285750" indent="-285750" algn="just"/>
            <a:endParaRPr lang="fr-FR" sz="2200" dirty="0">
              <a:latin typeface="Calibri" panose="020F0502020204030204" pitchFamily="34" charset="0"/>
              <a:cs typeface="Calibri" panose="020F0502020204030204" pitchFamily="34" charset="0"/>
            </a:endParaRPr>
          </a:p>
          <a:p>
            <a:pPr marL="285750" indent="-285750" algn="just"/>
            <a:r>
              <a:rPr lang="fr-FR" sz="2200" dirty="0">
                <a:latin typeface="Calibri" panose="020F0502020204030204" pitchFamily="34" charset="0"/>
                <a:cs typeface="Calibri" panose="020F0502020204030204" pitchFamily="34" charset="0"/>
              </a:rPr>
              <a:t>    </a:t>
            </a:r>
            <a:r>
              <a:rPr lang="fr-TN" sz="2200" dirty="0">
                <a:latin typeface="Calibri" panose="020F0502020204030204" pitchFamily="34" charset="0"/>
                <a:cs typeface="Calibri" panose="020F0502020204030204" pitchFamily="34" charset="0"/>
              </a:rPr>
              <a:t>Un 1 dans le masque de sous-réseau indique que le bit correspondant dans l'adresse IPv4 est un bit de réseau.</a:t>
            </a:r>
          </a:p>
        </p:txBody>
      </p:sp>
      <p:pic>
        <p:nvPicPr>
          <p:cNvPr id="17" name="Picture 6">
            <a:extLst>
              <a:ext uri="{FF2B5EF4-FFF2-40B4-BE49-F238E27FC236}">
                <a16:creationId xmlns:a16="http://schemas.microsoft.com/office/drawing/2014/main" id="{05BC7A88-A78C-4112-B024-B009406C4F92}"/>
              </a:ext>
            </a:extLst>
          </p:cNvPr>
          <p:cNvPicPr>
            <a:picLocks noChangeAspect="1"/>
          </p:cNvPicPr>
          <p:nvPr/>
        </p:nvPicPr>
        <p:blipFill>
          <a:blip r:embed="rId4"/>
          <a:stretch>
            <a:fillRect/>
          </a:stretch>
        </p:blipFill>
        <p:spPr>
          <a:xfrm>
            <a:off x="1972094" y="4485435"/>
            <a:ext cx="4664799" cy="2123658"/>
          </a:xfrm>
          <a:prstGeom prst="rect">
            <a:avLst/>
          </a:prstGeom>
        </p:spPr>
      </p:pic>
      <p:sp>
        <p:nvSpPr>
          <p:cNvPr id="12" name="Slide Number Placeholder 3">
            <a:extLst>
              <a:ext uri="{FF2B5EF4-FFF2-40B4-BE49-F238E27FC236}">
                <a16:creationId xmlns:a16="http://schemas.microsoft.com/office/drawing/2014/main" id="{FB0BA115-6981-4E0A-A7BD-61AB582E71D3}"/>
              </a:ext>
            </a:extLst>
          </p:cNvPr>
          <p:cNvSpPr txBox="1">
            <a:spLocks/>
          </p:cNvSpPr>
          <p:nvPr/>
        </p:nvSpPr>
        <p:spPr>
          <a:xfrm>
            <a:off x="11782158" y="6369585"/>
            <a:ext cx="350400" cy="338514"/>
          </a:xfrm>
          <a:prstGeom prst="rect">
            <a:avLst/>
          </a:prstGeom>
          <a:noFill/>
          <a:ln>
            <a:noFill/>
          </a:ln>
        </p:spPr>
        <p:txBody>
          <a:bodyPr spcFirstLastPara="1" wrap="square" lIns="45700" tIns="45700" rIns="45700" bIns="45700" anchor="ctr" anchorCtr="0">
            <a:spAutoFit/>
          </a:bodyPr>
          <a:lstStyle>
            <a:defPPr>
              <a:defRPr lang="en-US"/>
            </a:defPPr>
            <a:lvl1pPr marL="0" marR="0" lvl="0"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1pPr>
            <a:lvl2pPr marL="0" marR="0" lvl="1"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2pPr>
            <a:lvl3pPr marL="0" marR="0" lvl="2"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3pPr>
            <a:lvl4pPr marL="0" marR="0" lvl="3"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4pPr>
            <a:lvl5pPr marL="0" marR="0" lvl="4"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5pPr>
            <a:lvl6pPr marL="0" marR="0" lvl="5"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6pPr>
            <a:lvl7pPr marL="0" marR="0" lvl="6"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7pPr>
            <a:lvl8pPr marL="0" marR="0" lvl="7"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8pPr>
            <a:lvl9pPr marL="0" marR="0" lvl="8" indent="0" algn="r" defTabSz="914400" rtl="0" eaLnBrk="1" latinLnBrk="0" hangingPunct="1">
              <a:lnSpc>
                <a:spcPct val="100000"/>
              </a:lnSpc>
              <a:spcBef>
                <a:spcPts val="0"/>
              </a:spcBef>
              <a:spcAft>
                <a:spcPts val="0"/>
              </a:spcAft>
              <a:buClr>
                <a:srgbClr val="888888"/>
              </a:buClr>
              <a:buSzPts val="1200"/>
              <a:buFont typeface="Arial"/>
              <a:buNone/>
              <a:defRPr sz="1200" b="0" i="0" u="none" strike="noStrike" kern="1200" cap="none">
                <a:solidFill>
                  <a:srgbClr val="888888"/>
                </a:solidFill>
                <a:latin typeface="Arial"/>
                <a:ea typeface="Arial"/>
                <a:cs typeface="Arial"/>
                <a:sym typeface="Arial"/>
              </a:defRPr>
            </a:lvl9pPr>
          </a:lstStyle>
          <a:p>
            <a:fld id="{00000000-1234-1234-1234-123412341234}" type="slidenum">
              <a:rPr lang="fr-FR" sz="1600" b="1" smtClean="0"/>
              <a:pPr/>
              <a:t>22</a:t>
            </a:fld>
            <a:endParaRPr lang="fr-FR" sz="1600" b="1" dirty="0"/>
          </a:p>
        </p:txBody>
      </p:sp>
    </p:spTree>
    <p:extLst>
      <p:ext uri="{BB962C8B-B14F-4D97-AF65-F5344CB8AC3E}">
        <p14:creationId xmlns:p14="http://schemas.microsoft.com/office/powerpoint/2010/main" val="3246245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re 2">
            <a:extLst>
              <a:ext uri="{FF2B5EF4-FFF2-40B4-BE49-F238E27FC236}">
                <a16:creationId xmlns:a16="http://schemas.microsoft.com/office/drawing/2014/main" id="{CCD3298C-6005-4F7D-91E2-F1F837E33E67}"/>
              </a:ext>
            </a:extLst>
          </p:cNvPr>
          <p:cNvSpPr txBox="1">
            <a:spLocks/>
          </p:cNvSpPr>
          <p:nvPr/>
        </p:nvSpPr>
        <p:spPr>
          <a:xfrm>
            <a:off x="1335173" y="32855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bg2">
                    <a:lumMod val="50000"/>
                  </a:schemeClr>
                </a:solidFill>
                <a:latin typeface="Calibri" panose="020F0502020204030204" pitchFamily="34" charset="0"/>
                <a:cs typeface="Calibri" panose="020F0502020204030204" pitchFamily="34" charset="0"/>
              </a:rPr>
              <a:t>Longueur de préfixe</a:t>
            </a:r>
            <a:endParaRPr lang="fr-FR" sz="2600" b="1" i="1" dirty="0">
              <a:solidFill>
                <a:schemeClr val="bg2">
                  <a:lumMod val="50000"/>
                </a:schemeClr>
              </a:solidFill>
              <a:latin typeface="Calibri" panose="020F0502020204030204" pitchFamily="34" charset="0"/>
              <a:cs typeface="Calibri" panose="020F0502020204030204" pitchFamily="34" charset="0"/>
            </a:endParaRPr>
          </a:p>
        </p:txBody>
      </p:sp>
      <p:sp>
        <p:nvSpPr>
          <p:cNvPr id="6" name="Espace réservé du contenu 2">
            <a:extLst>
              <a:ext uri="{FF2B5EF4-FFF2-40B4-BE49-F238E27FC236}">
                <a16:creationId xmlns:a16="http://schemas.microsoft.com/office/drawing/2014/main" id="{90D9C74B-4FE4-4468-866E-8080E8D68451}"/>
              </a:ext>
            </a:extLst>
          </p:cNvPr>
          <p:cNvSpPr txBox="1">
            <a:spLocks/>
          </p:cNvSpPr>
          <p:nvPr/>
        </p:nvSpPr>
        <p:spPr>
          <a:xfrm>
            <a:off x="247337" y="1873751"/>
            <a:ext cx="4150895" cy="4351338"/>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algn="just"/>
            <a:r>
              <a:rPr lang="fr-FR" sz="2200" kern="0" dirty="0">
                <a:latin typeface="Calibri" panose="020F0502020204030204" pitchFamily="34" charset="0"/>
                <a:cs typeface="Calibri" panose="020F0502020204030204" pitchFamily="34" charset="0"/>
              </a:rPr>
              <a:t>Il existe une méthode plus rapide d'identification du masque de sous-réseau, appelée la </a:t>
            </a:r>
            <a:r>
              <a:rPr lang="fr-FR" sz="2200" b="1" kern="0" dirty="0">
                <a:solidFill>
                  <a:srgbClr val="C00000"/>
                </a:solidFill>
                <a:latin typeface="Calibri" panose="020F0502020204030204" pitchFamily="34" charset="0"/>
                <a:cs typeface="Calibri" panose="020F0502020204030204" pitchFamily="34" charset="0"/>
              </a:rPr>
              <a:t>longueur de préfixe</a:t>
            </a:r>
            <a:r>
              <a:rPr lang="fr-FR" sz="2200" kern="0" dirty="0">
                <a:latin typeface="Calibri" panose="020F0502020204030204" pitchFamily="34" charset="0"/>
                <a:cs typeface="Calibri" panose="020F0502020204030204" pitchFamily="34" charset="0"/>
              </a:rPr>
              <a:t>.</a:t>
            </a:r>
          </a:p>
          <a:p>
            <a:pPr algn="just"/>
            <a:r>
              <a:rPr lang="fr-FR" sz="2200" kern="0" dirty="0">
                <a:latin typeface="Calibri" panose="020F0502020204030204" pitchFamily="34" charset="0"/>
                <a:cs typeface="Calibri" panose="020F0502020204030204" pitchFamily="34" charset="0"/>
              </a:rPr>
              <a:t>La longueur de préfixe correspond au nombre de bits définis sur 1 dans le masque de sous-réseau. </a:t>
            </a:r>
          </a:p>
          <a:p>
            <a:pPr algn="just"/>
            <a:r>
              <a:rPr lang="fr-FR" sz="2200" kern="0" dirty="0">
                <a:latin typeface="Calibri" panose="020F0502020204030204" pitchFamily="34" charset="0"/>
                <a:cs typeface="Calibri" panose="020F0502020204030204" pitchFamily="34" charset="0"/>
              </a:rPr>
              <a:t>  Elle est notée au moyen de la « notation de barre oblique », soit le signe « / ».</a:t>
            </a:r>
          </a:p>
          <a:p>
            <a:pPr algn="just"/>
            <a:endParaRPr lang="en-US" sz="2200" kern="0" dirty="0">
              <a:latin typeface="Calibri" panose="020F0502020204030204" pitchFamily="34" charset="0"/>
              <a:cs typeface="Calibri" panose="020F0502020204030204" pitchFamily="34" charset="0"/>
            </a:endParaRPr>
          </a:p>
        </p:txBody>
      </p:sp>
      <p:pic>
        <p:nvPicPr>
          <p:cNvPr id="7" name="Picture 2">
            <a:extLst>
              <a:ext uri="{FF2B5EF4-FFF2-40B4-BE49-F238E27FC236}">
                <a16:creationId xmlns:a16="http://schemas.microsoft.com/office/drawing/2014/main" id="{DB9E6D5F-8DF1-48C9-A87E-98E24D1135D7}"/>
              </a:ext>
            </a:extLst>
          </p:cNvPr>
          <p:cNvPicPr>
            <a:picLocks noChangeAspect="1" noChangeArrowheads="1"/>
          </p:cNvPicPr>
          <p:nvPr/>
        </p:nvPicPr>
        <p:blipFill>
          <a:blip r:embed="rId3"/>
          <a:srcRect/>
          <a:stretch>
            <a:fillRect/>
          </a:stretch>
        </p:blipFill>
        <p:spPr bwMode="auto">
          <a:xfrm>
            <a:off x="4546689" y="2035078"/>
            <a:ext cx="7645311" cy="3724037"/>
          </a:xfrm>
          <a:prstGeom prst="rect">
            <a:avLst/>
          </a:prstGeom>
          <a:noFill/>
          <a:ln w="9525">
            <a:noFill/>
            <a:miter lim="800000"/>
            <a:headEnd/>
            <a:tailEnd/>
          </a:ln>
          <a:effectLst/>
        </p:spPr>
      </p:pic>
      <p:sp>
        <p:nvSpPr>
          <p:cNvPr id="5" name="Slide Number Placeholder 3">
            <a:extLst>
              <a:ext uri="{FF2B5EF4-FFF2-40B4-BE49-F238E27FC236}">
                <a16:creationId xmlns:a16="http://schemas.microsoft.com/office/drawing/2014/main" id="{F9A31CED-3E38-4DAF-8971-4321759CF247}"/>
              </a:ext>
            </a:extLst>
          </p:cNvPr>
          <p:cNvSpPr>
            <a:spLocks noGrp="1"/>
          </p:cNvSpPr>
          <p:nvPr>
            <p:ph type="sldNum" idx="12"/>
          </p:nvPr>
        </p:nvSpPr>
        <p:spPr>
          <a:xfrm>
            <a:off x="11841600" y="6273265"/>
            <a:ext cx="350400" cy="584735"/>
          </a:xfrm>
        </p:spPr>
        <p:txBody>
          <a:bodyPr/>
          <a:lstStyle/>
          <a:p>
            <a:fld id="{00000000-1234-1234-1234-123412341234}" type="slidenum">
              <a:rPr lang="fr-FR" smtClean="0"/>
              <a:pPr/>
              <a:t>23</a:t>
            </a:fld>
            <a:endParaRPr lang="fr-FR" dirty="0"/>
          </a:p>
        </p:txBody>
      </p:sp>
    </p:spTree>
    <p:extLst>
      <p:ext uri="{BB962C8B-B14F-4D97-AF65-F5344CB8AC3E}">
        <p14:creationId xmlns:p14="http://schemas.microsoft.com/office/powerpoint/2010/main" val="2183946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4768B5-6C10-48C2-8D5F-46DBFC375421}"/>
              </a:ext>
            </a:extLst>
          </p:cNvPr>
          <p:cNvSpPr>
            <a:spLocks noGrp="1"/>
          </p:cNvSpPr>
          <p:nvPr>
            <p:ph type="sldNum" sz="quarter" idx="12"/>
          </p:nvPr>
        </p:nvSpPr>
        <p:spPr>
          <a:xfrm>
            <a:off x="11839770" y="6246498"/>
            <a:ext cx="350400" cy="584735"/>
          </a:xfrm>
        </p:spPr>
        <p:txBody>
          <a:bodyPr/>
          <a:lstStyle/>
          <a:p>
            <a:fld id="{194EA0E9-6AA5-4C72-ADD8-CBD3FCBC5038}" type="slidenum">
              <a:rPr lang="fr-FR" smtClean="0"/>
              <a:pPr/>
              <a:t>24</a:t>
            </a:fld>
            <a:endParaRPr lang="fr-FR" dirty="0"/>
          </a:p>
        </p:txBody>
      </p:sp>
      <p:sp>
        <p:nvSpPr>
          <p:cNvPr id="7" name="Titre 2">
            <a:extLst>
              <a:ext uri="{FF2B5EF4-FFF2-40B4-BE49-F238E27FC236}">
                <a16:creationId xmlns:a16="http://schemas.microsoft.com/office/drawing/2014/main" id="{94B5D1E4-AA51-4EE9-920F-406A89800483}"/>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Adresse Réseau</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4BB4D3B-F3EF-4218-98B2-E6F8E64B2460}"/>
              </a:ext>
            </a:extLst>
          </p:cNvPr>
          <p:cNvPicPr>
            <a:picLocks noChangeAspect="1"/>
          </p:cNvPicPr>
          <p:nvPr/>
        </p:nvPicPr>
        <p:blipFill>
          <a:blip r:embed="rId2"/>
          <a:stretch>
            <a:fillRect/>
          </a:stretch>
        </p:blipFill>
        <p:spPr>
          <a:xfrm>
            <a:off x="0" y="5393721"/>
            <a:ext cx="7019925" cy="971550"/>
          </a:xfrm>
          <a:prstGeom prst="rect">
            <a:avLst/>
          </a:prstGeom>
        </p:spPr>
      </p:pic>
      <p:pic>
        <p:nvPicPr>
          <p:cNvPr id="13" name="Picture 12">
            <a:extLst>
              <a:ext uri="{FF2B5EF4-FFF2-40B4-BE49-F238E27FC236}">
                <a16:creationId xmlns:a16="http://schemas.microsoft.com/office/drawing/2014/main" id="{BF6F0724-3DF1-4A79-BF04-EEDD7DB726FB}"/>
              </a:ext>
            </a:extLst>
          </p:cNvPr>
          <p:cNvPicPr>
            <a:picLocks noChangeAspect="1"/>
          </p:cNvPicPr>
          <p:nvPr/>
        </p:nvPicPr>
        <p:blipFill>
          <a:blip r:embed="rId3"/>
          <a:stretch>
            <a:fillRect/>
          </a:stretch>
        </p:blipFill>
        <p:spPr>
          <a:xfrm>
            <a:off x="631575" y="2026431"/>
            <a:ext cx="4295775" cy="3219137"/>
          </a:xfrm>
          <a:prstGeom prst="rect">
            <a:avLst/>
          </a:prstGeom>
        </p:spPr>
      </p:pic>
      <p:sp>
        <p:nvSpPr>
          <p:cNvPr id="17" name="TextBox 16">
            <a:extLst>
              <a:ext uri="{FF2B5EF4-FFF2-40B4-BE49-F238E27FC236}">
                <a16:creationId xmlns:a16="http://schemas.microsoft.com/office/drawing/2014/main" id="{5C1806EE-2AB3-4A38-938E-9470EEE65BD7}"/>
              </a:ext>
            </a:extLst>
          </p:cNvPr>
          <p:cNvSpPr txBox="1"/>
          <p:nvPr/>
        </p:nvSpPr>
        <p:spPr>
          <a:xfrm>
            <a:off x="1310690" y="1294991"/>
            <a:ext cx="10881310" cy="430887"/>
          </a:xfrm>
          <a:prstGeom prst="rect">
            <a:avLst/>
          </a:prstGeom>
          <a:noFill/>
        </p:spPr>
        <p:txBody>
          <a:bodyPr wrap="square">
            <a:spAutoFit/>
          </a:bodyPr>
          <a:lstStyle/>
          <a:p>
            <a:pPr algn="l"/>
            <a:r>
              <a:rPr lang="fr-FR" sz="2200" b="1" dirty="0">
                <a:solidFill>
                  <a:srgbClr val="C00000"/>
                </a:solidFill>
                <a:effectLst/>
                <a:latin typeface="Calibri" panose="020F0502020204030204" pitchFamily="34" charset="0"/>
                <a:cs typeface="Calibri" panose="020F0502020204030204" pitchFamily="34" charset="0"/>
              </a:rPr>
              <a:t>Une adresse réseau </a:t>
            </a:r>
            <a:r>
              <a:rPr lang="fr-FR" sz="2200" dirty="0">
                <a:effectLst/>
                <a:latin typeface="Calibri" panose="020F0502020204030204" pitchFamily="34" charset="0"/>
                <a:cs typeface="Calibri" panose="020F0502020204030204" pitchFamily="34" charset="0"/>
              </a:rPr>
              <a:t>est une adresse qui représente un réseau spécifique. </a:t>
            </a:r>
          </a:p>
        </p:txBody>
      </p:sp>
      <p:sp>
        <p:nvSpPr>
          <p:cNvPr id="19" name="TextBox 18">
            <a:extLst>
              <a:ext uri="{FF2B5EF4-FFF2-40B4-BE49-F238E27FC236}">
                <a16:creationId xmlns:a16="http://schemas.microsoft.com/office/drawing/2014/main" id="{AA594A21-A00D-431F-9BF5-E8125E0BBB8C}"/>
              </a:ext>
            </a:extLst>
          </p:cNvPr>
          <p:cNvSpPr txBox="1"/>
          <p:nvPr/>
        </p:nvSpPr>
        <p:spPr>
          <a:xfrm>
            <a:off x="6576931" y="1807867"/>
            <a:ext cx="5464425" cy="4770537"/>
          </a:xfrm>
          <a:prstGeom prst="rect">
            <a:avLst/>
          </a:prstGeom>
          <a:noFill/>
        </p:spPr>
        <p:txBody>
          <a:bodyPr wrap="square">
            <a:spAutoFit/>
          </a:bodyPr>
          <a:lstStyle/>
          <a:p>
            <a:pPr algn="just"/>
            <a:r>
              <a:rPr lang="fr-FR" sz="2200" b="0" i="0" dirty="0">
                <a:effectLst/>
                <a:latin typeface="Calibri" panose="020F0502020204030204" pitchFamily="34" charset="0"/>
                <a:cs typeface="Calibri" panose="020F0502020204030204" pitchFamily="34" charset="0"/>
              </a:rPr>
              <a:t>Un périphérique appartient à ce réseau s'il répond à trois critères :</a:t>
            </a:r>
          </a:p>
          <a:p>
            <a:pPr algn="just"/>
            <a:endParaRPr lang="fr-FR" sz="2200" b="0" i="0" dirty="0">
              <a:effectLst/>
              <a:latin typeface="Calibri" panose="020F0502020204030204" pitchFamily="34" charset="0"/>
              <a:cs typeface="Calibri" panose="020F0502020204030204" pitchFamily="34" charset="0"/>
            </a:endParaRPr>
          </a:p>
          <a:p>
            <a:pPr lvl="1" algn="just"/>
            <a:r>
              <a:rPr lang="fr-FR" sz="2200" b="0" i="0" dirty="0">
                <a:effectLst/>
                <a:latin typeface="Calibri" panose="020F0502020204030204" pitchFamily="34" charset="0"/>
                <a:cs typeface="Calibri" panose="020F0502020204030204" pitchFamily="34" charset="0"/>
              </a:rPr>
              <a:t>Il a le même masque de sous-réseau que l'adresse du réseau.</a:t>
            </a:r>
          </a:p>
          <a:p>
            <a:pPr lvl="1" algn="just"/>
            <a:endParaRPr lang="fr-FR" sz="2200" b="0" i="0" dirty="0">
              <a:effectLst/>
              <a:latin typeface="Calibri" panose="020F0502020204030204" pitchFamily="34" charset="0"/>
              <a:cs typeface="Calibri" panose="020F0502020204030204" pitchFamily="34" charset="0"/>
            </a:endParaRPr>
          </a:p>
          <a:p>
            <a:pPr lvl="1" algn="just"/>
            <a:r>
              <a:rPr lang="fr-FR" sz="2200" b="0" i="0" dirty="0">
                <a:effectLst/>
                <a:latin typeface="Calibri" panose="020F0502020204030204" pitchFamily="34" charset="0"/>
                <a:cs typeface="Calibri" panose="020F0502020204030204" pitchFamily="34" charset="0"/>
              </a:rPr>
              <a:t>Il a les mêmes bits réseau que l'adresse réseau, comme indiqué par le masque de sous-réseau.</a:t>
            </a:r>
          </a:p>
          <a:p>
            <a:pPr lvl="1" algn="just"/>
            <a:endParaRPr lang="fr-FR" sz="2200" b="0" i="0" dirty="0">
              <a:effectLst/>
              <a:latin typeface="Calibri" panose="020F0502020204030204" pitchFamily="34" charset="0"/>
              <a:cs typeface="Calibri" panose="020F0502020204030204" pitchFamily="34" charset="0"/>
            </a:endParaRPr>
          </a:p>
          <a:p>
            <a:pPr lvl="1" algn="just"/>
            <a:r>
              <a:rPr lang="fr-FR" sz="2200" b="0" i="0" dirty="0">
                <a:effectLst/>
                <a:latin typeface="Calibri" panose="020F0502020204030204" pitchFamily="34" charset="0"/>
                <a:cs typeface="Calibri" panose="020F0502020204030204" pitchFamily="34" charset="0"/>
              </a:rPr>
              <a:t>Il est situé sur le même domaine de diffusion que les autres hôtes ayant la même adresse réseau.</a:t>
            </a:r>
          </a:p>
          <a:p>
            <a:pPr algn="l"/>
            <a:endParaRPr lang="fr-FR" sz="1800" b="0" i="0" dirty="0">
              <a:solidFill>
                <a:srgbClr val="58585B"/>
              </a:solidFill>
              <a:effectLst/>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5F51712-25C0-4219-A62D-9902A544E03F}"/>
              </a:ext>
            </a:extLst>
          </p:cNvPr>
          <p:cNvSpPr/>
          <p:nvPr/>
        </p:nvSpPr>
        <p:spPr>
          <a:xfrm>
            <a:off x="2964451" y="5393721"/>
            <a:ext cx="933781" cy="971550"/>
          </a:xfrm>
          <a:prstGeom prst="rect">
            <a:avLst/>
          </a:prstGeom>
          <a:solidFill>
            <a:schemeClr val="accent1">
              <a:alpha val="1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9" name="AutoShape 3">
            <a:extLst>
              <a:ext uri="{FF2B5EF4-FFF2-40B4-BE49-F238E27FC236}">
                <a16:creationId xmlns:a16="http://schemas.microsoft.com/office/drawing/2014/main" id="{16DA04AD-2D7E-4BF8-9D73-B1ADFD3E5833}"/>
              </a:ext>
            </a:extLst>
          </p:cNvPr>
          <p:cNvSpPr>
            <a:spLocks noChangeArrowheads="1"/>
          </p:cNvSpPr>
          <p:nvPr/>
        </p:nvSpPr>
        <p:spPr bwMode="auto">
          <a:xfrm rot="5400000">
            <a:off x="6871737" y="2914109"/>
            <a:ext cx="145891" cy="18606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0" name="AutoShape 3">
            <a:extLst>
              <a:ext uri="{FF2B5EF4-FFF2-40B4-BE49-F238E27FC236}">
                <a16:creationId xmlns:a16="http://schemas.microsoft.com/office/drawing/2014/main" id="{586C8F9C-EA1B-4583-80E9-572A8B35AFD9}"/>
              </a:ext>
            </a:extLst>
          </p:cNvPr>
          <p:cNvSpPr>
            <a:spLocks noChangeArrowheads="1"/>
          </p:cNvSpPr>
          <p:nvPr/>
        </p:nvSpPr>
        <p:spPr bwMode="auto">
          <a:xfrm rot="5400000">
            <a:off x="6863717" y="3932784"/>
            <a:ext cx="145891" cy="18606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2" name="AutoShape 3">
            <a:extLst>
              <a:ext uri="{FF2B5EF4-FFF2-40B4-BE49-F238E27FC236}">
                <a16:creationId xmlns:a16="http://schemas.microsoft.com/office/drawing/2014/main" id="{A3A5DFB0-1C41-469E-BB76-81D029074545}"/>
              </a:ext>
            </a:extLst>
          </p:cNvPr>
          <p:cNvSpPr>
            <a:spLocks noChangeArrowheads="1"/>
          </p:cNvSpPr>
          <p:nvPr/>
        </p:nvSpPr>
        <p:spPr bwMode="auto">
          <a:xfrm rot="5400000">
            <a:off x="6895801" y="5296354"/>
            <a:ext cx="145891" cy="18606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50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8F3BFA-1628-4DD0-838E-F1BD8DBEF4C6}"/>
              </a:ext>
            </a:extLst>
          </p:cNvPr>
          <p:cNvSpPr>
            <a:spLocks noGrp="1"/>
          </p:cNvSpPr>
          <p:nvPr>
            <p:ph type="sldNum" idx="12"/>
          </p:nvPr>
        </p:nvSpPr>
        <p:spPr>
          <a:xfrm>
            <a:off x="11834731" y="6246498"/>
            <a:ext cx="350400" cy="584735"/>
          </a:xfrm>
        </p:spPr>
        <p:txBody>
          <a:bodyPr/>
          <a:lstStyle/>
          <a:p>
            <a:fld id="{00000000-1234-1234-1234-123412341234}" type="slidenum">
              <a:rPr lang="fr-FR" smtClean="0"/>
              <a:pPr/>
              <a:t>25</a:t>
            </a:fld>
            <a:endParaRPr lang="fr-FR" dirty="0"/>
          </a:p>
        </p:txBody>
      </p:sp>
      <p:sp>
        <p:nvSpPr>
          <p:cNvPr id="5" name="Titre 2">
            <a:extLst>
              <a:ext uri="{FF2B5EF4-FFF2-40B4-BE49-F238E27FC236}">
                <a16:creationId xmlns:a16="http://schemas.microsoft.com/office/drawing/2014/main" id="{8A25EAAC-181B-44EE-8910-AC522CC80C0D}"/>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Adresse Réseau</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pic>
        <p:nvPicPr>
          <p:cNvPr id="7170" name="Picture 2">
            <a:extLst>
              <a:ext uri="{FF2B5EF4-FFF2-40B4-BE49-F238E27FC236}">
                <a16:creationId xmlns:a16="http://schemas.microsoft.com/office/drawing/2014/main" id="{C446067E-6391-46DE-952B-5FAB5820B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299137"/>
            <a:ext cx="5334000" cy="334327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97D1610-9B9E-4B5D-983A-81B1AD3E46E8}"/>
              </a:ext>
            </a:extLst>
          </p:cNvPr>
          <p:cNvSpPr txBox="1"/>
          <p:nvPr/>
        </p:nvSpPr>
        <p:spPr>
          <a:xfrm>
            <a:off x="818147" y="1573765"/>
            <a:ext cx="5974528" cy="2400657"/>
          </a:xfrm>
          <a:prstGeom prst="rect">
            <a:avLst/>
          </a:prstGeom>
          <a:noFill/>
        </p:spPr>
        <p:txBody>
          <a:bodyPr wrap="square">
            <a:spAutoFit/>
          </a:bodyPr>
          <a:lstStyle/>
          <a:p>
            <a:pPr algn="just"/>
            <a:r>
              <a:rPr lang="fr-FR" sz="2200" b="0" i="0" dirty="0">
                <a:solidFill>
                  <a:srgbClr val="333333"/>
                </a:solidFill>
                <a:effectLst/>
                <a:latin typeface="Calibri" panose="020F0502020204030204" pitchFamily="34" charset="0"/>
                <a:cs typeface="Calibri" panose="020F0502020204030204" pitchFamily="34" charset="0"/>
              </a:rPr>
              <a:t>Le </a:t>
            </a:r>
            <a:r>
              <a:rPr lang="fr-FR" sz="2200" b="1" i="1" dirty="0">
                <a:solidFill>
                  <a:srgbClr val="333333"/>
                </a:solidFill>
                <a:effectLst/>
                <a:latin typeface="Calibri" panose="020F0502020204030204" pitchFamily="34" charset="0"/>
                <a:cs typeface="Calibri" panose="020F0502020204030204" pitchFamily="34" charset="0"/>
              </a:rPr>
              <a:t>net id</a:t>
            </a:r>
            <a:r>
              <a:rPr lang="fr-FR" sz="2200" b="0" i="0" dirty="0">
                <a:solidFill>
                  <a:srgbClr val="333333"/>
                </a:solidFill>
                <a:effectLst/>
                <a:latin typeface="Calibri" panose="020F0502020204030204" pitchFamily="34" charset="0"/>
                <a:cs typeface="Calibri" panose="020F0502020204030204" pitchFamily="34" charset="0"/>
              </a:rPr>
              <a:t>  </a:t>
            </a:r>
            <a:r>
              <a:rPr lang="fr-FR" sz="2200" b="0" i="0" dirty="0">
                <a:effectLst/>
                <a:latin typeface="Calibri" panose="020F0502020204030204" pitchFamily="34" charset="0"/>
                <a:cs typeface="Calibri" panose="020F0502020204030204" pitchFamily="34" charset="0"/>
              </a:rPr>
              <a:t>permet de déterminer à quel réseau appartient l'adresse, c'est à dire avec quelles autres machines elle peut directement communiquer . </a:t>
            </a:r>
          </a:p>
          <a:p>
            <a:pPr marL="285750" indent="-285750" algn="just">
              <a:buFont typeface="Wingdings" panose="05000000000000000000" pitchFamily="2" charset="2"/>
              <a:buChar char="§"/>
            </a:pPr>
            <a:endParaRPr lang="fr-FR" dirty="0">
              <a:solidFill>
                <a:srgbClr val="333333"/>
              </a:solidFill>
              <a:latin typeface="Calibri" panose="020F0502020204030204" pitchFamily="34" charset="0"/>
              <a:cs typeface="Calibri" panose="020F0502020204030204" pitchFamily="34" charset="0"/>
            </a:endParaRPr>
          </a:p>
          <a:p>
            <a:pPr algn="just"/>
            <a:r>
              <a:rPr lang="fr-FR" sz="2200" b="0" i="0" dirty="0">
                <a:effectLst/>
                <a:latin typeface="Calibri" panose="020F0502020204030204" pitchFamily="34" charset="0"/>
                <a:cs typeface="Calibri" panose="020F0502020204030204" pitchFamily="34" charset="0"/>
              </a:rPr>
              <a:t>On détermine le </a:t>
            </a:r>
            <a:r>
              <a:rPr lang="fr-FR" sz="2200" b="1" i="1" dirty="0">
                <a:solidFill>
                  <a:srgbClr val="333333"/>
                </a:solidFill>
                <a:effectLst/>
                <a:latin typeface="Calibri" panose="020F0502020204030204" pitchFamily="34" charset="0"/>
                <a:cs typeface="Calibri" panose="020F0502020204030204" pitchFamily="34" charset="0"/>
              </a:rPr>
              <a:t>net id</a:t>
            </a:r>
            <a:r>
              <a:rPr lang="fr-FR" sz="2200" b="0" i="0" dirty="0">
                <a:solidFill>
                  <a:srgbClr val="333333"/>
                </a:solidFill>
                <a:effectLst/>
                <a:latin typeface="Calibri" panose="020F0502020204030204" pitchFamily="34" charset="0"/>
                <a:cs typeface="Calibri" panose="020F0502020204030204" pitchFamily="34" charset="0"/>
              </a:rPr>
              <a:t> </a:t>
            </a:r>
            <a:r>
              <a:rPr lang="fr-FR" sz="2200" b="0" i="0" dirty="0">
                <a:effectLst/>
                <a:latin typeface="Calibri" panose="020F0502020204030204" pitchFamily="34" charset="0"/>
                <a:cs typeface="Calibri" panose="020F0502020204030204" pitchFamily="34" charset="0"/>
              </a:rPr>
              <a:t>d'une adresse à l'aide d'une opération appelée</a:t>
            </a:r>
            <a:r>
              <a:rPr lang="fr-FR" sz="2200" b="0" i="0" dirty="0">
                <a:solidFill>
                  <a:srgbClr val="333333"/>
                </a:solidFill>
                <a:effectLst/>
                <a:latin typeface="Calibri" panose="020F0502020204030204" pitchFamily="34" charset="0"/>
                <a:cs typeface="Calibri" panose="020F0502020204030204" pitchFamily="34" charset="0"/>
              </a:rPr>
              <a:t> </a:t>
            </a:r>
            <a:r>
              <a:rPr lang="fr-FR" sz="2200" b="1" i="0" dirty="0">
                <a:solidFill>
                  <a:schemeClr val="accent5">
                    <a:lumMod val="75000"/>
                  </a:schemeClr>
                </a:solidFill>
                <a:effectLst/>
                <a:latin typeface="Calibri" panose="020F0502020204030204" pitchFamily="34" charset="0"/>
                <a:cs typeface="Calibri" panose="020F0502020204030204" pitchFamily="34" charset="0"/>
              </a:rPr>
              <a:t>ET logique</a:t>
            </a:r>
            <a:r>
              <a:rPr lang="fr-FR" sz="2200" b="0" i="0" dirty="0">
                <a:solidFill>
                  <a:srgbClr val="333333"/>
                </a:solidFill>
                <a:effectLst/>
                <a:latin typeface="Calibri" panose="020F0502020204030204" pitchFamily="34" charset="0"/>
                <a:cs typeface="Calibri" panose="020F0502020204030204" pitchFamily="34" charset="0"/>
              </a:rPr>
              <a:t>. </a:t>
            </a:r>
          </a:p>
        </p:txBody>
      </p:sp>
      <p:pic>
        <p:nvPicPr>
          <p:cNvPr id="17" name="Picture 16">
            <a:extLst>
              <a:ext uri="{FF2B5EF4-FFF2-40B4-BE49-F238E27FC236}">
                <a16:creationId xmlns:a16="http://schemas.microsoft.com/office/drawing/2014/main" id="{9C207E62-AF8D-4D61-9933-385D277482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0038" y="3631481"/>
            <a:ext cx="1467853" cy="1474744"/>
          </a:xfrm>
          <a:prstGeom prst="rect">
            <a:avLst/>
          </a:prstGeom>
        </p:spPr>
      </p:pic>
      <p:sp>
        <p:nvSpPr>
          <p:cNvPr id="18" name="Rectangle 17">
            <a:extLst>
              <a:ext uri="{FF2B5EF4-FFF2-40B4-BE49-F238E27FC236}">
                <a16:creationId xmlns:a16="http://schemas.microsoft.com/office/drawing/2014/main" id="{F45FBE88-8530-40A4-AB79-5C4AB181DC15}"/>
              </a:ext>
            </a:extLst>
          </p:cNvPr>
          <p:cNvSpPr/>
          <p:nvPr/>
        </p:nvSpPr>
        <p:spPr>
          <a:xfrm>
            <a:off x="6847465" y="1244978"/>
            <a:ext cx="2490537" cy="3397433"/>
          </a:xfrm>
          <a:prstGeom prst="rect">
            <a:avLst/>
          </a:prstGeom>
          <a:solidFill>
            <a:schemeClr val="accent1">
              <a:alpha val="1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9" name="Oval 18">
            <a:extLst>
              <a:ext uri="{FF2B5EF4-FFF2-40B4-BE49-F238E27FC236}">
                <a16:creationId xmlns:a16="http://schemas.microsoft.com/office/drawing/2014/main" id="{7394C090-4443-47BA-AC38-88E6D2F43BFC}"/>
              </a:ext>
            </a:extLst>
          </p:cNvPr>
          <p:cNvSpPr/>
          <p:nvPr/>
        </p:nvSpPr>
        <p:spPr>
          <a:xfrm>
            <a:off x="6028239" y="4799550"/>
            <a:ext cx="419987" cy="306676"/>
          </a:xfrm>
          <a:prstGeom prst="ellipse">
            <a:avLst/>
          </a:prstGeom>
          <a:solidFill>
            <a:srgbClr val="F43C4E">
              <a:alpha val="14000"/>
            </a:srgb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pic>
        <p:nvPicPr>
          <p:cNvPr id="25" name="Picture 6" descr=" le sous-réseautage et le masque de sous-réseau">
            <a:extLst>
              <a:ext uri="{FF2B5EF4-FFF2-40B4-BE49-F238E27FC236}">
                <a16:creationId xmlns:a16="http://schemas.microsoft.com/office/drawing/2014/main" id="{82DE37F8-4BBE-40DD-8A4F-D6EB7BC42A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4233" y="5580664"/>
            <a:ext cx="2490537" cy="133166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a:extLst>
              <a:ext uri="{FF2B5EF4-FFF2-40B4-BE49-F238E27FC236}">
                <a16:creationId xmlns:a16="http://schemas.microsoft.com/office/drawing/2014/main" id="{02104A43-7688-4581-BA75-840B67736F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711" y="4955851"/>
            <a:ext cx="4106779" cy="8960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0F831654-959A-404B-8B20-22B68BC57B7C}"/>
              </a:ext>
            </a:extLst>
          </p:cNvPr>
          <p:cNvPicPr>
            <a:picLocks noChangeAspect="1"/>
          </p:cNvPicPr>
          <p:nvPr/>
        </p:nvPicPr>
        <p:blipFill>
          <a:blip r:embed="rId7"/>
          <a:stretch>
            <a:fillRect/>
          </a:stretch>
        </p:blipFill>
        <p:spPr>
          <a:xfrm>
            <a:off x="2241079" y="3907210"/>
            <a:ext cx="1409699" cy="974932"/>
          </a:xfrm>
          <a:prstGeom prst="rect">
            <a:avLst/>
          </a:prstGeom>
        </p:spPr>
      </p:pic>
      <p:pic>
        <p:nvPicPr>
          <p:cNvPr id="29" name="Graphic 28" descr="Line arrow Slight curve">
            <a:extLst>
              <a:ext uri="{FF2B5EF4-FFF2-40B4-BE49-F238E27FC236}">
                <a16:creationId xmlns:a16="http://schemas.microsoft.com/office/drawing/2014/main" id="{0787F01D-4A95-49A5-8F22-6634ABCD074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0765973">
            <a:off x="4865562" y="6155597"/>
            <a:ext cx="1605855" cy="914400"/>
          </a:xfrm>
          <a:prstGeom prst="rect">
            <a:avLst/>
          </a:prstGeom>
        </p:spPr>
      </p:pic>
      <p:pic>
        <p:nvPicPr>
          <p:cNvPr id="35" name="Graphic 34" descr="Line arrow Slight curve">
            <a:extLst>
              <a:ext uri="{FF2B5EF4-FFF2-40B4-BE49-F238E27FC236}">
                <a16:creationId xmlns:a16="http://schemas.microsoft.com/office/drawing/2014/main" id="{86C4ECAD-F4C6-4FBB-9FF0-1A3009C0D23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512491" flipV="1">
            <a:off x="4742200" y="5168516"/>
            <a:ext cx="1867250" cy="925155"/>
          </a:xfrm>
          <a:prstGeom prst="rect">
            <a:avLst/>
          </a:prstGeom>
        </p:spPr>
      </p:pic>
      <p:pic>
        <p:nvPicPr>
          <p:cNvPr id="31" name="Picture 30">
            <a:extLst>
              <a:ext uri="{FF2B5EF4-FFF2-40B4-BE49-F238E27FC236}">
                <a16:creationId xmlns:a16="http://schemas.microsoft.com/office/drawing/2014/main" id="{CB43E6DB-5B85-4D7A-BC6C-AB7B22A9C3AD}"/>
              </a:ext>
            </a:extLst>
          </p:cNvPr>
          <p:cNvPicPr>
            <a:picLocks noChangeAspect="1"/>
          </p:cNvPicPr>
          <p:nvPr/>
        </p:nvPicPr>
        <p:blipFill>
          <a:blip r:embed="rId12"/>
          <a:stretch>
            <a:fillRect/>
          </a:stretch>
        </p:blipFill>
        <p:spPr>
          <a:xfrm>
            <a:off x="8115300" y="5841953"/>
            <a:ext cx="1409700" cy="6381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9" name="TextBox 38">
            <a:extLst>
              <a:ext uri="{FF2B5EF4-FFF2-40B4-BE49-F238E27FC236}">
                <a16:creationId xmlns:a16="http://schemas.microsoft.com/office/drawing/2014/main" id="{94EE2CFD-53B9-4D1A-967E-E331D40C082C}"/>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Net-id</a:t>
            </a:r>
            <a:endParaRPr lang="fr-TN" sz="2600" dirty="0"/>
          </a:p>
        </p:txBody>
      </p:sp>
      <p:pic>
        <p:nvPicPr>
          <p:cNvPr id="37" name="Picture 36">
            <a:extLst>
              <a:ext uri="{FF2B5EF4-FFF2-40B4-BE49-F238E27FC236}">
                <a16:creationId xmlns:a16="http://schemas.microsoft.com/office/drawing/2014/main" id="{0B84E9AD-4BA1-46C6-A39D-4C5EC7FFB9BA}"/>
              </a:ext>
            </a:extLst>
          </p:cNvPr>
          <p:cNvPicPr>
            <a:picLocks noChangeAspect="1"/>
          </p:cNvPicPr>
          <p:nvPr/>
        </p:nvPicPr>
        <p:blipFill>
          <a:blip r:embed="rId13"/>
          <a:stretch>
            <a:fillRect/>
          </a:stretch>
        </p:blipFill>
        <p:spPr>
          <a:xfrm>
            <a:off x="6743323" y="5728208"/>
            <a:ext cx="1143000" cy="885825"/>
          </a:xfrm>
          <a:prstGeom prst="rect">
            <a:avLst/>
          </a:prstGeom>
        </p:spPr>
      </p:pic>
      <p:sp>
        <p:nvSpPr>
          <p:cNvPr id="20" name="AutoShape 3">
            <a:extLst>
              <a:ext uri="{FF2B5EF4-FFF2-40B4-BE49-F238E27FC236}">
                <a16:creationId xmlns:a16="http://schemas.microsoft.com/office/drawing/2014/main" id="{B0A1B6E3-8856-4E1C-9984-AEBEA925E77B}"/>
              </a:ext>
            </a:extLst>
          </p:cNvPr>
          <p:cNvSpPr>
            <a:spLocks noChangeArrowheads="1"/>
          </p:cNvSpPr>
          <p:nvPr/>
        </p:nvSpPr>
        <p:spPr bwMode="auto">
          <a:xfrm rot="5400000">
            <a:off x="514742" y="1710939"/>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21" name="AutoShape 3">
            <a:extLst>
              <a:ext uri="{FF2B5EF4-FFF2-40B4-BE49-F238E27FC236}">
                <a16:creationId xmlns:a16="http://schemas.microsoft.com/office/drawing/2014/main" id="{798A3F8F-2D6A-4022-8B8E-500D241CEE76}"/>
              </a:ext>
            </a:extLst>
          </p:cNvPr>
          <p:cNvSpPr>
            <a:spLocks noChangeArrowheads="1"/>
          </p:cNvSpPr>
          <p:nvPr/>
        </p:nvSpPr>
        <p:spPr bwMode="auto">
          <a:xfrm rot="5400000">
            <a:off x="583099" y="3325403"/>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391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1000"/>
                                        <p:tgtEl>
                                          <p:spTgt spid="35"/>
                                        </p:tgtEl>
                                      </p:cBhvr>
                                    </p:animEffect>
                                    <p:anim calcmode="lin" valueType="num">
                                      <p:cBhvr>
                                        <p:cTn id="27" dur="1000" fill="hold"/>
                                        <p:tgtEl>
                                          <p:spTgt spid="35"/>
                                        </p:tgtEl>
                                        <p:attrNameLst>
                                          <p:attrName>ppt_x</p:attrName>
                                        </p:attrNameLst>
                                      </p:cBhvr>
                                      <p:tavLst>
                                        <p:tav tm="0">
                                          <p:val>
                                            <p:strVal val="#ppt_x"/>
                                          </p:val>
                                        </p:tav>
                                        <p:tav tm="100000">
                                          <p:val>
                                            <p:strVal val="#ppt_x"/>
                                          </p:val>
                                        </p:tav>
                                      </p:tavLst>
                                    </p:anim>
                                    <p:anim calcmode="lin" valueType="num">
                                      <p:cBhvr>
                                        <p:cTn id="2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1000"/>
                                        <p:tgtEl>
                                          <p:spTgt spid="25"/>
                                        </p:tgtEl>
                                      </p:cBhvr>
                                    </p:animEffect>
                                    <p:anim calcmode="lin" valueType="num">
                                      <p:cBhvr>
                                        <p:cTn id="34" dur="1000" fill="hold"/>
                                        <p:tgtEl>
                                          <p:spTgt spid="25"/>
                                        </p:tgtEl>
                                        <p:attrNameLst>
                                          <p:attrName>ppt_x</p:attrName>
                                        </p:attrNameLst>
                                      </p:cBhvr>
                                      <p:tavLst>
                                        <p:tav tm="0">
                                          <p:val>
                                            <p:strVal val="#ppt_x"/>
                                          </p:val>
                                        </p:tav>
                                        <p:tav tm="100000">
                                          <p:val>
                                            <p:strVal val="#ppt_x"/>
                                          </p:val>
                                        </p:tav>
                                      </p:tavLst>
                                    </p:anim>
                                    <p:anim calcmode="lin" valueType="num">
                                      <p:cBhvr>
                                        <p:cTn id="35" dur="1000" fill="hold"/>
                                        <p:tgtEl>
                                          <p:spTgt spid="25"/>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barn(inVertical)">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barn(inVertical)">
                                      <p:cBhvr>
                                        <p:cTn id="5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17DC53-32E6-4847-ABD0-75E388520DB2}"/>
              </a:ext>
            </a:extLst>
          </p:cNvPr>
          <p:cNvSpPr>
            <a:spLocks noGrp="1"/>
          </p:cNvSpPr>
          <p:nvPr>
            <p:ph type="sldNum" idx="12"/>
          </p:nvPr>
        </p:nvSpPr>
        <p:spPr>
          <a:xfrm>
            <a:off x="11841600" y="6246497"/>
            <a:ext cx="350400" cy="584735"/>
          </a:xfrm>
        </p:spPr>
        <p:txBody>
          <a:bodyPr/>
          <a:lstStyle/>
          <a:p>
            <a:fld id="{00000000-1234-1234-1234-123412341234}" type="slidenum">
              <a:rPr lang="fr-FR" smtClean="0"/>
              <a:pPr/>
              <a:t>26</a:t>
            </a:fld>
            <a:endParaRPr lang="fr-FR" dirty="0"/>
          </a:p>
        </p:txBody>
      </p:sp>
      <p:sp>
        <p:nvSpPr>
          <p:cNvPr id="5" name="Titre 2">
            <a:extLst>
              <a:ext uri="{FF2B5EF4-FFF2-40B4-BE49-F238E27FC236}">
                <a16:creationId xmlns:a16="http://schemas.microsoft.com/office/drawing/2014/main" id="{3B2D8F3C-4603-42DE-B955-3EBF06A5DF8A}"/>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Adresse Réseau</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pic>
        <p:nvPicPr>
          <p:cNvPr id="6" name="Picture 2">
            <a:extLst>
              <a:ext uri="{FF2B5EF4-FFF2-40B4-BE49-F238E27FC236}">
                <a16:creationId xmlns:a16="http://schemas.microsoft.com/office/drawing/2014/main" id="{4D93456A-82E1-4880-A902-31DEFEEBC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237070"/>
            <a:ext cx="5334000" cy="3343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D26AB21-CC3A-4F6A-86C0-7F8EEA613140}"/>
              </a:ext>
            </a:extLst>
          </p:cNvPr>
          <p:cNvSpPr txBox="1"/>
          <p:nvPr/>
        </p:nvSpPr>
        <p:spPr>
          <a:xfrm>
            <a:off x="422528" y="1237070"/>
            <a:ext cx="6435472" cy="2246769"/>
          </a:xfrm>
          <a:prstGeom prst="rect">
            <a:avLst/>
          </a:prstGeom>
          <a:noFill/>
        </p:spPr>
        <p:txBody>
          <a:bodyPr wrap="square">
            <a:spAutoFit/>
          </a:bodyPr>
          <a:lstStyle/>
          <a:p>
            <a:pPr algn="just"/>
            <a:endParaRPr lang="fr-FR" sz="2000" dirty="0">
              <a:solidFill>
                <a:srgbClr val="333333"/>
              </a:solidFill>
              <a:latin typeface="Calibri" panose="020F0502020204030204" pitchFamily="34" charset="0"/>
              <a:cs typeface="Calibri" panose="020F0502020204030204" pitchFamily="34" charset="0"/>
            </a:endParaRPr>
          </a:p>
          <a:p>
            <a:pPr algn="just"/>
            <a:r>
              <a:rPr lang="fr-FR" sz="2000" b="0" i="0" dirty="0">
                <a:solidFill>
                  <a:srgbClr val="333333"/>
                </a:solidFill>
                <a:effectLst/>
                <a:latin typeface="Calibri" panose="020F0502020204030204" pitchFamily="34" charset="0"/>
                <a:cs typeface="Calibri" panose="020F0502020204030204" pitchFamily="34" charset="0"/>
              </a:rPr>
              <a:t>Le </a:t>
            </a:r>
            <a:r>
              <a:rPr lang="fr-FR" sz="2000" b="1" i="1" dirty="0">
                <a:solidFill>
                  <a:srgbClr val="333333"/>
                </a:solidFill>
                <a:effectLst/>
                <a:latin typeface="Calibri" panose="020F0502020204030204" pitchFamily="34" charset="0"/>
                <a:cs typeface="Calibri" panose="020F0502020204030204" pitchFamily="34" charset="0"/>
              </a:rPr>
              <a:t>host id</a:t>
            </a:r>
            <a:r>
              <a:rPr lang="fr-FR" sz="2000" b="0" i="0" dirty="0">
                <a:solidFill>
                  <a:srgbClr val="333333"/>
                </a:solidFill>
                <a:effectLst/>
                <a:latin typeface="Calibri" panose="020F0502020204030204" pitchFamily="34" charset="0"/>
                <a:cs typeface="Calibri" panose="020F0502020204030204" pitchFamily="34" charset="0"/>
              </a:rPr>
              <a:t> </a:t>
            </a:r>
            <a:r>
              <a:rPr lang="fr-FR" sz="2000" b="0" i="0" dirty="0">
                <a:effectLst/>
                <a:latin typeface="Calibri" panose="020F0502020204030204" pitchFamily="34" charset="0"/>
                <a:cs typeface="Calibri" panose="020F0502020204030204" pitchFamily="34" charset="0"/>
              </a:rPr>
              <a:t>permet d'identifier la machine dans un réseau:  c'est à dire qu'il différencie entre elles toutes les machines possédant le même </a:t>
            </a:r>
            <a:r>
              <a:rPr lang="fr-FR" sz="2000" b="1" i="1" dirty="0">
                <a:solidFill>
                  <a:srgbClr val="333333"/>
                </a:solidFill>
                <a:effectLst/>
                <a:latin typeface="Calibri" panose="020F0502020204030204" pitchFamily="34" charset="0"/>
                <a:cs typeface="Calibri" panose="020F0502020204030204" pitchFamily="34" charset="0"/>
              </a:rPr>
              <a:t>net id</a:t>
            </a:r>
            <a:r>
              <a:rPr lang="fr-FR" sz="2000" b="0" i="1" dirty="0">
                <a:solidFill>
                  <a:srgbClr val="333333"/>
                </a:solidFill>
                <a:effectLst/>
                <a:latin typeface="Calibri" panose="020F0502020204030204" pitchFamily="34" charset="0"/>
                <a:cs typeface="Calibri" panose="020F0502020204030204" pitchFamily="34" charset="0"/>
              </a:rPr>
              <a:t>. </a:t>
            </a:r>
          </a:p>
          <a:p>
            <a:pPr algn="just"/>
            <a:endParaRPr lang="fr-FR" sz="2000" b="0" i="0" dirty="0">
              <a:solidFill>
                <a:srgbClr val="333333"/>
              </a:solidFill>
              <a:effectLst/>
              <a:latin typeface="Calibri" panose="020F0502020204030204" pitchFamily="34" charset="0"/>
              <a:cs typeface="Calibri" panose="020F0502020204030204" pitchFamily="34" charset="0"/>
            </a:endParaRPr>
          </a:p>
          <a:p>
            <a:pPr algn="just"/>
            <a:r>
              <a:rPr lang="fr-FR" sz="2000" b="0" i="0" dirty="0">
                <a:solidFill>
                  <a:srgbClr val="333333"/>
                </a:solidFill>
                <a:effectLst/>
                <a:latin typeface="Calibri" panose="020F0502020204030204" pitchFamily="34" charset="0"/>
                <a:cs typeface="Calibri" panose="020F0502020204030204" pitchFamily="34" charset="0"/>
              </a:rPr>
              <a:t>Le </a:t>
            </a:r>
            <a:r>
              <a:rPr lang="fr-FR" sz="2000" b="1" i="1" dirty="0">
                <a:solidFill>
                  <a:srgbClr val="333333"/>
                </a:solidFill>
                <a:effectLst/>
                <a:latin typeface="Calibri" panose="020F0502020204030204" pitchFamily="34" charset="0"/>
                <a:cs typeface="Calibri" panose="020F0502020204030204" pitchFamily="34" charset="0"/>
              </a:rPr>
              <a:t>host id </a:t>
            </a:r>
            <a:r>
              <a:rPr lang="fr-FR" sz="2000" b="0" i="0" dirty="0">
                <a:effectLst/>
                <a:latin typeface="Calibri" panose="020F0502020204030204" pitchFamily="34" charset="0"/>
                <a:cs typeface="Calibri" panose="020F0502020204030204" pitchFamily="34" charset="0"/>
              </a:rPr>
              <a:t>se calcule également grâce au </a:t>
            </a:r>
            <a:r>
              <a:rPr lang="fr-FR" sz="2000" b="1" i="0" dirty="0">
                <a:solidFill>
                  <a:schemeClr val="accent5">
                    <a:lumMod val="75000"/>
                  </a:schemeClr>
                </a:solidFill>
                <a:effectLst/>
                <a:latin typeface="Calibri" panose="020F0502020204030204" pitchFamily="34" charset="0"/>
                <a:cs typeface="Calibri" panose="020F0502020204030204" pitchFamily="34" charset="0"/>
              </a:rPr>
              <a:t>ET logique </a:t>
            </a:r>
            <a:r>
              <a:rPr lang="fr-FR" sz="2000" b="0" i="0" dirty="0">
                <a:effectLst/>
                <a:latin typeface="Calibri" panose="020F0502020204030204" pitchFamily="34" charset="0"/>
                <a:cs typeface="Calibri" panose="020F0502020204030204" pitchFamily="34" charset="0"/>
              </a:rPr>
              <a:t>qui permet d'obtenir le</a:t>
            </a:r>
            <a:r>
              <a:rPr lang="fr-FR" sz="2000" b="0" i="0" dirty="0">
                <a:solidFill>
                  <a:srgbClr val="333333"/>
                </a:solidFill>
                <a:effectLst/>
                <a:latin typeface="Calibri" panose="020F0502020204030204" pitchFamily="34" charset="0"/>
                <a:cs typeface="Calibri" panose="020F0502020204030204" pitchFamily="34" charset="0"/>
              </a:rPr>
              <a:t> </a:t>
            </a:r>
            <a:r>
              <a:rPr lang="fr-FR" sz="2000" b="1" i="1" dirty="0">
                <a:solidFill>
                  <a:srgbClr val="333333"/>
                </a:solidFill>
                <a:effectLst/>
                <a:latin typeface="Calibri" panose="020F0502020204030204" pitchFamily="34" charset="0"/>
                <a:cs typeface="Calibri" panose="020F0502020204030204" pitchFamily="34" charset="0"/>
              </a:rPr>
              <a:t>net id</a:t>
            </a:r>
            <a:r>
              <a:rPr lang="fr-FR" sz="2000" b="0" i="0" dirty="0">
                <a:solidFill>
                  <a:srgbClr val="333333"/>
                </a:solidFill>
                <a:effectLst/>
                <a:latin typeface="Calibri" panose="020F0502020204030204" pitchFamily="34" charset="0"/>
                <a:cs typeface="Calibri" panose="020F0502020204030204" pitchFamily="34" charset="0"/>
              </a:rPr>
              <a:t>.</a:t>
            </a:r>
          </a:p>
        </p:txBody>
      </p:sp>
      <p:sp>
        <p:nvSpPr>
          <p:cNvPr id="12" name="Rectangle 11">
            <a:extLst>
              <a:ext uri="{FF2B5EF4-FFF2-40B4-BE49-F238E27FC236}">
                <a16:creationId xmlns:a16="http://schemas.microsoft.com/office/drawing/2014/main" id="{F24D56B5-D8F2-4E6C-B8C2-C6E1FD004B1D}"/>
              </a:ext>
            </a:extLst>
          </p:cNvPr>
          <p:cNvSpPr/>
          <p:nvPr/>
        </p:nvSpPr>
        <p:spPr>
          <a:xfrm>
            <a:off x="9442618" y="1237070"/>
            <a:ext cx="2749382" cy="3397433"/>
          </a:xfrm>
          <a:prstGeom prst="rect">
            <a:avLst/>
          </a:prstGeom>
          <a:solidFill>
            <a:schemeClr val="accent1">
              <a:alpha val="1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pic>
        <p:nvPicPr>
          <p:cNvPr id="19" name="Picture 8">
            <a:extLst>
              <a:ext uri="{FF2B5EF4-FFF2-40B4-BE49-F238E27FC236}">
                <a16:creationId xmlns:a16="http://schemas.microsoft.com/office/drawing/2014/main" id="{F6570A3F-5848-4293-9148-A13494988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711" y="4955851"/>
            <a:ext cx="4106779" cy="896025"/>
          </a:xfrm>
          <a:prstGeom prst="rect">
            <a:avLst/>
          </a:prstGeom>
          <a:noFill/>
          <a:extLst>
            <a:ext uri="{909E8E84-426E-40DD-AFC4-6F175D3DCCD1}">
              <a14:hiddenFill xmlns:a14="http://schemas.microsoft.com/office/drawing/2010/main">
                <a:solidFill>
                  <a:srgbClr val="FFFFFF"/>
                </a:solidFill>
              </a14:hiddenFill>
            </a:ext>
          </a:extLst>
        </p:spPr>
      </p:pic>
      <p:pic>
        <p:nvPicPr>
          <p:cNvPr id="20" name="Graphic 19" descr="Line arrow Slight curve">
            <a:extLst>
              <a:ext uri="{FF2B5EF4-FFF2-40B4-BE49-F238E27FC236}">
                <a16:creationId xmlns:a16="http://schemas.microsoft.com/office/drawing/2014/main" id="{4B923892-9DB1-4864-8359-EEAD5586A7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765973">
            <a:off x="4865562" y="6155597"/>
            <a:ext cx="1605855" cy="914400"/>
          </a:xfrm>
          <a:prstGeom prst="rect">
            <a:avLst/>
          </a:prstGeom>
        </p:spPr>
      </p:pic>
      <p:pic>
        <p:nvPicPr>
          <p:cNvPr id="21" name="Graphic 20" descr="Line arrow Slight curve">
            <a:extLst>
              <a:ext uri="{FF2B5EF4-FFF2-40B4-BE49-F238E27FC236}">
                <a16:creationId xmlns:a16="http://schemas.microsoft.com/office/drawing/2014/main" id="{A3C9C97E-C715-450E-B12B-BB8E3D40F1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512491" flipV="1">
            <a:off x="4742200" y="5168516"/>
            <a:ext cx="1867250" cy="925155"/>
          </a:xfrm>
          <a:prstGeom prst="rect">
            <a:avLst/>
          </a:prstGeom>
        </p:spPr>
      </p:pic>
      <p:pic>
        <p:nvPicPr>
          <p:cNvPr id="23" name="Picture 22">
            <a:extLst>
              <a:ext uri="{FF2B5EF4-FFF2-40B4-BE49-F238E27FC236}">
                <a16:creationId xmlns:a16="http://schemas.microsoft.com/office/drawing/2014/main" id="{A06B7AD9-6C04-499B-8DB9-AE3953D42483}"/>
              </a:ext>
            </a:extLst>
          </p:cNvPr>
          <p:cNvPicPr>
            <a:picLocks noChangeAspect="1"/>
          </p:cNvPicPr>
          <p:nvPr/>
        </p:nvPicPr>
        <p:blipFill>
          <a:blip r:embed="rId9"/>
          <a:stretch>
            <a:fillRect/>
          </a:stretch>
        </p:blipFill>
        <p:spPr>
          <a:xfrm>
            <a:off x="8233742" y="5845696"/>
            <a:ext cx="1724025" cy="6381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TextBox 23">
            <a:extLst>
              <a:ext uri="{FF2B5EF4-FFF2-40B4-BE49-F238E27FC236}">
                <a16:creationId xmlns:a16="http://schemas.microsoft.com/office/drawing/2014/main" id="{D364EF60-0F36-4DE2-97B7-10AD04D96E0D}"/>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Host-id</a:t>
            </a:r>
            <a:endParaRPr lang="fr-TN" sz="2600" dirty="0"/>
          </a:p>
        </p:txBody>
      </p:sp>
      <p:pic>
        <p:nvPicPr>
          <p:cNvPr id="26" name="Picture 25">
            <a:extLst>
              <a:ext uri="{FF2B5EF4-FFF2-40B4-BE49-F238E27FC236}">
                <a16:creationId xmlns:a16="http://schemas.microsoft.com/office/drawing/2014/main" id="{7A7C0594-528C-424F-8A92-4F33D3FC2F59}"/>
              </a:ext>
            </a:extLst>
          </p:cNvPr>
          <p:cNvPicPr>
            <a:picLocks noChangeAspect="1"/>
          </p:cNvPicPr>
          <p:nvPr/>
        </p:nvPicPr>
        <p:blipFill>
          <a:blip r:embed="rId10"/>
          <a:stretch>
            <a:fillRect/>
          </a:stretch>
        </p:blipFill>
        <p:spPr>
          <a:xfrm>
            <a:off x="6792156" y="5803585"/>
            <a:ext cx="1143000" cy="885825"/>
          </a:xfrm>
          <a:prstGeom prst="rect">
            <a:avLst/>
          </a:prstGeom>
        </p:spPr>
      </p:pic>
      <p:pic>
        <p:nvPicPr>
          <p:cNvPr id="27" name="Picture 26">
            <a:extLst>
              <a:ext uri="{FF2B5EF4-FFF2-40B4-BE49-F238E27FC236}">
                <a16:creationId xmlns:a16="http://schemas.microsoft.com/office/drawing/2014/main" id="{1F242DC1-8A15-4D00-9A3B-54E4D73E3B2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41880" y="3389647"/>
            <a:ext cx="1467853" cy="1474744"/>
          </a:xfrm>
          <a:prstGeom prst="rect">
            <a:avLst/>
          </a:prstGeom>
        </p:spPr>
      </p:pic>
      <p:sp>
        <p:nvSpPr>
          <p:cNvPr id="28" name="Oval 27">
            <a:extLst>
              <a:ext uri="{FF2B5EF4-FFF2-40B4-BE49-F238E27FC236}">
                <a16:creationId xmlns:a16="http://schemas.microsoft.com/office/drawing/2014/main" id="{D3781755-206D-4571-93E4-E200BCE7A384}"/>
              </a:ext>
            </a:extLst>
          </p:cNvPr>
          <p:cNvSpPr/>
          <p:nvPr/>
        </p:nvSpPr>
        <p:spPr>
          <a:xfrm>
            <a:off x="5250081" y="4557716"/>
            <a:ext cx="419987" cy="306676"/>
          </a:xfrm>
          <a:prstGeom prst="ellipse">
            <a:avLst/>
          </a:prstGeom>
          <a:solidFill>
            <a:srgbClr val="F43C4E">
              <a:alpha val="14000"/>
            </a:srgb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pic>
        <p:nvPicPr>
          <p:cNvPr id="29" name="Picture 28">
            <a:extLst>
              <a:ext uri="{FF2B5EF4-FFF2-40B4-BE49-F238E27FC236}">
                <a16:creationId xmlns:a16="http://schemas.microsoft.com/office/drawing/2014/main" id="{BF477AEB-4EEC-48A6-896D-E84DEAF557A2}"/>
              </a:ext>
            </a:extLst>
          </p:cNvPr>
          <p:cNvPicPr>
            <a:picLocks noChangeAspect="1"/>
          </p:cNvPicPr>
          <p:nvPr/>
        </p:nvPicPr>
        <p:blipFill>
          <a:blip r:embed="rId12"/>
          <a:stretch>
            <a:fillRect/>
          </a:stretch>
        </p:blipFill>
        <p:spPr>
          <a:xfrm>
            <a:off x="2258047" y="3614822"/>
            <a:ext cx="1409699" cy="974932"/>
          </a:xfrm>
          <a:prstGeom prst="rect">
            <a:avLst/>
          </a:prstGeom>
        </p:spPr>
      </p:pic>
      <p:pic>
        <p:nvPicPr>
          <p:cNvPr id="33" name="Picture 32">
            <a:extLst>
              <a:ext uri="{FF2B5EF4-FFF2-40B4-BE49-F238E27FC236}">
                <a16:creationId xmlns:a16="http://schemas.microsoft.com/office/drawing/2014/main" id="{466959C7-C319-44C0-BC2B-2A91494D3AF7}"/>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138995" y="6112983"/>
            <a:ext cx="2095238" cy="457143"/>
          </a:xfrm>
          <a:prstGeom prst="rect">
            <a:avLst/>
          </a:prstGeom>
        </p:spPr>
      </p:pic>
      <p:pic>
        <p:nvPicPr>
          <p:cNvPr id="35" name="Picture 34">
            <a:extLst>
              <a:ext uri="{FF2B5EF4-FFF2-40B4-BE49-F238E27FC236}">
                <a16:creationId xmlns:a16="http://schemas.microsoft.com/office/drawing/2014/main" id="{41F3AB3A-8BD5-4BED-A512-56D0119F554D}"/>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contrast="-40000"/>
                    </a14:imgEffect>
                  </a14:imgLayer>
                </a14:imgProps>
              </a:ext>
            </a:extLst>
          </a:blip>
          <a:stretch>
            <a:fillRect/>
          </a:stretch>
        </p:blipFill>
        <p:spPr>
          <a:xfrm>
            <a:off x="2198965" y="5691667"/>
            <a:ext cx="2360529" cy="1139566"/>
          </a:xfrm>
          <a:prstGeom prst="rect">
            <a:avLst/>
          </a:prstGeom>
        </p:spPr>
      </p:pic>
      <p:sp>
        <p:nvSpPr>
          <p:cNvPr id="18" name="AutoShape 3">
            <a:extLst>
              <a:ext uri="{FF2B5EF4-FFF2-40B4-BE49-F238E27FC236}">
                <a16:creationId xmlns:a16="http://schemas.microsoft.com/office/drawing/2014/main" id="{FAF22DCC-ED24-4A69-816F-289537E6ADBC}"/>
              </a:ext>
            </a:extLst>
          </p:cNvPr>
          <p:cNvSpPr>
            <a:spLocks noChangeArrowheads="1"/>
          </p:cNvSpPr>
          <p:nvPr/>
        </p:nvSpPr>
        <p:spPr bwMode="auto">
          <a:xfrm rot="5400000">
            <a:off x="138536" y="1662813"/>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22" name="AutoShape 3">
            <a:extLst>
              <a:ext uri="{FF2B5EF4-FFF2-40B4-BE49-F238E27FC236}">
                <a16:creationId xmlns:a16="http://schemas.microsoft.com/office/drawing/2014/main" id="{C47A41C7-85A2-4A73-8F8D-8B61315DEDB9}"/>
              </a:ext>
            </a:extLst>
          </p:cNvPr>
          <p:cNvSpPr>
            <a:spLocks noChangeArrowheads="1"/>
          </p:cNvSpPr>
          <p:nvPr/>
        </p:nvSpPr>
        <p:spPr bwMode="auto">
          <a:xfrm rot="5400000">
            <a:off x="138536" y="2848231"/>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7935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1000"/>
                                        <p:tgtEl>
                                          <p:spTgt spid="21"/>
                                        </p:tgtEl>
                                      </p:cBhvr>
                                    </p:animEffect>
                                    <p:anim calcmode="lin" valueType="num">
                                      <p:cBhvr>
                                        <p:cTn id="27" dur="1000" fill="hold"/>
                                        <p:tgtEl>
                                          <p:spTgt spid="21"/>
                                        </p:tgtEl>
                                        <p:attrNameLst>
                                          <p:attrName>ppt_x</p:attrName>
                                        </p:attrNameLst>
                                      </p:cBhvr>
                                      <p:tavLst>
                                        <p:tav tm="0">
                                          <p:val>
                                            <p:strVal val="#ppt_x"/>
                                          </p:val>
                                        </p:tav>
                                        <p:tav tm="100000">
                                          <p:val>
                                            <p:strVal val="#ppt_x"/>
                                          </p:val>
                                        </p:tav>
                                      </p:tavLst>
                                    </p:anim>
                                    <p:anim calcmode="lin" valueType="num">
                                      <p:cBhvr>
                                        <p:cTn id="2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1000"/>
                                        <p:tgtEl>
                                          <p:spTgt spid="33"/>
                                        </p:tgtEl>
                                      </p:cBhvr>
                                    </p:animEffect>
                                    <p:anim calcmode="lin" valueType="num">
                                      <p:cBhvr>
                                        <p:cTn id="34" dur="1000" fill="hold"/>
                                        <p:tgtEl>
                                          <p:spTgt spid="33"/>
                                        </p:tgtEl>
                                        <p:attrNameLst>
                                          <p:attrName>ppt_x</p:attrName>
                                        </p:attrNameLst>
                                      </p:cBhvr>
                                      <p:tavLst>
                                        <p:tav tm="0">
                                          <p:val>
                                            <p:strVal val="#ppt_x"/>
                                          </p:val>
                                        </p:tav>
                                        <p:tav tm="100000">
                                          <p:val>
                                            <p:strVal val="#ppt_x"/>
                                          </p:val>
                                        </p:tav>
                                      </p:tavLst>
                                    </p:anim>
                                    <p:anim calcmode="lin" valueType="num">
                                      <p:cBhvr>
                                        <p:cTn id="35" dur="1000" fill="hold"/>
                                        <p:tgtEl>
                                          <p:spTgt spid="33"/>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1000"/>
                                        <p:tgtEl>
                                          <p:spTgt spid="35"/>
                                        </p:tgtEl>
                                      </p:cBhvr>
                                    </p:animEffect>
                                    <p:anim calcmode="lin" valueType="num">
                                      <p:cBhvr>
                                        <p:cTn id="39" dur="1000" fill="hold"/>
                                        <p:tgtEl>
                                          <p:spTgt spid="35"/>
                                        </p:tgtEl>
                                        <p:attrNameLst>
                                          <p:attrName>ppt_x</p:attrName>
                                        </p:attrNameLst>
                                      </p:cBhvr>
                                      <p:tavLst>
                                        <p:tav tm="0">
                                          <p:val>
                                            <p:strVal val="#ppt_x"/>
                                          </p:val>
                                        </p:tav>
                                        <p:tav tm="100000">
                                          <p:val>
                                            <p:strVal val="#ppt_x"/>
                                          </p:val>
                                        </p:tav>
                                      </p:tavLst>
                                    </p:anim>
                                    <p:anim calcmode="lin" valueType="num">
                                      <p:cBhvr>
                                        <p:cTn id="40" dur="1000" fill="hold"/>
                                        <p:tgtEl>
                                          <p:spTgt spid="35"/>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barn(inVertical)">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arn(inVertical)">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857E263-7C3D-491A-A2E3-EACB0C6E1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158" y="2269712"/>
            <a:ext cx="7918327" cy="4561521"/>
          </a:xfrm>
          <a:prstGeom prst="rect">
            <a:avLst/>
          </a:prstGeom>
        </p:spPr>
      </p:pic>
      <p:sp>
        <p:nvSpPr>
          <p:cNvPr id="4" name="Slide Number Placeholder 3">
            <a:extLst>
              <a:ext uri="{FF2B5EF4-FFF2-40B4-BE49-F238E27FC236}">
                <a16:creationId xmlns:a16="http://schemas.microsoft.com/office/drawing/2014/main" id="{B192DFAB-1E52-4D32-8D17-B4C6A4468894}"/>
              </a:ext>
            </a:extLst>
          </p:cNvPr>
          <p:cNvSpPr>
            <a:spLocks noGrp="1"/>
          </p:cNvSpPr>
          <p:nvPr>
            <p:ph type="sldNum" idx="12"/>
          </p:nvPr>
        </p:nvSpPr>
        <p:spPr>
          <a:xfrm>
            <a:off x="22515" y="6273265"/>
            <a:ext cx="350400" cy="584735"/>
          </a:xfrm>
        </p:spPr>
        <p:txBody>
          <a:bodyPr/>
          <a:lstStyle/>
          <a:p>
            <a:fld id="{00000000-1234-1234-1234-123412341234}" type="slidenum">
              <a:rPr lang="fr-FR" smtClean="0"/>
              <a:pPr/>
              <a:t>27</a:t>
            </a:fld>
            <a:endParaRPr lang="fr-FR" dirty="0"/>
          </a:p>
        </p:txBody>
      </p:sp>
      <p:sp>
        <p:nvSpPr>
          <p:cNvPr id="5" name="Titre 2">
            <a:extLst>
              <a:ext uri="{FF2B5EF4-FFF2-40B4-BE49-F238E27FC236}">
                <a16:creationId xmlns:a16="http://schemas.microsoft.com/office/drawing/2014/main" id="{A95B7DE5-9E2C-418E-A4A0-5908A1BDA78D}"/>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Adresse hôte</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2FCB4E6-1510-4691-A9F4-295D8E5AA30B}"/>
              </a:ext>
            </a:extLst>
          </p:cNvPr>
          <p:cNvSpPr txBox="1"/>
          <p:nvPr/>
        </p:nvSpPr>
        <p:spPr>
          <a:xfrm>
            <a:off x="597728" y="1480850"/>
            <a:ext cx="10996543" cy="1107996"/>
          </a:xfrm>
          <a:prstGeom prst="rect">
            <a:avLst/>
          </a:prstGeom>
          <a:noFill/>
        </p:spPr>
        <p:txBody>
          <a:bodyPr wrap="square">
            <a:spAutoFit/>
          </a:bodyPr>
          <a:lstStyle/>
          <a:p>
            <a:pPr algn="just"/>
            <a:r>
              <a:rPr lang="fr-FR" sz="2200" b="1" i="0" dirty="0">
                <a:solidFill>
                  <a:srgbClr val="C00000"/>
                </a:solidFill>
                <a:effectLst/>
                <a:latin typeface="Calibri" panose="020F0502020204030204" pitchFamily="34" charset="0"/>
                <a:cs typeface="Calibri" panose="020F0502020204030204" pitchFamily="34" charset="0"/>
              </a:rPr>
              <a:t>Les adresses hôtes </a:t>
            </a:r>
            <a:r>
              <a:rPr lang="fr-FR" sz="2200" b="0" i="0" dirty="0">
                <a:effectLst/>
                <a:latin typeface="Calibri" panose="020F0502020204030204" pitchFamily="34" charset="0"/>
                <a:cs typeface="Calibri" panose="020F0502020204030204" pitchFamily="34" charset="0"/>
              </a:rPr>
              <a:t>sont des adresses qui peuvent être affectées à un périphérique tel qu'un ordinateur hôte, un ordinateur portable, un téléphone intelligent, une caméra Web, une imprimante, un routeur, etc. </a:t>
            </a:r>
            <a:endParaRPr lang="fr-TN" sz="22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D608AB32-9AB4-4916-9323-F20132387306}"/>
              </a:ext>
            </a:extLst>
          </p:cNvPr>
          <p:cNvSpPr/>
          <p:nvPr/>
        </p:nvSpPr>
        <p:spPr>
          <a:xfrm>
            <a:off x="7956876" y="5441318"/>
            <a:ext cx="1091022" cy="1293662"/>
          </a:xfrm>
          <a:prstGeom prst="rect">
            <a:avLst/>
          </a:prstGeom>
          <a:solidFill>
            <a:schemeClr val="accent1">
              <a:alpha val="1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5" name="AutoShape 2">
            <a:extLst>
              <a:ext uri="{FF2B5EF4-FFF2-40B4-BE49-F238E27FC236}">
                <a16:creationId xmlns:a16="http://schemas.microsoft.com/office/drawing/2014/main" id="{A9973199-F2BF-4CC5-8CC6-A2878C7D3A9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TN"/>
          </a:p>
        </p:txBody>
      </p:sp>
      <p:sp>
        <p:nvSpPr>
          <p:cNvPr id="16" name="AutoShape 4">
            <a:extLst>
              <a:ext uri="{FF2B5EF4-FFF2-40B4-BE49-F238E27FC236}">
                <a16:creationId xmlns:a16="http://schemas.microsoft.com/office/drawing/2014/main" id="{56798E7F-C73D-4CE5-B610-32BA7A4C330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TN"/>
          </a:p>
        </p:txBody>
      </p:sp>
      <p:pic>
        <p:nvPicPr>
          <p:cNvPr id="1034" name="Picture 10">
            <a:extLst>
              <a:ext uri="{FF2B5EF4-FFF2-40B4-BE49-F238E27FC236}">
                <a16:creationId xmlns:a16="http://schemas.microsoft.com/office/drawing/2014/main" id="{B7DF7E38-06A1-4392-89BD-FA5B6A0863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49" y="2910940"/>
            <a:ext cx="4448175" cy="33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62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305D30-83F9-43BF-9D4D-D0291471A54C}"/>
              </a:ext>
            </a:extLst>
          </p:cNvPr>
          <p:cNvSpPr>
            <a:spLocks noGrp="1"/>
          </p:cNvSpPr>
          <p:nvPr>
            <p:ph type="sldNum" sz="quarter" idx="12"/>
          </p:nvPr>
        </p:nvSpPr>
        <p:spPr>
          <a:xfrm>
            <a:off x="11815928" y="6273265"/>
            <a:ext cx="350400" cy="584735"/>
          </a:xfrm>
        </p:spPr>
        <p:txBody>
          <a:bodyPr/>
          <a:lstStyle/>
          <a:p>
            <a:fld id="{194EA0E9-6AA5-4C72-ADD8-CBD3FCBC5038}" type="slidenum">
              <a:rPr lang="fr-FR" smtClean="0"/>
              <a:pPr/>
              <a:t>28</a:t>
            </a:fld>
            <a:endParaRPr lang="fr-FR" dirty="0"/>
          </a:p>
        </p:txBody>
      </p:sp>
      <p:sp>
        <p:nvSpPr>
          <p:cNvPr id="9" name="Titre 2">
            <a:extLst>
              <a:ext uri="{FF2B5EF4-FFF2-40B4-BE49-F238E27FC236}">
                <a16:creationId xmlns:a16="http://schemas.microsoft.com/office/drawing/2014/main" id="{116D3EF2-FA73-4DB9-8E7D-FB0CE367E895}"/>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Adresse de diffusion</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EB78E74-CCA1-421B-A80E-F28E0AEEA8E0}"/>
              </a:ext>
            </a:extLst>
          </p:cNvPr>
          <p:cNvSpPr txBox="1"/>
          <p:nvPr/>
        </p:nvSpPr>
        <p:spPr>
          <a:xfrm>
            <a:off x="819150" y="1429815"/>
            <a:ext cx="11015579" cy="769441"/>
          </a:xfrm>
          <a:prstGeom prst="rect">
            <a:avLst/>
          </a:prstGeom>
          <a:noFill/>
        </p:spPr>
        <p:txBody>
          <a:bodyPr wrap="square">
            <a:spAutoFit/>
          </a:bodyPr>
          <a:lstStyle/>
          <a:p>
            <a:r>
              <a:rPr lang="fr-FR" sz="2200" b="1" i="0" dirty="0">
                <a:solidFill>
                  <a:srgbClr val="C00000"/>
                </a:solidFill>
                <a:effectLst/>
                <a:latin typeface="Calibri" panose="020F0502020204030204" pitchFamily="34" charset="0"/>
                <a:cs typeface="Calibri" panose="020F0502020204030204" pitchFamily="34" charset="0"/>
              </a:rPr>
              <a:t>Une adresse de diffusion </a:t>
            </a:r>
            <a:r>
              <a:rPr lang="fr-FR" sz="2200" b="0" i="0" dirty="0">
                <a:effectLst/>
                <a:latin typeface="Calibri" panose="020F0502020204030204" pitchFamily="34" charset="0"/>
                <a:cs typeface="Calibri" panose="020F0502020204030204" pitchFamily="34" charset="0"/>
              </a:rPr>
              <a:t>est une adresse qui est utilisée lorsqu'elle est nécessaire pour atteindre tous les périphériques du réseau IPv4. </a:t>
            </a:r>
            <a:endParaRPr lang="fr-TN" sz="22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E37A33A-7C5F-4E81-A34E-30949B074783}"/>
              </a:ext>
            </a:extLst>
          </p:cNvPr>
          <p:cNvPicPr>
            <a:picLocks noChangeAspect="1"/>
          </p:cNvPicPr>
          <p:nvPr/>
        </p:nvPicPr>
        <p:blipFill>
          <a:blip r:embed="rId3"/>
          <a:stretch>
            <a:fillRect/>
          </a:stretch>
        </p:blipFill>
        <p:spPr>
          <a:xfrm>
            <a:off x="438651" y="2347956"/>
            <a:ext cx="7564998" cy="4322856"/>
          </a:xfrm>
          <a:prstGeom prst="rect">
            <a:avLst/>
          </a:prstGeom>
        </p:spPr>
      </p:pic>
      <p:sp>
        <p:nvSpPr>
          <p:cNvPr id="10" name="TextBox 9">
            <a:extLst>
              <a:ext uri="{FF2B5EF4-FFF2-40B4-BE49-F238E27FC236}">
                <a16:creationId xmlns:a16="http://schemas.microsoft.com/office/drawing/2014/main" id="{49B7AD64-EA52-4A9E-BEE9-683334D8E8C6}"/>
              </a:ext>
            </a:extLst>
          </p:cNvPr>
          <p:cNvSpPr txBox="1"/>
          <p:nvPr/>
        </p:nvSpPr>
        <p:spPr>
          <a:xfrm>
            <a:off x="8405379" y="2837882"/>
            <a:ext cx="3429349" cy="1107996"/>
          </a:xfrm>
          <a:prstGeom prst="rect">
            <a:avLst/>
          </a:prstGeom>
          <a:noFill/>
        </p:spPr>
        <p:txBody>
          <a:bodyPr wrap="square">
            <a:spAutoFit/>
          </a:bodyPr>
          <a:lstStyle/>
          <a:p>
            <a:pPr algn="just"/>
            <a:r>
              <a:rPr lang="fr-FR" sz="2200" i="0" dirty="0">
                <a:effectLst/>
                <a:latin typeface="Calibri" panose="020F0502020204030204" pitchFamily="34" charset="0"/>
                <a:cs typeface="Calibri" panose="020F0502020204030204" pitchFamily="34" charset="0"/>
              </a:rPr>
              <a:t>L'adresse de diffusion réseau a tous les 1 bits dans la partie hôte.</a:t>
            </a:r>
            <a:endParaRPr lang="fr-TN" sz="22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4B5C415-8E5E-4863-A302-DA75C336ED18}"/>
              </a:ext>
            </a:extLst>
          </p:cNvPr>
          <p:cNvSpPr/>
          <p:nvPr/>
        </p:nvSpPr>
        <p:spPr>
          <a:xfrm>
            <a:off x="3866553" y="5651136"/>
            <a:ext cx="933781" cy="971550"/>
          </a:xfrm>
          <a:prstGeom prst="rect">
            <a:avLst/>
          </a:prstGeom>
          <a:solidFill>
            <a:schemeClr val="accent1">
              <a:alpha val="1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2" name="AutoShape 3">
            <a:extLst>
              <a:ext uri="{FF2B5EF4-FFF2-40B4-BE49-F238E27FC236}">
                <a16:creationId xmlns:a16="http://schemas.microsoft.com/office/drawing/2014/main" id="{DD1D4134-7EF0-40E8-A83E-9EE59D97C6EA}"/>
              </a:ext>
            </a:extLst>
          </p:cNvPr>
          <p:cNvSpPr>
            <a:spLocks noChangeArrowheads="1"/>
          </p:cNvSpPr>
          <p:nvPr/>
        </p:nvSpPr>
        <p:spPr bwMode="auto">
          <a:xfrm rot="5400000">
            <a:off x="8165642" y="2956765"/>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322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504DE9-F9DC-4B7F-86F4-065D14F05F7B}"/>
              </a:ext>
            </a:extLst>
          </p:cNvPr>
          <p:cNvSpPr>
            <a:spLocks noGrp="1"/>
          </p:cNvSpPr>
          <p:nvPr>
            <p:ph type="sldNum" idx="12"/>
          </p:nvPr>
        </p:nvSpPr>
        <p:spPr>
          <a:xfrm>
            <a:off x="11834731" y="6273265"/>
            <a:ext cx="350400" cy="584735"/>
          </a:xfrm>
        </p:spPr>
        <p:txBody>
          <a:bodyPr/>
          <a:lstStyle/>
          <a:p>
            <a:fld id="{00000000-1234-1234-1234-123412341234}" type="slidenum">
              <a:rPr lang="fr-FR" smtClean="0"/>
              <a:pPr/>
              <a:t>29</a:t>
            </a:fld>
            <a:endParaRPr lang="fr-FR" dirty="0"/>
          </a:p>
        </p:txBody>
      </p:sp>
      <p:sp>
        <p:nvSpPr>
          <p:cNvPr id="7" name="Titre 2">
            <a:extLst>
              <a:ext uri="{FF2B5EF4-FFF2-40B4-BE49-F238E27FC236}">
                <a16:creationId xmlns:a16="http://schemas.microsoft.com/office/drawing/2014/main" id="{10C9D06C-04AF-4AAA-B1E1-88EF9C1A1580}"/>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Attribution d’une adresse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490E5A6-AF8D-4E49-99DE-233C6DAC3852}"/>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Statique</a:t>
            </a:r>
            <a:endParaRPr lang="fr-TN" sz="2600" dirty="0"/>
          </a:p>
        </p:txBody>
      </p:sp>
      <p:sp>
        <p:nvSpPr>
          <p:cNvPr id="10" name="Espace réservé du contenu 2">
            <a:extLst>
              <a:ext uri="{FF2B5EF4-FFF2-40B4-BE49-F238E27FC236}">
                <a16:creationId xmlns:a16="http://schemas.microsoft.com/office/drawing/2014/main" id="{F96FED6F-69FE-49D7-A7B2-837B886B6C81}"/>
              </a:ext>
            </a:extLst>
          </p:cNvPr>
          <p:cNvSpPr txBox="1">
            <a:spLocks/>
          </p:cNvSpPr>
          <p:nvPr/>
        </p:nvSpPr>
        <p:spPr>
          <a:xfrm>
            <a:off x="934464" y="2067133"/>
            <a:ext cx="5105400" cy="4351338"/>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0" indent="0" algn="just">
              <a:buNone/>
            </a:pPr>
            <a:r>
              <a:rPr lang="fr-FR" sz="2200" kern="0" dirty="0">
                <a:latin typeface="Calibri" panose="020F0502020204030204" pitchFamily="34" charset="0"/>
                <a:cs typeface="Calibri" panose="020F0502020204030204" pitchFamily="34" charset="0"/>
              </a:rPr>
              <a:t>Certains périphériques tels que les imprimantes, les serveurs et les périphériques réseau nécessitent une adresse IP fixe.</a:t>
            </a:r>
          </a:p>
          <a:p>
            <a:pPr marL="285750" indent="-285750" algn="just"/>
            <a:endParaRPr lang="fr-FR" sz="2200" kern="0" dirty="0">
              <a:latin typeface="Calibri" panose="020F0502020204030204" pitchFamily="34" charset="0"/>
              <a:cs typeface="Calibri" panose="020F0502020204030204" pitchFamily="34" charset="0"/>
            </a:endParaRPr>
          </a:p>
          <a:p>
            <a:pPr marL="0" indent="0" algn="just">
              <a:buNone/>
            </a:pPr>
            <a:r>
              <a:rPr lang="fr-FR" sz="2200" kern="0" dirty="0">
                <a:latin typeface="Calibri" panose="020F0502020204030204" pitchFamily="34" charset="0"/>
                <a:cs typeface="Calibri" panose="020F0502020204030204" pitchFamily="34" charset="0"/>
              </a:rPr>
              <a:t>Les hôtes d'un petit réseau peuvent également être configurés avec des adresses statiques.</a:t>
            </a:r>
          </a:p>
          <a:p>
            <a:pPr marL="114300" indent="0">
              <a:buNone/>
            </a:pPr>
            <a:endParaRPr lang="en-US" sz="2200" kern="0" dirty="0">
              <a:latin typeface="Calibri" panose="020F0502020204030204" pitchFamily="34" charset="0"/>
              <a:cs typeface="Calibri" panose="020F0502020204030204" pitchFamily="34" charset="0"/>
            </a:endParaRPr>
          </a:p>
        </p:txBody>
      </p:sp>
      <p:pic>
        <p:nvPicPr>
          <p:cNvPr id="11" name="Picture 2">
            <a:extLst>
              <a:ext uri="{FF2B5EF4-FFF2-40B4-BE49-F238E27FC236}">
                <a16:creationId xmlns:a16="http://schemas.microsoft.com/office/drawing/2014/main" id="{E439E2C3-C657-4BA3-B14F-6F7BBE2FDA51}"/>
              </a:ext>
            </a:extLst>
          </p:cNvPr>
          <p:cNvPicPr>
            <a:picLocks noChangeAspect="1" noChangeArrowheads="1"/>
          </p:cNvPicPr>
          <p:nvPr/>
        </p:nvPicPr>
        <p:blipFill>
          <a:blip r:embed="rId3"/>
          <a:srcRect/>
          <a:stretch>
            <a:fillRect/>
          </a:stretch>
        </p:blipFill>
        <p:spPr bwMode="auto">
          <a:xfrm>
            <a:off x="6424531" y="1035592"/>
            <a:ext cx="4626003" cy="5787828"/>
          </a:xfrm>
          <a:prstGeom prst="rect">
            <a:avLst/>
          </a:prstGeom>
          <a:noFill/>
          <a:ln w="9525">
            <a:noFill/>
            <a:miter lim="800000"/>
            <a:headEnd/>
            <a:tailEnd/>
          </a:ln>
          <a:effectLst/>
        </p:spPr>
      </p:pic>
      <p:sp>
        <p:nvSpPr>
          <p:cNvPr id="12" name="Rectangle 11">
            <a:extLst>
              <a:ext uri="{FF2B5EF4-FFF2-40B4-BE49-F238E27FC236}">
                <a16:creationId xmlns:a16="http://schemas.microsoft.com/office/drawing/2014/main" id="{BC98AE44-7FB5-4A31-8D8E-B4BA68E91374}"/>
              </a:ext>
            </a:extLst>
          </p:cNvPr>
          <p:cNvSpPr/>
          <p:nvPr/>
        </p:nvSpPr>
        <p:spPr>
          <a:xfrm>
            <a:off x="8737532" y="3058966"/>
            <a:ext cx="1639845" cy="1172791"/>
          </a:xfrm>
          <a:prstGeom prst="rect">
            <a:avLst/>
          </a:prstGeom>
          <a:solidFill>
            <a:schemeClr val="accent1">
              <a:alpha val="1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3" name="AutoShape 3">
            <a:extLst>
              <a:ext uri="{FF2B5EF4-FFF2-40B4-BE49-F238E27FC236}">
                <a16:creationId xmlns:a16="http://schemas.microsoft.com/office/drawing/2014/main" id="{29270470-7D40-4535-9032-4E93FFEEA722}"/>
              </a:ext>
            </a:extLst>
          </p:cNvPr>
          <p:cNvSpPr>
            <a:spLocks noChangeArrowheads="1"/>
          </p:cNvSpPr>
          <p:nvPr/>
        </p:nvSpPr>
        <p:spPr bwMode="auto">
          <a:xfrm rot="5400000">
            <a:off x="602497" y="2292967"/>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4" name="AutoShape 3">
            <a:extLst>
              <a:ext uri="{FF2B5EF4-FFF2-40B4-BE49-F238E27FC236}">
                <a16:creationId xmlns:a16="http://schemas.microsoft.com/office/drawing/2014/main" id="{C753A8E5-CA57-4E32-BA2C-51A0C3A2921A}"/>
              </a:ext>
            </a:extLst>
          </p:cNvPr>
          <p:cNvSpPr>
            <a:spLocks noChangeArrowheads="1"/>
          </p:cNvSpPr>
          <p:nvPr/>
        </p:nvSpPr>
        <p:spPr bwMode="auto">
          <a:xfrm rot="5400000">
            <a:off x="602497" y="4056003"/>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0331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2">
            <a:extLst>
              <a:ext uri="{FF2B5EF4-FFF2-40B4-BE49-F238E27FC236}">
                <a16:creationId xmlns:a16="http://schemas.microsoft.com/office/drawing/2014/main" id="{D2B4554B-1467-4B0D-B4CB-B05F2D2DDEDE}"/>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Attribution d’une adresse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9D2F595-AC5E-408D-A47B-29EC4D4AD7A4}"/>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Dynamique</a:t>
            </a:r>
            <a:endParaRPr lang="fr-TN" sz="2600" dirty="0"/>
          </a:p>
        </p:txBody>
      </p:sp>
      <p:sp>
        <p:nvSpPr>
          <p:cNvPr id="9" name="Espace réservé du contenu 2">
            <a:extLst>
              <a:ext uri="{FF2B5EF4-FFF2-40B4-BE49-F238E27FC236}">
                <a16:creationId xmlns:a16="http://schemas.microsoft.com/office/drawing/2014/main" id="{1B9850C1-42F5-44FD-9A72-95DD88E33ACA}"/>
              </a:ext>
            </a:extLst>
          </p:cNvPr>
          <p:cNvSpPr txBox="1">
            <a:spLocks/>
          </p:cNvSpPr>
          <p:nvPr/>
        </p:nvSpPr>
        <p:spPr>
          <a:xfrm>
            <a:off x="838200" y="2639174"/>
            <a:ext cx="5625662" cy="2185074"/>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0" indent="0" algn="just">
              <a:buNone/>
            </a:pPr>
            <a:r>
              <a:rPr lang="fr-TN" sz="2200" kern="0" dirty="0">
                <a:latin typeface="Calibri" panose="020F0502020204030204" pitchFamily="34" charset="0"/>
                <a:cs typeface="Calibri" panose="020F0502020204030204" pitchFamily="34" charset="0"/>
              </a:rPr>
              <a:t>La plupart des réseaux utilisent le protocole DHCP (</a:t>
            </a:r>
            <a:r>
              <a:rPr lang="fr-TN" sz="2200" b="1" kern="0" dirty="0">
                <a:latin typeface="Calibri" panose="020F0502020204030204" pitchFamily="34" charset="0"/>
                <a:cs typeface="Calibri" panose="020F0502020204030204" pitchFamily="34" charset="0"/>
              </a:rPr>
              <a:t>Dynamic Host Configuration Protocol</a:t>
            </a:r>
            <a:r>
              <a:rPr lang="fr-TN" sz="2200" kern="0" dirty="0">
                <a:latin typeface="Calibri" panose="020F0502020204030204" pitchFamily="34" charset="0"/>
                <a:cs typeface="Calibri" panose="020F0502020204030204" pitchFamily="34" charset="0"/>
              </a:rPr>
              <a:t>) pour attribuer dynamiquement les adresses IPv4.</a:t>
            </a:r>
            <a:endParaRPr lang="fr-FR" sz="2200" kern="0" dirty="0">
              <a:latin typeface="Calibri" panose="020F0502020204030204" pitchFamily="34" charset="0"/>
              <a:cs typeface="Calibri" panose="020F0502020204030204" pitchFamily="34" charset="0"/>
            </a:endParaRPr>
          </a:p>
          <a:p>
            <a:endParaRPr lang="en-US" kern="0" dirty="0"/>
          </a:p>
        </p:txBody>
      </p:sp>
      <p:pic>
        <p:nvPicPr>
          <p:cNvPr id="10" name="Picture 2">
            <a:extLst>
              <a:ext uri="{FF2B5EF4-FFF2-40B4-BE49-F238E27FC236}">
                <a16:creationId xmlns:a16="http://schemas.microsoft.com/office/drawing/2014/main" id="{1C8E385D-E98D-4E0E-8492-553829E21895}"/>
              </a:ext>
            </a:extLst>
          </p:cNvPr>
          <p:cNvPicPr>
            <a:picLocks noChangeAspect="1" noChangeArrowheads="1"/>
          </p:cNvPicPr>
          <p:nvPr/>
        </p:nvPicPr>
        <p:blipFill>
          <a:blip r:embed="rId3"/>
          <a:srcRect/>
          <a:stretch>
            <a:fillRect/>
          </a:stretch>
        </p:blipFill>
        <p:spPr bwMode="auto">
          <a:xfrm>
            <a:off x="6631319" y="1166620"/>
            <a:ext cx="5063375" cy="5689877"/>
          </a:xfrm>
          <a:prstGeom prst="rect">
            <a:avLst/>
          </a:prstGeom>
          <a:noFill/>
          <a:ln w="9525">
            <a:noFill/>
            <a:miter lim="800000"/>
            <a:headEnd/>
            <a:tailEnd/>
          </a:ln>
          <a:effectLst/>
        </p:spPr>
      </p:pic>
      <p:sp>
        <p:nvSpPr>
          <p:cNvPr id="11" name="Rectangle 10">
            <a:extLst>
              <a:ext uri="{FF2B5EF4-FFF2-40B4-BE49-F238E27FC236}">
                <a16:creationId xmlns:a16="http://schemas.microsoft.com/office/drawing/2014/main" id="{99A992A8-7D10-410B-B605-DF5B5E0001D9}"/>
              </a:ext>
            </a:extLst>
          </p:cNvPr>
          <p:cNvSpPr/>
          <p:nvPr/>
        </p:nvSpPr>
        <p:spPr>
          <a:xfrm>
            <a:off x="7085196" y="2576331"/>
            <a:ext cx="2700488" cy="455628"/>
          </a:xfrm>
          <a:prstGeom prst="rect">
            <a:avLst/>
          </a:prstGeom>
          <a:solidFill>
            <a:schemeClr val="accent1">
              <a:alpha val="10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2" name="Slide Number Placeholder 3">
            <a:extLst>
              <a:ext uri="{FF2B5EF4-FFF2-40B4-BE49-F238E27FC236}">
                <a16:creationId xmlns:a16="http://schemas.microsoft.com/office/drawing/2014/main" id="{B7B8C317-32F6-4E33-A2F5-8AA12D089EBC}"/>
              </a:ext>
            </a:extLst>
          </p:cNvPr>
          <p:cNvSpPr>
            <a:spLocks noGrp="1"/>
          </p:cNvSpPr>
          <p:nvPr>
            <p:ph type="sldNum" idx="12"/>
          </p:nvPr>
        </p:nvSpPr>
        <p:spPr>
          <a:xfrm>
            <a:off x="11834731" y="6273265"/>
            <a:ext cx="350400" cy="584735"/>
          </a:xfrm>
        </p:spPr>
        <p:txBody>
          <a:bodyPr/>
          <a:lstStyle/>
          <a:p>
            <a:fld id="{00000000-1234-1234-1234-123412341234}" type="slidenum">
              <a:rPr lang="fr-FR" smtClean="0"/>
              <a:pPr/>
              <a:t>30</a:t>
            </a:fld>
            <a:endParaRPr lang="fr-FR" dirty="0"/>
          </a:p>
        </p:txBody>
      </p:sp>
      <p:sp>
        <p:nvSpPr>
          <p:cNvPr id="13" name="AutoShape 3">
            <a:extLst>
              <a:ext uri="{FF2B5EF4-FFF2-40B4-BE49-F238E27FC236}">
                <a16:creationId xmlns:a16="http://schemas.microsoft.com/office/drawing/2014/main" id="{DD062FE0-5F3E-4C2B-A446-0801B8D65826}"/>
              </a:ext>
            </a:extLst>
          </p:cNvPr>
          <p:cNvSpPr>
            <a:spLocks noChangeArrowheads="1"/>
          </p:cNvSpPr>
          <p:nvPr/>
        </p:nvSpPr>
        <p:spPr bwMode="auto">
          <a:xfrm rot="5400000">
            <a:off x="490510" y="2848152"/>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1366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2">
            <a:extLst>
              <a:ext uri="{FF2B5EF4-FFF2-40B4-BE49-F238E27FC236}">
                <a16:creationId xmlns:a16="http://schemas.microsoft.com/office/drawing/2014/main" id="{1BC6080B-8C8C-476D-998D-7E8061C9480B}"/>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Type de communication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510BE84-B909-4EE8-AE24-182F7377A7B9}"/>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Monodiffusion</a:t>
            </a:r>
            <a:endParaRPr lang="fr-TN" sz="2600" dirty="0"/>
          </a:p>
        </p:txBody>
      </p:sp>
      <p:sp>
        <p:nvSpPr>
          <p:cNvPr id="6" name="Espace réservé du contenu 2">
            <a:extLst>
              <a:ext uri="{FF2B5EF4-FFF2-40B4-BE49-F238E27FC236}">
                <a16:creationId xmlns:a16="http://schemas.microsoft.com/office/drawing/2014/main" id="{D55E7795-8C7B-442C-B474-187B28C6CE4C}"/>
              </a:ext>
            </a:extLst>
          </p:cNvPr>
          <p:cNvSpPr txBox="1">
            <a:spLocks/>
          </p:cNvSpPr>
          <p:nvPr/>
        </p:nvSpPr>
        <p:spPr>
          <a:xfrm>
            <a:off x="880649" y="2999788"/>
            <a:ext cx="3723436" cy="2330177"/>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0" indent="0" algn="just">
              <a:buNone/>
            </a:pPr>
            <a:r>
              <a:rPr lang="fr-FR" sz="2200" b="1" kern="0" dirty="0">
                <a:latin typeface="Calibri" panose="020F0502020204030204" pitchFamily="34" charset="0"/>
                <a:cs typeface="Calibri" panose="020F0502020204030204" pitchFamily="34" charset="0"/>
              </a:rPr>
              <a:t>La monodiffusion</a:t>
            </a:r>
            <a:r>
              <a:rPr lang="fr-FR" sz="2200" kern="0" dirty="0">
                <a:latin typeface="Calibri" panose="020F0502020204030204" pitchFamily="34" charset="0"/>
                <a:cs typeface="Calibri" panose="020F0502020204030204" pitchFamily="34" charset="0"/>
              </a:rPr>
              <a:t> : envoyer un paquet d'un hôte à un autre.</a:t>
            </a:r>
          </a:p>
          <a:p>
            <a:pPr marL="0" indent="0" algn="ctr">
              <a:buNone/>
            </a:pPr>
            <a:r>
              <a:rPr lang="fr-FR" sz="2200" b="1" i="1" kern="0" dirty="0">
                <a:solidFill>
                  <a:srgbClr val="FF0000"/>
                </a:solidFill>
                <a:latin typeface="Calibri" panose="020F0502020204030204" pitchFamily="34" charset="0"/>
                <a:cs typeface="Calibri" panose="020F0502020204030204" pitchFamily="34" charset="0"/>
              </a:rPr>
              <a:t>« Unicast »</a:t>
            </a:r>
          </a:p>
          <a:p>
            <a:endParaRPr lang="en-US" sz="2200" kern="0" dirty="0">
              <a:latin typeface="Calibri" panose="020F0502020204030204" pitchFamily="34" charset="0"/>
              <a:cs typeface="Calibri" panose="020F0502020204030204" pitchFamily="34" charset="0"/>
            </a:endParaRPr>
          </a:p>
        </p:txBody>
      </p:sp>
      <p:pic>
        <p:nvPicPr>
          <p:cNvPr id="2" name="mono">
            <a:hlinkClick r:id="" action="ppaction://media"/>
            <a:extLst>
              <a:ext uri="{FF2B5EF4-FFF2-40B4-BE49-F238E27FC236}">
                <a16:creationId xmlns:a16="http://schemas.microsoft.com/office/drawing/2014/main" id="{8EC8697B-0BE5-4DED-9DB8-4E4820D641E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269351" y="1281813"/>
            <a:ext cx="6901574" cy="5399976"/>
          </a:xfrm>
          <a:prstGeom prst="rect">
            <a:avLst/>
          </a:prstGeom>
        </p:spPr>
      </p:pic>
      <p:sp>
        <p:nvSpPr>
          <p:cNvPr id="14" name="AutoShape 3">
            <a:extLst>
              <a:ext uri="{FF2B5EF4-FFF2-40B4-BE49-F238E27FC236}">
                <a16:creationId xmlns:a16="http://schemas.microsoft.com/office/drawing/2014/main" id="{60BC81E6-F916-48C1-B6E4-130BE2129C02}"/>
              </a:ext>
            </a:extLst>
          </p:cNvPr>
          <p:cNvSpPr>
            <a:spLocks noChangeArrowheads="1"/>
          </p:cNvSpPr>
          <p:nvPr/>
        </p:nvSpPr>
        <p:spPr bwMode="auto">
          <a:xfrm rot="5400000">
            <a:off x="580901" y="3205438"/>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5" name="Slide Number Placeholder 3">
            <a:extLst>
              <a:ext uri="{FF2B5EF4-FFF2-40B4-BE49-F238E27FC236}">
                <a16:creationId xmlns:a16="http://schemas.microsoft.com/office/drawing/2014/main" id="{FF2E4A82-6CF2-4614-86BE-47AD9823642C}"/>
              </a:ext>
            </a:extLst>
          </p:cNvPr>
          <p:cNvSpPr>
            <a:spLocks noGrp="1"/>
          </p:cNvSpPr>
          <p:nvPr>
            <p:ph type="sldNum" idx="12"/>
          </p:nvPr>
        </p:nvSpPr>
        <p:spPr>
          <a:xfrm>
            <a:off x="11834731" y="6273265"/>
            <a:ext cx="350400" cy="584735"/>
          </a:xfrm>
        </p:spPr>
        <p:txBody>
          <a:bodyPr/>
          <a:lstStyle/>
          <a:p>
            <a:fld id="{00000000-1234-1234-1234-123412341234}" type="slidenum">
              <a:rPr lang="fr-FR" smtClean="0"/>
              <a:pPr/>
              <a:t>31</a:t>
            </a:fld>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43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ulti">
            <a:hlinkClick r:id="" action="ppaction://media"/>
            <a:extLst>
              <a:ext uri="{FF2B5EF4-FFF2-40B4-BE49-F238E27FC236}">
                <a16:creationId xmlns:a16="http://schemas.microsoft.com/office/drawing/2014/main" id="{A32547E1-084F-4DF2-8F4C-C646F392778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954929" y="1443455"/>
            <a:ext cx="7237071" cy="5324002"/>
          </a:xfrm>
          <a:prstGeom prst="rect">
            <a:avLst/>
          </a:prstGeom>
        </p:spPr>
      </p:pic>
      <p:sp>
        <p:nvSpPr>
          <p:cNvPr id="5" name="Titre 2">
            <a:extLst>
              <a:ext uri="{FF2B5EF4-FFF2-40B4-BE49-F238E27FC236}">
                <a16:creationId xmlns:a16="http://schemas.microsoft.com/office/drawing/2014/main" id="{87E01384-EF50-4FF3-83D0-1D7109977789}"/>
              </a:ext>
            </a:extLst>
          </p:cNvPr>
          <p:cNvSpPr txBox="1">
            <a:spLocks/>
          </p:cNvSpPr>
          <p:nvPr/>
        </p:nvSpPr>
        <p:spPr>
          <a:xfrm>
            <a:off x="1319131"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Type de communication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012ED83-D70A-4D5B-93E0-1179AB67FF1F}"/>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Multidiffusion</a:t>
            </a:r>
            <a:endParaRPr lang="fr-TN" sz="2600" dirty="0"/>
          </a:p>
        </p:txBody>
      </p:sp>
      <p:sp>
        <p:nvSpPr>
          <p:cNvPr id="9" name="Espace réservé du contenu 2">
            <a:extLst>
              <a:ext uri="{FF2B5EF4-FFF2-40B4-BE49-F238E27FC236}">
                <a16:creationId xmlns:a16="http://schemas.microsoft.com/office/drawing/2014/main" id="{3C6459BE-27E5-41A1-AADE-AE9161A67BBA}"/>
              </a:ext>
            </a:extLst>
          </p:cNvPr>
          <p:cNvSpPr txBox="1">
            <a:spLocks/>
          </p:cNvSpPr>
          <p:nvPr/>
        </p:nvSpPr>
        <p:spPr>
          <a:xfrm>
            <a:off x="677094" y="2833126"/>
            <a:ext cx="3525938" cy="22103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200" b="1" dirty="0">
                <a:latin typeface="Calibri" panose="020F0502020204030204" pitchFamily="34" charset="0"/>
                <a:cs typeface="Calibri" panose="020F0502020204030204" pitchFamily="34" charset="0"/>
              </a:rPr>
              <a:t>La multidiffusion</a:t>
            </a:r>
            <a:r>
              <a:rPr lang="fr-FR" sz="2200" dirty="0">
                <a:latin typeface="Calibri" panose="020F0502020204030204" pitchFamily="34" charset="0"/>
                <a:cs typeface="Calibri" panose="020F0502020204030204" pitchFamily="34" charset="0"/>
              </a:rPr>
              <a:t> : envoyer un paquet d'un hôte à un groupe d'hôtes spécifique (qui peuvent se trouver sur différents réseaux).</a:t>
            </a:r>
          </a:p>
          <a:p>
            <a:pPr marL="0" indent="0" algn="ctr">
              <a:buNone/>
            </a:pPr>
            <a:r>
              <a:rPr lang="fr-FR" sz="2200" b="1" i="1" dirty="0">
                <a:solidFill>
                  <a:srgbClr val="FF0000"/>
                </a:solidFill>
                <a:latin typeface="Calibri" panose="020F0502020204030204" pitchFamily="34" charset="0"/>
                <a:cs typeface="Calibri" panose="020F0502020204030204" pitchFamily="34" charset="0"/>
              </a:rPr>
              <a:t>« Multicast »</a:t>
            </a:r>
          </a:p>
          <a:p>
            <a:pPr marL="0" indent="0" algn="just">
              <a:buNone/>
            </a:pPr>
            <a:endParaRPr lang="fr-FR" sz="2200" dirty="0">
              <a:latin typeface="Calibri" panose="020F0502020204030204" pitchFamily="34" charset="0"/>
              <a:cs typeface="Calibri" panose="020F0502020204030204" pitchFamily="34" charset="0"/>
            </a:endParaRPr>
          </a:p>
        </p:txBody>
      </p:sp>
      <p:sp>
        <p:nvSpPr>
          <p:cNvPr id="10" name="AutoShape 3">
            <a:extLst>
              <a:ext uri="{FF2B5EF4-FFF2-40B4-BE49-F238E27FC236}">
                <a16:creationId xmlns:a16="http://schemas.microsoft.com/office/drawing/2014/main" id="{4C146525-A992-4F06-9EDB-FE2B3CA790A6}"/>
              </a:ext>
            </a:extLst>
          </p:cNvPr>
          <p:cNvSpPr>
            <a:spLocks noChangeArrowheads="1"/>
          </p:cNvSpPr>
          <p:nvPr/>
        </p:nvSpPr>
        <p:spPr bwMode="auto">
          <a:xfrm rot="5400000">
            <a:off x="388371" y="2913328"/>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1" name="Slide Number Placeholder 3">
            <a:extLst>
              <a:ext uri="{FF2B5EF4-FFF2-40B4-BE49-F238E27FC236}">
                <a16:creationId xmlns:a16="http://schemas.microsoft.com/office/drawing/2014/main" id="{784BEBEC-F97F-45B5-B3A5-08ADD7831105}"/>
              </a:ext>
            </a:extLst>
          </p:cNvPr>
          <p:cNvSpPr>
            <a:spLocks noGrp="1"/>
          </p:cNvSpPr>
          <p:nvPr>
            <p:ph type="sldNum" idx="12"/>
          </p:nvPr>
        </p:nvSpPr>
        <p:spPr>
          <a:xfrm>
            <a:off x="11834731" y="6396376"/>
            <a:ext cx="350400" cy="338514"/>
          </a:xfrm>
        </p:spPr>
        <p:txBody>
          <a:bodyPr/>
          <a:lstStyle/>
          <a:p>
            <a:fld id="{00000000-1234-1234-1234-123412341234}" type="slidenum">
              <a:rPr lang="fr-FR" sz="1600" b="1" smtClean="0"/>
              <a:pPr/>
              <a:t>32</a:t>
            </a:fld>
            <a:endParaRPr lang="fr-FR" sz="1600" b="1" dirty="0"/>
          </a:p>
        </p:txBody>
      </p:sp>
    </p:spTree>
    <p:extLst>
      <p:ext uri="{BB962C8B-B14F-4D97-AF65-F5344CB8AC3E}">
        <p14:creationId xmlns:p14="http://schemas.microsoft.com/office/powerpoint/2010/main" val="240058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6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2">
            <a:extLst>
              <a:ext uri="{FF2B5EF4-FFF2-40B4-BE49-F238E27FC236}">
                <a16:creationId xmlns:a16="http://schemas.microsoft.com/office/drawing/2014/main" id="{659A5E42-8CE0-4244-B884-7DD1C5810403}"/>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Type de communication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0985456-44BB-45FB-BCB0-BA46B15E4E1C}"/>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Diffusion</a:t>
            </a:r>
            <a:endParaRPr lang="fr-TN" sz="2600" dirty="0"/>
          </a:p>
        </p:txBody>
      </p:sp>
      <p:sp>
        <p:nvSpPr>
          <p:cNvPr id="12" name="Espace réservé du contenu 2">
            <a:extLst>
              <a:ext uri="{FF2B5EF4-FFF2-40B4-BE49-F238E27FC236}">
                <a16:creationId xmlns:a16="http://schemas.microsoft.com/office/drawing/2014/main" id="{5851D6F9-B64D-493F-B464-47264361A0C9}"/>
              </a:ext>
            </a:extLst>
          </p:cNvPr>
          <p:cNvSpPr txBox="1">
            <a:spLocks/>
          </p:cNvSpPr>
          <p:nvPr/>
        </p:nvSpPr>
        <p:spPr>
          <a:xfrm>
            <a:off x="665782" y="2850872"/>
            <a:ext cx="3827188" cy="23301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200" b="1" dirty="0">
                <a:latin typeface="Calibri" panose="020F0502020204030204" pitchFamily="34" charset="0"/>
                <a:cs typeface="Calibri" panose="020F0502020204030204" pitchFamily="34" charset="0"/>
              </a:rPr>
              <a:t> La diffusion</a:t>
            </a:r>
            <a:r>
              <a:rPr lang="fr-FR" sz="2200" dirty="0">
                <a:latin typeface="Calibri" panose="020F0502020204030204" pitchFamily="34" charset="0"/>
                <a:cs typeface="Calibri" panose="020F0502020204030204" pitchFamily="34" charset="0"/>
              </a:rPr>
              <a:t> :  envoyer un paquet d'un hôte à tous les autres hôtes du réseau.</a:t>
            </a:r>
          </a:p>
          <a:p>
            <a:pPr marL="0" indent="0" algn="just">
              <a:buNone/>
            </a:pPr>
            <a:r>
              <a:rPr lang="fr-FR" sz="2200" b="1" i="1" dirty="0">
                <a:solidFill>
                  <a:srgbClr val="FF0000"/>
                </a:solidFill>
                <a:latin typeface="Calibri" panose="020F0502020204030204" pitchFamily="34" charset="0"/>
                <a:cs typeface="Calibri" panose="020F0502020204030204" pitchFamily="34" charset="0"/>
              </a:rPr>
              <a:t>	« Broadcast »</a:t>
            </a:r>
          </a:p>
          <a:p>
            <a:pPr marL="285750" indent="-285750" algn="just"/>
            <a:endParaRPr lang="fr-FR" sz="2200" dirty="0">
              <a:latin typeface="Calibri" panose="020F0502020204030204" pitchFamily="34" charset="0"/>
              <a:cs typeface="Calibri" panose="020F0502020204030204" pitchFamily="34" charset="0"/>
            </a:endParaRPr>
          </a:p>
        </p:txBody>
      </p:sp>
      <p:sp>
        <p:nvSpPr>
          <p:cNvPr id="20" name="Slide Number Placeholder 3">
            <a:extLst>
              <a:ext uri="{FF2B5EF4-FFF2-40B4-BE49-F238E27FC236}">
                <a16:creationId xmlns:a16="http://schemas.microsoft.com/office/drawing/2014/main" id="{0E213075-5627-4272-A0E3-F77C548A5C27}"/>
              </a:ext>
            </a:extLst>
          </p:cNvPr>
          <p:cNvSpPr>
            <a:spLocks noGrp="1"/>
          </p:cNvSpPr>
          <p:nvPr>
            <p:ph type="sldNum" idx="12"/>
          </p:nvPr>
        </p:nvSpPr>
        <p:spPr>
          <a:xfrm>
            <a:off x="11834731" y="6396375"/>
            <a:ext cx="350400" cy="338514"/>
          </a:xfrm>
        </p:spPr>
        <p:txBody>
          <a:bodyPr/>
          <a:lstStyle/>
          <a:p>
            <a:r>
              <a:rPr lang="fr-FR" dirty="0"/>
              <a:t>23</a:t>
            </a:r>
          </a:p>
        </p:txBody>
      </p:sp>
      <p:sp>
        <p:nvSpPr>
          <p:cNvPr id="21" name="AutoShape 3">
            <a:extLst>
              <a:ext uri="{FF2B5EF4-FFF2-40B4-BE49-F238E27FC236}">
                <a16:creationId xmlns:a16="http://schemas.microsoft.com/office/drawing/2014/main" id="{A9B02FCA-48F9-49C9-A2C6-57F56456C3BB}"/>
              </a:ext>
            </a:extLst>
          </p:cNvPr>
          <p:cNvSpPr>
            <a:spLocks noChangeArrowheads="1"/>
          </p:cNvSpPr>
          <p:nvPr/>
        </p:nvSpPr>
        <p:spPr bwMode="auto">
          <a:xfrm rot="5400000">
            <a:off x="388371" y="2913328"/>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pic>
        <p:nvPicPr>
          <p:cNvPr id="3" name="diff">
            <a:hlinkClick r:id="" action="ppaction://media"/>
            <a:extLst>
              <a:ext uri="{FF2B5EF4-FFF2-40B4-BE49-F238E27FC236}">
                <a16:creationId xmlns:a16="http://schemas.microsoft.com/office/drawing/2014/main" id="{9FE32867-DDEF-440B-B388-D359EEE8B8B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174547" y="1219539"/>
            <a:ext cx="7010584" cy="5652803"/>
          </a:xfrm>
          <a:prstGeom prst="rect">
            <a:avLst/>
          </a:prstGeom>
        </p:spPr>
      </p:pic>
    </p:spTree>
    <p:extLst>
      <p:ext uri="{BB962C8B-B14F-4D97-AF65-F5344CB8AC3E}">
        <p14:creationId xmlns:p14="http://schemas.microsoft.com/office/powerpoint/2010/main" val="274193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6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42A335-92FD-4402-B93A-4916A394F6FA}"/>
              </a:ext>
            </a:extLst>
          </p:cNvPr>
          <p:cNvSpPr>
            <a:spLocks noGrp="1"/>
          </p:cNvSpPr>
          <p:nvPr>
            <p:ph type="sldNum" idx="12"/>
          </p:nvPr>
        </p:nvSpPr>
        <p:spPr>
          <a:xfrm>
            <a:off x="-14779" y="6273265"/>
            <a:ext cx="350400" cy="584735"/>
          </a:xfrm>
        </p:spPr>
        <p:txBody>
          <a:bodyPr/>
          <a:lstStyle/>
          <a:p>
            <a:fld id="{00000000-1234-1234-1234-123412341234}" type="slidenum">
              <a:rPr lang="fr-FR" smtClean="0"/>
              <a:pPr/>
              <a:t>34</a:t>
            </a:fld>
            <a:endParaRPr lang="fr-FR" dirty="0"/>
          </a:p>
        </p:txBody>
      </p:sp>
      <p:pic>
        <p:nvPicPr>
          <p:cNvPr id="6" name="Picture 5">
            <a:extLst>
              <a:ext uri="{FF2B5EF4-FFF2-40B4-BE49-F238E27FC236}">
                <a16:creationId xmlns:a16="http://schemas.microsoft.com/office/drawing/2014/main" id="{6C68F1C0-3E80-48B0-8CEC-E98435435239}"/>
              </a:ext>
            </a:extLst>
          </p:cNvPr>
          <p:cNvPicPr>
            <a:picLocks noChangeAspect="1"/>
          </p:cNvPicPr>
          <p:nvPr/>
        </p:nvPicPr>
        <p:blipFill>
          <a:blip r:embed="rId3"/>
          <a:stretch>
            <a:fillRect/>
          </a:stretch>
        </p:blipFill>
        <p:spPr>
          <a:xfrm>
            <a:off x="4660983" y="2796200"/>
            <a:ext cx="2870033" cy="2353134"/>
          </a:xfrm>
          <a:prstGeom prst="rect">
            <a:avLst/>
          </a:prstGeom>
        </p:spPr>
      </p:pic>
      <p:sp>
        <p:nvSpPr>
          <p:cNvPr id="8" name="Titre 2">
            <a:extLst>
              <a:ext uri="{FF2B5EF4-FFF2-40B4-BE49-F238E27FC236}">
                <a16:creationId xmlns:a16="http://schemas.microsoft.com/office/drawing/2014/main" id="{A235725E-1D6E-47AF-81BD-2647B1C5ABF3}"/>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Type d’adresses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9" name="Espace réservé du contenu 2">
            <a:extLst>
              <a:ext uri="{FF2B5EF4-FFF2-40B4-BE49-F238E27FC236}">
                <a16:creationId xmlns:a16="http://schemas.microsoft.com/office/drawing/2014/main" id="{E4202924-E39E-48DA-ABC9-709506152125}"/>
              </a:ext>
            </a:extLst>
          </p:cNvPr>
          <p:cNvSpPr txBox="1">
            <a:spLocks/>
          </p:cNvSpPr>
          <p:nvPr/>
        </p:nvSpPr>
        <p:spPr>
          <a:xfrm>
            <a:off x="445421" y="2687121"/>
            <a:ext cx="3813006" cy="1800974"/>
          </a:xfrm>
          <a:prstGeom prst="rect">
            <a:avLst/>
          </a:prstGeom>
          <a:noFill/>
          <a:ln>
            <a:noFill/>
          </a:ln>
        </p:spPr>
        <p:txBody>
          <a:bodyPr spcFirstLastPara="1" wrap="square" lIns="45700" tIns="45700" rIns="4570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571500" lvl="1" indent="0" algn="just">
              <a:buNone/>
            </a:pPr>
            <a:r>
              <a:rPr lang="fr-FR" sz="2200" b="1" kern="0" dirty="0">
                <a:solidFill>
                  <a:schemeClr val="accent5">
                    <a:lumMod val="50000"/>
                  </a:schemeClr>
                </a:solidFill>
                <a:latin typeface="Calibri" panose="020F0502020204030204" pitchFamily="34" charset="0"/>
                <a:cs typeface="Calibri" panose="020F0502020204030204" pitchFamily="34" charset="0"/>
              </a:rPr>
              <a:t>Les adresses IPv4 publiques : </a:t>
            </a:r>
          </a:p>
          <a:p>
            <a:pPr lvl="1" algn="just"/>
            <a:r>
              <a:rPr lang="fr-FR" sz="2400" kern="0" dirty="0">
                <a:latin typeface="Calibri" panose="020F0502020204030204" pitchFamily="34" charset="0"/>
                <a:cs typeface="Calibri" panose="020F0502020204030204" pitchFamily="34" charset="0"/>
              </a:rPr>
              <a:t>sont acheminées globalement entre les routeurs des FAI (fournisseurs d'accès à Internet).</a:t>
            </a:r>
            <a:endParaRPr lang="fr-FR" sz="2200" kern="0" dirty="0">
              <a:latin typeface="Calibri" panose="020F0502020204030204" pitchFamily="34" charset="0"/>
              <a:cs typeface="Calibri" panose="020F0502020204030204" pitchFamily="34" charset="0"/>
            </a:endParaRPr>
          </a:p>
          <a:p>
            <a:pPr marL="457200" lvl="1" indent="0" algn="just">
              <a:buFont typeface="Arial"/>
              <a:buNone/>
            </a:pPr>
            <a:r>
              <a:rPr lang="fr-FR" sz="2200" kern="0" dirty="0">
                <a:latin typeface="Calibri" panose="020F0502020204030204" pitchFamily="34" charset="0"/>
                <a:cs typeface="Calibri" panose="020F0502020204030204" pitchFamily="34" charset="0"/>
              </a:rPr>
              <a:t> </a:t>
            </a:r>
          </a:p>
        </p:txBody>
      </p:sp>
      <p:sp>
        <p:nvSpPr>
          <p:cNvPr id="11" name="TextBox 10">
            <a:extLst>
              <a:ext uri="{FF2B5EF4-FFF2-40B4-BE49-F238E27FC236}">
                <a16:creationId xmlns:a16="http://schemas.microsoft.com/office/drawing/2014/main" id="{F6B0C10A-20CA-4DAE-8132-AA362F362ACB}"/>
              </a:ext>
            </a:extLst>
          </p:cNvPr>
          <p:cNvSpPr txBox="1"/>
          <p:nvPr/>
        </p:nvSpPr>
        <p:spPr>
          <a:xfrm>
            <a:off x="7306427" y="2687121"/>
            <a:ext cx="4725152" cy="2462213"/>
          </a:xfrm>
          <a:prstGeom prst="rect">
            <a:avLst/>
          </a:prstGeom>
          <a:noFill/>
        </p:spPr>
        <p:txBody>
          <a:bodyPr wrap="square">
            <a:spAutoFit/>
          </a:bodyPr>
          <a:lstStyle/>
          <a:p>
            <a:pPr lvl="1" algn="just"/>
            <a:r>
              <a:rPr lang="fr-FR" sz="2200" b="1" kern="0" dirty="0">
                <a:solidFill>
                  <a:schemeClr val="accent5">
                    <a:lumMod val="50000"/>
                  </a:schemeClr>
                </a:solidFill>
                <a:latin typeface="Calibri" panose="020F0502020204030204" pitchFamily="34" charset="0"/>
                <a:cs typeface="Calibri" panose="020F0502020204030204" pitchFamily="34" charset="0"/>
              </a:rPr>
              <a:t>Les adresses IPv4 privées : </a:t>
            </a:r>
          </a:p>
          <a:p>
            <a:pPr marL="800100" lvl="1"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ne sont pas uniques et peuvent être utilisées par n'importe quel réseau interne. </a:t>
            </a:r>
          </a:p>
          <a:p>
            <a:pPr marL="800100" lvl="1" indent="-342900" algn="just">
              <a:buFont typeface="Arial" panose="020B0604020202020204" pitchFamily="34" charset="0"/>
              <a:buChar char="•"/>
            </a:pPr>
            <a:endParaRPr lang="fr-FR" sz="2200" kern="0" dirty="0">
              <a:latin typeface="Calibri" panose="020F0502020204030204" pitchFamily="34" charset="0"/>
              <a:cs typeface="Calibri" panose="020F0502020204030204" pitchFamily="34" charset="0"/>
            </a:endParaRPr>
          </a:p>
          <a:p>
            <a:pPr marL="800100" lvl="1" indent="-342900" algn="just">
              <a:buFont typeface="Arial" panose="020B0604020202020204" pitchFamily="34" charset="0"/>
              <a:buChar char="•"/>
            </a:pPr>
            <a:r>
              <a:rPr lang="fr-FR" sz="2200" kern="0" dirty="0">
                <a:latin typeface="Calibri" panose="020F0502020204030204" pitchFamily="34" charset="0"/>
                <a:cs typeface="Calibri" panose="020F0502020204030204" pitchFamily="34" charset="0"/>
              </a:rPr>
              <a:t>ces adresses ne sont pas routables sur le réseau Internet.</a:t>
            </a:r>
          </a:p>
        </p:txBody>
      </p:sp>
      <p:sp>
        <p:nvSpPr>
          <p:cNvPr id="13" name="TextBox 12">
            <a:extLst>
              <a:ext uri="{FF2B5EF4-FFF2-40B4-BE49-F238E27FC236}">
                <a16:creationId xmlns:a16="http://schemas.microsoft.com/office/drawing/2014/main" id="{646D9BBC-E432-4BEE-9C5B-E9E6A71E088A}"/>
              </a:ext>
            </a:extLst>
          </p:cNvPr>
          <p:cNvSpPr txBox="1"/>
          <p:nvPr/>
        </p:nvSpPr>
        <p:spPr>
          <a:xfrm>
            <a:off x="1210427" y="1470637"/>
            <a:ext cx="6096000" cy="430887"/>
          </a:xfrm>
          <a:prstGeom prst="rect">
            <a:avLst/>
          </a:prstGeom>
          <a:noFill/>
        </p:spPr>
        <p:txBody>
          <a:bodyPr wrap="square">
            <a:spAutoFit/>
          </a:bodyPr>
          <a:lstStyle/>
          <a:p>
            <a:pPr marL="114300" indent="0" algn="just">
              <a:buNone/>
            </a:pPr>
            <a:r>
              <a:rPr lang="fr-FR" sz="2200" kern="0" dirty="0">
                <a:latin typeface="Calibri" panose="020F0502020204030204" pitchFamily="34" charset="0"/>
                <a:cs typeface="Calibri" panose="020F0502020204030204" pitchFamily="34" charset="0"/>
              </a:rPr>
              <a:t>Il existe deux types d’adresses IPv4 :</a:t>
            </a:r>
          </a:p>
        </p:txBody>
      </p:sp>
    </p:spTree>
    <p:extLst>
      <p:ext uri="{BB962C8B-B14F-4D97-AF65-F5344CB8AC3E}">
        <p14:creationId xmlns:p14="http://schemas.microsoft.com/office/powerpoint/2010/main" val="1284502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8FB9DD-E87B-430D-9793-7FCFE055C373}"/>
              </a:ext>
            </a:extLst>
          </p:cNvPr>
          <p:cNvSpPr>
            <a:spLocks noGrp="1"/>
          </p:cNvSpPr>
          <p:nvPr>
            <p:ph type="sldNum" idx="12"/>
          </p:nvPr>
        </p:nvSpPr>
        <p:spPr>
          <a:xfrm>
            <a:off x="11818336" y="6428956"/>
            <a:ext cx="350400" cy="584735"/>
          </a:xfrm>
        </p:spPr>
        <p:txBody>
          <a:bodyPr/>
          <a:lstStyle/>
          <a:p>
            <a:fld id="{00000000-1234-1234-1234-123412341234}" type="slidenum">
              <a:rPr lang="fr-FR" smtClean="0"/>
              <a:pPr/>
              <a:t>35</a:t>
            </a:fld>
            <a:endParaRPr lang="fr-FR" dirty="0"/>
          </a:p>
        </p:txBody>
      </p:sp>
      <p:sp>
        <p:nvSpPr>
          <p:cNvPr id="5" name="Titre 2">
            <a:extLst>
              <a:ext uri="{FF2B5EF4-FFF2-40B4-BE49-F238E27FC236}">
                <a16:creationId xmlns:a16="http://schemas.microsoft.com/office/drawing/2014/main" id="{7C1D6A29-0C4C-4F89-B9B8-1E29893D87A3}"/>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Type d’adresses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9773389-6665-4EE7-BCB3-F5ECBD5E5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255" y="2951369"/>
            <a:ext cx="6014042" cy="3417658"/>
          </a:xfrm>
          <a:prstGeom prst="rect">
            <a:avLst/>
          </a:prstGeom>
        </p:spPr>
      </p:pic>
      <p:sp>
        <p:nvSpPr>
          <p:cNvPr id="8" name="TextBox 7">
            <a:extLst>
              <a:ext uri="{FF2B5EF4-FFF2-40B4-BE49-F238E27FC236}">
                <a16:creationId xmlns:a16="http://schemas.microsoft.com/office/drawing/2014/main" id="{410AB560-C12C-4742-8A29-54E8733CB807}"/>
              </a:ext>
            </a:extLst>
          </p:cNvPr>
          <p:cNvSpPr txBox="1"/>
          <p:nvPr/>
        </p:nvSpPr>
        <p:spPr>
          <a:xfrm>
            <a:off x="838188" y="1689933"/>
            <a:ext cx="10515600" cy="769441"/>
          </a:xfrm>
          <a:prstGeom prst="rect">
            <a:avLst/>
          </a:prstGeom>
          <a:noFill/>
        </p:spPr>
        <p:txBody>
          <a:bodyPr wrap="square">
            <a:spAutoFit/>
          </a:bodyPr>
          <a:lstStyle/>
          <a:p>
            <a:r>
              <a:rPr lang="fr-FR" sz="2200" b="1" i="1" dirty="0">
                <a:solidFill>
                  <a:srgbClr val="C00000"/>
                </a:solidFill>
                <a:effectLst/>
                <a:latin typeface="Calibri" panose="020F0502020204030204" pitchFamily="34" charset="0"/>
                <a:cs typeface="Calibri" panose="020F0502020204030204" pitchFamily="34" charset="0"/>
              </a:rPr>
              <a:t>Les adresses privées </a:t>
            </a:r>
            <a:r>
              <a:rPr lang="fr-FR" sz="2200" b="0" i="0" dirty="0">
                <a:effectLst/>
                <a:latin typeface="Calibri" panose="020F0502020204030204" pitchFamily="34" charset="0"/>
                <a:cs typeface="Calibri" panose="020F0502020204030204" pitchFamily="34" charset="0"/>
              </a:rPr>
              <a:t>sont définies dans RFC 1918 et parfois appelées espace d'adressage RFC 1918.</a:t>
            </a:r>
            <a:endParaRPr lang="fr-TN" sz="22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2AFB4B3-6F68-452B-9BE7-A7D7728AA256}"/>
              </a:ext>
            </a:extLst>
          </p:cNvPr>
          <p:cNvSpPr txBox="1"/>
          <p:nvPr/>
        </p:nvSpPr>
        <p:spPr>
          <a:xfrm>
            <a:off x="1302736" y="1035592"/>
            <a:ext cx="6096000" cy="492443"/>
          </a:xfrm>
          <a:prstGeom prst="rect">
            <a:avLst/>
          </a:prstGeom>
          <a:noFill/>
        </p:spPr>
        <p:txBody>
          <a:bodyPr wrap="square">
            <a:spAutoFit/>
          </a:bodyPr>
          <a:lstStyle/>
          <a:p>
            <a:r>
              <a:rPr lang="fr-FR" sz="2600" b="1" i="1" kern="0" dirty="0">
                <a:solidFill>
                  <a:srgbClr val="C00000"/>
                </a:solidFill>
                <a:latin typeface="Calibri" panose="020F0502020204030204" pitchFamily="34" charset="0"/>
                <a:cs typeface="Calibri" panose="020F0502020204030204" pitchFamily="34" charset="0"/>
              </a:rPr>
              <a:t>Les adresses IPv4 privées</a:t>
            </a:r>
            <a:endParaRPr lang="fr-TN" sz="2600" i="1" dirty="0">
              <a:solidFill>
                <a:srgbClr val="C00000"/>
              </a:solidFill>
            </a:endParaRPr>
          </a:p>
        </p:txBody>
      </p:sp>
      <p:pic>
        <p:nvPicPr>
          <p:cNvPr id="16386" name="Picture 2">
            <a:extLst>
              <a:ext uri="{FF2B5EF4-FFF2-40B4-BE49-F238E27FC236}">
                <a16:creationId xmlns:a16="http://schemas.microsoft.com/office/drawing/2014/main" id="{2C009521-F044-4882-9B0B-6FBB54A9D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173" y="2951369"/>
            <a:ext cx="5012163" cy="3417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49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5F7E06C-83FD-4934-81C4-14ADBB2C6340}"/>
              </a:ext>
            </a:extLst>
          </p:cNvPr>
          <p:cNvPicPr>
            <a:picLocks noChangeAspect="1"/>
          </p:cNvPicPr>
          <p:nvPr/>
        </p:nvPicPr>
        <p:blipFill>
          <a:blip r:embed="rId3"/>
          <a:stretch>
            <a:fillRect/>
          </a:stretch>
        </p:blipFill>
        <p:spPr>
          <a:xfrm>
            <a:off x="7447016" y="4921357"/>
            <a:ext cx="4220817" cy="1595002"/>
          </a:xfrm>
          <a:prstGeom prst="rect">
            <a:avLst/>
          </a:prstGeom>
        </p:spPr>
      </p:pic>
      <p:sp>
        <p:nvSpPr>
          <p:cNvPr id="4" name="Slide Number Placeholder 3">
            <a:extLst>
              <a:ext uri="{FF2B5EF4-FFF2-40B4-BE49-F238E27FC236}">
                <a16:creationId xmlns:a16="http://schemas.microsoft.com/office/drawing/2014/main" id="{F790B457-3EEA-463D-9199-2EFE8791EF1A}"/>
              </a:ext>
            </a:extLst>
          </p:cNvPr>
          <p:cNvSpPr>
            <a:spLocks noGrp="1"/>
          </p:cNvSpPr>
          <p:nvPr>
            <p:ph type="sldNum" idx="12"/>
          </p:nvPr>
        </p:nvSpPr>
        <p:spPr/>
        <p:txBody>
          <a:bodyPr/>
          <a:lstStyle/>
          <a:p>
            <a:fld id="{00000000-1234-1234-1234-123412341234}" type="slidenum">
              <a:rPr lang="fr-FR" smtClean="0"/>
              <a:pPr/>
              <a:t>36</a:t>
            </a:fld>
            <a:endParaRPr lang="fr-FR" dirty="0"/>
          </a:p>
        </p:txBody>
      </p:sp>
      <p:sp>
        <p:nvSpPr>
          <p:cNvPr id="5" name="Titre 2">
            <a:extLst>
              <a:ext uri="{FF2B5EF4-FFF2-40B4-BE49-F238E27FC236}">
                <a16:creationId xmlns:a16="http://schemas.microsoft.com/office/drawing/2014/main" id="{C1CBE0C3-E716-4E2D-A35A-6F49A0DB79AD}"/>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a:solidFill>
                  <a:schemeClr val="accent3">
                    <a:lumMod val="50000"/>
                  </a:schemeClr>
                </a:solidFill>
                <a:latin typeface="Calibri" panose="020F0502020204030204" pitchFamily="34" charset="0"/>
                <a:cs typeface="Calibri" panose="020F0502020204030204" pitchFamily="34" charset="0"/>
              </a:rPr>
              <a:t>Type d’adresses IPv4</a:t>
            </a:r>
            <a:endParaRPr lang="fr-TN" sz="2800" b="1" i="1" dirty="0">
              <a:solidFill>
                <a:schemeClr val="accent3">
                  <a:lumMod val="50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1D1B98A-468F-4C5B-8FD5-66767EB8C841}"/>
              </a:ext>
            </a:extLst>
          </p:cNvPr>
          <p:cNvSpPr txBox="1"/>
          <p:nvPr/>
        </p:nvSpPr>
        <p:spPr>
          <a:xfrm>
            <a:off x="1302736" y="1035592"/>
            <a:ext cx="6096000" cy="492443"/>
          </a:xfrm>
          <a:prstGeom prst="rect">
            <a:avLst/>
          </a:prstGeom>
          <a:noFill/>
        </p:spPr>
        <p:txBody>
          <a:bodyPr wrap="square">
            <a:spAutoFit/>
          </a:bodyPr>
          <a:lstStyle/>
          <a:p>
            <a:r>
              <a:rPr lang="fr-FR" sz="2600" b="1" i="1" dirty="0">
                <a:solidFill>
                  <a:srgbClr val="C00000"/>
                </a:solidFill>
                <a:latin typeface="Calibri" panose="020F0502020204030204" pitchFamily="34" charset="0"/>
                <a:cs typeface="Calibri" panose="020F0502020204030204" pitchFamily="34" charset="0"/>
              </a:rPr>
              <a:t>Adresses IPv4 spécifiques</a:t>
            </a:r>
            <a:endParaRPr lang="fr-TN" sz="2600" b="1" i="1" dirty="0">
              <a:solidFill>
                <a:srgbClr val="C00000"/>
              </a:solidFill>
              <a:latin typeface="Calibri" panose="020F0502020204030204" pitchFamily="34" charset="0"/>
              <a:cs typeface="Calibri" panose="020F0502020204030204" pitchFamily="34" charset="0"/>
            </a:endParaRPr>
          </a:p>
        </p:txBody>
      </p:sp>
      <p:sp>
        <p:nvSpPr>
          <p:cNvPr id="7" name="Espace réservé du contenu 2">
            <a:extLst>
              <a:ext uri="{FF2B5EF4-FFF2-40B4-BE49-F238E27FC236}">
                <a16:creationId xmlns:a16="http://schemas.microsoft.com/office/drawing/2014/main" id="{78DE1840-C4F7-4D21-8301-BD4A892ADAD7}"/>
              </a:ext>
            </a:extLst>
          </p:cNvPr>
          <p:cNvSpPr txBox="1">
            <a:spLocks/>
          </p:cNvSpPr>
          <p:nvPr/>
        </p:nvSpPr>
        <p:spPr>
          <a:xfrm>
            <a:off x="421790" y="5031400"/>
            <a:ext cx="6217001" cy="3599666"/>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0" indent="0" algn="just">
              <a:buNone/>
            </a:pPr>
            <a:r>
              <a:rPr lang="fr-FR" sz="2200" b="1" i="1" kern="0" dirty="0">
                <a:solidFill>
                  <a:schemeClr val="accent5">
                    <a:lumMod val="50000"/>
                  </a:schemeClr>
                </a:solidFill>
                <a:latin typeface="Calibri" panose="020F0502020204030204" pitchFamily="34" charset="0"/>
                <a:cs typeface="Calibri" panose="020F0502020204030204" pitchFamily="34" charset="0"/>
              </a:rPr>
              <a:t>Adresses TEST-NET (19.0.2.0/24 ou 192.0.2.0 à 192.0.2.255): </a:t>
            </a:r>
            <a:r>
              <a:rPr lang="fr-FR" sz="2200" kern="0" dirty="0">
                <a:latin typeface="Calibri" panose="020F0502020204030204" pitchFamily="34" charset="0"/>
                <a:cs typeface="Calibri" panose="020F0502020204030204" pitchFamily="34" charset="0"/>
              </a:rPr>
              <a:t>Utilisées pour l'enseignement et l'apprentissage.</a:t>
            </a:r>
          </a:p>
        </p:txBody>
      </p:sp>
      <p:pic>
        <p:nvPicPr>
          <p:cNvPr id="15362" name="Picture 2" descr="Ip adresse 127.0.1.1">
            <a:extLst>
              <a:ext uri="{FF2B5EF4-FFF2-40B4-BE49-F238E27FC236}">
                <a16:creationId xmlns:a16="http://schemas.microsoft.com/office/drawing/2014/main" id="{965330CB-A0F9-4079-8854-44E80B7EE9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9998" y="1528035"/>
            <a:ext cx="3116130" cy="110799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F7C3280-834D-4594-98CB-5526E8EA3446}"/>
              </a:ext>
            </a:extLst>
          </p:cNvPr>
          <p:cNvSpPr txBox="1"/>
          <p:nvPr/>
        </p:nvSpPr>
        <p:spPr>
          <a:xfrm>
            <a:off x="421790" y="1666836"/>
            <a:ext cx="6096000" cy="1107996"/>
          </a:xfrm>
          <a:prstGeom prst="rect">
            <a:avLst/>
          </a:prstGeom>
          <a:noFill/>
        </p:spPr>
        <p:txBody>
          <a:bodyPr wrap="square">
            <a:spAutoFit/>
          </a:bodyPr>
          <a:lstStyle/>
          <a:p>
            <a:pPr marL="0" indent="0" algn="just">
              <a:buNone/>
            </a:pPr>
            <a:r>
              <a:rPr lang="fr-FR" sz="2200" b="1" i="1" kern="0" dirty="0">
                <a:solidFill>
                  <a:schemeClr val="accent5">
                    <a:lumMod val="50000"/>
                  </a:schemeClr>
                </a:solidFill>
                <a:latin typeface="Calibri" panose="020F0502020204030204" pitchFamily="34" charset="0"/>
                <a:cs typeface="Calibri" panose="020F0502020204030204" pitchFamily="34" charset="0"/>
              </a:rPr>
              <a:t>Adresses de bouclage (127.0.0.0 /8 ou 127.0.0.1): </a:t>
            </a:r>
            <a:r>
              <a:rPr lang="fr-FR" sz="2200" kern="0" dirty="0">
                <a:latin typeface="Calibri" panose="020F0502020204030204" pitchFamily="34" charset="0"/>
                <a:cs typeface="Calibri" panose="020F0502020204030204" pitchFamily="34" charset="0"/>
              </a:rPr>
              <a:t>Utilisées sur un hôte pour tester si la configuration TCP/IP est opérationnelle.</a:t>
            </a:r>
          </a:p>
        </p:txBody>
      </p:sp>
      <p:sp>
        <p:nvSpPr>
          <p:cNvPr id="12" name="TextBox 11">
            <a:extLst>
              <a:ext uri="{FF2B5EF4-FFF2-40B4-BE49-F238E27FC236}">
                <a16:creationId xmlns:a16="http://schemas.microsoft.com/office/drawing/2014/main" id="{6B23885B-8308-42D3-A625-D3CBFFE97CC7}"/>
              </a:ext>
            </a:extLst>
          </p:cNvPr>
          <p:cNvSpPr txBox="1"/>
          <p:nvPr/>
        </p:nvSpPr>
        <p:spPr>
          <a:xfrm>
            <a:off x="421790" y="3098068"/>
            <a:ext cx="6412147" cy="1785104"/>
          </a:xfrm>
          <a:prstGeom prst="rect">
            <a:avLst/>
          </a:prstGeom>
          <a:noFill/>
        </p:spPr>
        <p:txBody>
          <a:bodyPr wrap="square">
            <a:spAutoFit/>
          </a:bodyPr>
          <a:lstStyle/>
          <a:p>
            <a:pPr marL="0" indent="0" algn="just">
              <a:buNone/>
            </a:pPr>
            <a:r>
              <a:rPr lang="fr-FR" sz="2200" b="1" i="1" kern="0" dirty="0">
                <a:solidFill>
                  <a:schemeClr val="accent5">
                    <a:lumMod val="50000"/>
                  </a:schemeClr>
                </a:solidFill>
                <a:latin typeface="Calibri" panose="020F0502020204030204" pitchFamily="34" charset="0"/>
                <a:cs typeface="Calibri" panose="020F0502020204030204" pitchFamily="34" charset="0"/>
              </a:rPr>
              <a:t>Adresses Link-Local (169.254.0.0 /16 ou 169.254.0.1): </a:t>
            </a:r>
            <a:r>
              <a:rPr lang="fr-FR" sz="2200" kern="0" dirty="0">
                <a:latin typeface="Calibri" panose="020F0502020204030204" pitchFamily="34" charset="0"/>
                <a:cs typeface="Calibri" panose="020F0502020204030204" pitchFamily="34" charset="0"/>
              </a:rPr>
              <a:t>Communément appelées adresses APIPA (</a:t>
            </a:r>
            <a:r>
              <a:rPr lang="fr-FR" sz="2200" b="1" kern="0" dirty="0" err="1">
                <a:latin typeface="Calibri" panose="020F0502020204030204" pitchFamily="34" charset="0"/>
                <a:cs typeface="Calibri" panose="020F0502020204030204" pitchFamily="34" charset="0"/>
              </a:rPr>
              <a:t>Automatic</a:t>
            </a:r>
            <a:r>
              <a:rPr lang="fr-FR" sz="2200" b="1" kern="0" dirty="0">
                <a:latin typeface="Calibri" panose="020F0502020204030204" pitchFamily="34" charset="0"/>
                <a:cs typeface="Calibri" panose="020F0502020204030204" pitchFamily="34" charset="0"/>
              </a:rPr>
              <a:t> </a:t>
            </a:r>
            <a:r>
              <a:rPr lang="fr-FR" sz="2200" b="1" kern="0" dirty="0" err="1">
                <a:latin typeface="Calibri" panose="020F0502020204030204" pitchFamily="34" charset="0"/>
                <a:cs typeface="Calibri" panose="020F0502020204030204" pitchFamily="34" charset="0"/>
              </a:rPr>
              <a:t>Private</a:t>
            </a:r>
            <a:r>
              <a:rPr lang="fr-FR" sz="2200" b="1" kern="0" dirty="0">
                <a:latin typeface="Calibri" panose="020F0502020204030204" pitchFamily="34" charset="0"/>
                <a:cs typeface="Calibri" panose="020F0502020204030204" pitchFamily="34" charset="0"/>
              </a:rPr>
              <a:t> IP </a:t>
            </a:r>
            <a:r>
              <a:rPr lang="fr-FR" sz="2200" b="1" kern="0" dirty="0" err="1">
                <a:latin typeface="Calibri" panose="020F0502020204030204" pitchFamily="34" charset="0"/>
                <a:cs typeface="Calibri" panose="020F0502020204030204" pitchFamily="34" charset="0"/>
              </a:rPr>
              <a:t>Addressing</a:t>
            </a:r>
            <a:r>
              <a:rPr lang="fr-FR" sz="2200" kern="0" dirty="0">
                <a:latin typeface="Calibri" panose="020F0502020204030204" pitchFamily="34" charset="0"/>
                <a:cs typeface="Calibri" panose="020F0502020204030204" pitchFamily="34" charset="0"/>
              </a:rPr>
              <a:t>): Utilisées par le client Windows pour s'</a:t>
            </a:r>
            <a:r>
              <a:rPr lang="fr-FR" sz="2200" kern="0" dirty="0" err="1">
                <a:latin typeface="Calibri" panose="020F0502020204030204" pitchFamily="34" charset="0"/>
                <a:cs typeface="Calibri" panose="020F0502020204030204" pitchFamily="34" charset="0"/>
              </a:rPr>
              <a:t>auto-configurer</a:t>
            </a:r>
            <a:r>
              <a:rPr lang="fr-FR" sz="2200" kern="0" dirty="0">
                <a:latin typeface="Calibri" panose="020F0502020204030204" pitchFamily="34" charset="0"/>
                <a:cs typeface="Calibri" panose="020F0502020204030204" pitchFamily="34" charset="0"/>
              </a:rPr>
              <a:t> si aucun serveur DHCP n'est disponible.</a:t>
            </a:r>
          </a:p>
        </p:txBody>
      </p:sp>
      <p:pic>
        <p:nvPicPr>
          <p:cNvPr id="13" name="Picture 12">
            <a:extLst>
              <a:ext uri="{FF2B5EF4-FFF2-40B4-BE49-F238E27FC236}">
                <a16:creationId xmlns:a16="http://schemas.microsoft.com/office/drawing/2014/main" id="{22B2E870-8F26-4054-8267-D98435749A08}"/>
              </a:ext>
            </a:extLst>
          </p:cNvPr>
          <p:cNvPicPr>
            <a:picLocks noChangeAspect="1"/>
          </p:cNvPicPr>
          <p:nvPr/>
        </p:nvPicPr>
        <p:blipFill>
          <a:blip r:embed="rId5"/>
          <a:stretch>
            <a:fillRect/>
          </a:stretch>
        </p:blipFill>
        <p:spPr>
          <a:xfrm>
            <a:off x="7609998" y="2917006"/>
            <a:ext cx="3696650" cy="1966166"/>
          </a:xfrm>
          <a:prstGeom prst="rect">
            <a:avLst/>
          </a:prstGeom>
        </p:spPr>
      </p:pic>
    </p:spTree>
    <p:extLst>
      <p:ext uri="{BB962C8B-B14F-4D97-AF65-F5344CB8AC3E}">
        <p14:creationId xmlns:p14="http://schemas.microsoft.com/office/powerpoint/2010/main" val="368081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barn(inVertical)">
                                      <p:cBhvr>
                                        <p:cTn id="10" dur="500"/>
                                        <p:tgtEl>
                                          <p:spTgt spid="1536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ow the world is split by IP addresses">
            <a:extLst>
              <a:ext uri="{FF2B5EF4-FFF2-40B4-BE49-F238E27FC236}">
                <a16:creationId xmlns:a16="http://schemas.microsoft.com/office/drawing/2014/main" id="{A033B40D-D5B6-49F3-AC47-40DDC67BA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2836" y="1151755"/>
            <a:ext cx="6279164" cy="57062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4983588-9DD0-4978-A638-E86F878C608B}"/>
              </a:ext>
            </a:extLst>
          </p:cNvPr>
          <p:cNvSpPr>
            <a:spLocks noGrp="1"/>
          </p:cNvSpPr>
          <p:nvPr>
            <p:ph type="sldNum" idx="12"/>
          </p:nvPr>
        </p:nvSpPr>
        <p:spPr/>
        <p:txBody>
          <a:bodyPr/>
          <a:lstStyle/>
          <a:p>
            <a:fld id="{00000000-1234-1234-1234-123412341234}" type="slidenum">
              <a:rPr lang="fr-FR" smtClean="0"/>
              <a:pPr/>
              <a:t>37</a:t>
            </a:fld>
            <a:endParaRPr lang="fr-FR" dirty="0"/>
          </a:p>
        </p:txBody>
      </p:sp>
      <p:sp>
        <p:nvSpPr>
          <p:cNvPr id="6" name="Espace réservé du contenu 2">
            <a:extLst>
              <a:ext uri="{FF2B5EF4-FFF2-40B4-BE49-F238E27FC236}">
                <a16:creationId xmlns:a16="http://schemas.microsoft.com/office/drawing/2014/main" id="{B2478271-7162-4B44-91DC-7D544796FE85}"/>
              </a:ext>
            </a:extLst>
          </p:cNvPr>
          <p:cNvSpPr txBox="1">
            <a:spLocks/>
          </p:cNvSpPr>
          <p:nvPr/>
        </p:nvSpPr>
        <p:spPr>
          <a:xfrm>
            <a:off x="403644" y="1983038"/>
            <a:ext cx="5165508" cy="4385989"/>
          </a:xfrm>
          <a:prstGeom prst="rect">
            <a:avLst/>
          </a:prstGeom>
          <a:noFill/>
          <a:ln>
            <a:noFill/>
          </a:ln>
        </p:spPr>
        <p:txBody>
          <a:bodyPr spcFirstLastPara="1" wrap="square" lIns="45700" tIns="45700" rIns="45700"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algn="just"/>
            <a:r>
              <a:rPr lang="fr-FR" kern="0" dirty="0">
                <a:latin typeface="Calibri" panose="020F0502020204030204" pitchFamily="34" charset="0"/>
                <a:cs typeface="Calibri" panose="020F0502020204030204" pitchFamily="34" charset="0"/>
              </a:rPr>
              <a:t>Les adresses IPv4 et IPv6  sont gérées par l'</a:t>
            </a:r>
            <a:r>
              <a:rPr lang="fr-FR" b="1" kern="0" dirty="0">
                <a:latin typeface="Calibri" panose="020F0502020204030204" pitchFamily="34" charset="0"/>
                <a:cs typeface="Calibri" panose="020F0502020204030204" pitchFamily="34" charset="0"/>
              </a:rPr>
              <a:t>IANA</a:t>
            </a:r>
            <a:r>
              <a:rPr lang="fr-FR" kern="0" dirty="0">
                <a:latin typeface="Calibri" panose="020F0502020204030204" pitchFamily="34" charset="0"/>
                <a:cs typeface="Calibri" panose="020F0502020204030204" pitchFamily="34" charset="0"/>
              </a:rPr>
              <a:t> (Internet </a:t>
            </a:r>
            <a:r>
              <a:rPr lang="fr-FR" kern="0" dirty="0" err="1">
                <a:latin typeface="Calibri" panose="020F0502020204030204" pitchFamily="34" charset="0"/>
                <a:cs typeface="Calibri" panose="020F0502020204030204" pitchFamily="34" charset="0"/>
              </a:rPr>
              <a:t>Assigned</a:t>
            </a:r>
            <a:r>
              <a:rPr lang="fr-FR" kern="0" dirty="0">
                <a:latin typeface="Calibri" panose="020F0502020204030204" pitchFamily="34" charset="0"/>
                <a:cs typeface="Calibri" panose="020F0502020204030204" pitchFamily="34" charset="0"/>
              </a:rPr>
              <a:t> Numbers </a:t>
            </a:r>
            <a:r>
              <a:rPr lang="fr-FR" kern="0" dirty="0" err="1">
                <a:latin typeface="Calibri" panose="020F0502020204030204" pitchFamily="34" charset="0"/>
                <a:cs typeface="Calibri" panose="020F0502020204030204" pitchFamily="34" charset="0"/>
              </a:rPr>
              <a:t>Authority</a:t>
            </a:r>
            <a:r>
              <a:rPr lang="fr-FR" kern="0" dirty="0">
                <a:latin typeface="Calibri" panose="020F0502020204030204" pitchFamily="34" charset="0"/>
                <a:cs typeface="Calibri" panose="020F0502020204030204" pitchFamily="34" charset="0"/>
              </a:rPr>
              <a:t>) .</a:t>
            </a:r>
          </a:p>
          <a:p>
            <a:pPr algn="just"/>
            <a:r>
              <a:rPr lang="fr-FR" kern="0" dirty="0">
                <a:latin typeface="Calibri" panose="020F0502020204030204" pitchFamily="34" charset="0"/>
                <a:cs typeface="Calibri" panose="020F0502020204030204" pitchFamily="34" charset="0"/>
              </a:rPr>
              <a:t>Les RIR (</a:t>
            </a:r>
            <a:r>
              <a:rPr lang="fr-FR" kern="0" dirty="0" err="1">
                <a:latin typeface="Calibri" panose="020F0502020204030204" pitchFamily="34" charset="0"/>
                <a:cs typeface="Calibri" panose="020F0502020204030204" pitchFamily="34" charset="0"/>
              </a:rPr>
              <a:t>Regional</a:t>
            </a:r>
            <a:r>
              <a:rPr lang="fr-FR" kern="0" dirty="0">
                <a:latin typeface="Calibri" panose="020F0502020204030204" pitchFamily="34" charset="0"/>
                <a:cs typeface="Calibri" panose="020F0502020204030204" pitchFamily="34" charset="0"/>
              </a:rPr>
              <a:t> Internet </a:t>
            </a:r>
            <a:r>
              <a:rPr lang="fr-FR" kern="0" dirty="0" err="1">
                <a:latin typeface="Calibri" panose="020F0502020204030204" pitchFamily="34" charset="0"/>
                <a:cs typeface="Calibri" panose="020F0502020204030204" pitchFamily="34" charset="0"/>
              </a:rPr>
              <a:t>Registry</a:t>
            </a:r>
            <a:r>
              <a:rPr lang="fr-FR" kern="0" dirty="0">
                <a:latin typeface="Calibri" panose="020F0502020204030204" pitchFamily="34" charset="0"/>
                <a:cs typeface="Calibri" panose="020F0502020204030204" pitchFamily="34" charset="0"/>
              </a:rPr>
              <a:t>) sont chargés d'attribuer des adresses IP à des FAI qui, à leur tour, fournissent des blocs d'adresses IPv4 aux entreprises et aux FAI de plus petite envergure. </a:t>
            </a:r>
          </a:p>
          <a:p>
            <a:pPr algn="just"/>
            <a:r>
              <a:rPr lang="fr-FR" kern="0" dirty="0">
                <a:latin typeface="Calibri" panose="020F0502020204030204" pitchFamily="34" charset="0"/>
                <a:cs typeface="Calibri" panose="020F0502020204030204" pitchFamily="34" charset="0"/>
              </a:rPr>
              <a:t>Les entreprises peuvent obtenir leurs adresses directement auprès d'un organisme d'enregistrement Internet local selon la politique appliquée par celui-ci.</a:t>
            </a:r>
          </a:p>
          <a:p>
            <a:pPr algn="just"/>
            <a:endParaRPr lang="en-US" kern="0" dirty="0">
              <a:latin typeface="Calibri" panose="020F0502020204030204" pitchFamily="34" charset="0"/>
              <a:cs typeface="Calibri" panose="020F0502020204030204" pitchFamily="34" charset="0"/>
            </a:endParaRPr>
          </a:p>
        </p:txBody>
      </p:sp>
      <p:sp>
        <p:nvSpPr>
          <p:cNvPr id="10" name="Titre 2">
            <a:extLst>
              <a:ext uri="{FF2B5EF4-FFF2-40B4-BE49-F238E27FC236}">
                <a16:creationId xmlns:a16="http://schemas.microsoft.com/office/drawing/2014/main" id="{4F163570-DA97-4A0B-8A05-9ED51BE05EED}"/>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bg2">
                    <a:lumMod val="50000"/>
                  </a:schemeClr>
                </a:solidFill>
                <a:latin typeface="Calibri" panose="020F0502020204030204" pitchFamily="34" charset="0"/>
                <a:cs typeface="Calibri" panose="020F0502020204030204" pitchFamily="34" charset="0"/>
              </a:rPr>
              <a:t>Qui gère et attribue ces adresses IP?</a:t>
            </a:r>
            <a:endParaRPr lang="fr-TN" b="1" i="1" dirty="0">
              <a:solidFill>
                <a:schemeClr val="bg2">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0904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BEF4FF-4546-496C-BA05-B49625569B8B}"/>
              </a:ext>
            </a:extLst>
          </p:cNvPr>
          <p:cNvSpPr>
            <a:spLocks noGrp="1"/>
          </p:cNvSpPr>
          <p:nvPr>
            <p:ph type="sldNum" idx="12"/>
          </p:nvPr>
        </p:nvSpPr>
        <p:spPr/>
        <p:txBody>
          <a:bodyPr/>
          <a:lstStyle/>
          <a:p>
            <a:fld id="{00000000-1234-1234-1234-123412341234}" type="slidenum">
              <a:rPr lang="fr-FR" smtClean="0"/>
              <a:pPr/>
              <a:t>38</a:t>
            </a:fld>
            <a:endParaRPr lang="fr-FR" dirty="0"/>
          </a:p>
        </p:txBody>
      </p:sp>
      <p:sp>
        <p:nvSpPr>
          <p:cNvPr id="5" name="Titre 2">
            <a:extLst>
              <a:ext uri="{FF2B5EF4-FFF2-40B4-BE49-F238E27FC236}">
                <a16:creationId xmlns:a16="http://schemas.microsoft.com/office/drawing/2014/main" id="{DBF2EDC9-C6A4-4A44-AE42-E1739DA62482}"/>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Système d’adressage </a:t>
            </a:r>
            <a:r>
              <a:rPr lang="fr-FR" b="1" i="1" dirty="0">
                <a:solidFill>
                  <a:srgbClr val="C00000"/>
                </a:solidFill>
                <a:latin typeface="Calibri" panose="020F0502020204030204" pitchFamily="34" charset="0"/>
                <a:cs typeface="Calibri" panose="020F0502020204030204" pitchFamily="34" charset="0"/>
              </a:rPr>
              <a:t>par classe</a:t>
            </a:r>
            <a:endParaRPr lang="fr-TN" sz="2800" b="1" i="1" dirty="0">
              <a:solidFill>
                <a:srgbClr val="C00000"/>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C09F0AEA-4D19-4E45-BDEB-20B9B74D8838}"/>
              </a:ext>
            </a:extLst>
          </p:cNvPr>
          <p:cNvPicPr>
            <a:picLocks noChangeAspect="1"/>
          </p:cNvPicPr>
          <p:nvPr/>
        </p:nvPicPr>
        <p:blipFill>
          <a:blip r:embed="rId3"/>
          <a:stretch>
            <a:fillRect/>
          </a:stretch>
        </p:blipFill>
        <p:spPr>
          <a:xfrm>
            <a:off x="0" y="1352642"/>
            <a:ext cx="5005134" cy="5478591"/>
          </a:xfrm>
          <a:prstGeom prst="rect">
            <a:avLst/>
          </a:prstGeom>
        </p:spPr>
      </p:pic>
      <p:sp>
        <p:nvSpPr>
          <p:cNvPr id="9" name="TextBox 8">
            <a:extLst>
              <a:ext uri="{FF2B5EF4-FFF2-40B4-BE49-F238E27FC236}">
                <a16:creationId xmlns:a16="http://schemas.microsoft.com/office/drawing/2014/main" id="{CADDD3FB-E5A1-40CE-81E7-895498118B8E}"/>
              </a:ext>
            </a:extLst>
          </p:cNvPr>
          <p:cNvSpPr txBox="1"/>
          <p:nvPr/>
        </p:nvSpPr>
        <p:spPr>
          <a:xfrm>
            <a:off x="5912955" y="1167976"/>
            <a:ext cx="6092686" cy="369332"/>
          </a:xfrm>
          <a:prstGeom prst="rect">
            <a:avLst/>
          </a:prstGeom>
          <a:noFill/>
        </p:spPr>
        <p:txBody>
          <a:bodyPr wrap="square">
            <a:spAutoFit/>
          </a:bodyPr>
          <a:lstStyle/>
          <a:p>
            <a:r>
              <a:rPr lang="fr-FR" sz="1800" b="1" i="1" dirty="0">
                <a:solidFill>
                  <a:schemeClr val="accent1">
                    <a:lumMod val="75000"/>
                  </a:schemeClr>
                </a:solidFill>
                <a:effectLst/>
                <a:latin typeface="Calibri" panose="020F0502020204030204" pitchFamily="34" charset="0"/>
                <a:cs typeface="Calibri" panose="020F0502020204030204" pitchFamily="34" charset="0"/>
              </a:rPr>
              <a:t>Nombre de réseaux de la classe A</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pic>
        <p:nvPicPr>
          <p:cNvPr id="17410" name="Picture 2">
            <a:extLst>
              <a:ext uri="{FF2B5EF4-FFF2-40B4-BE49-F238E27FC236}">
                <a16:creationId xmlns:a16="http://schemas.microsoft.com/office/drawing/2014/main" id="{4BDA8460-01A8-4960-9E13-7E310A6CA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1583" y="1587614"/>
            <a:ext cx="5005134" cy="246552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E621F86-0A75-4896-81FE-A21365C44A6E}"/>
              </a:ext>
            </a:extLst>
          </p:cNvPr>
          <p:cNvSpPr txBox="1"/>
          <p:nvPr/>
        </p:nvSpPr>
        <p:spPr>
          <a:xfrm>
            <a:off x="5912955" y="4126408"/>
            <a:ext cx="6092686" cy="369332"/>
          </a:xfrm>
          <a:prstGeom prst="rect">
            <a:avLst/>
          </a:prstGeom>
          <a:noFill/>
        </p:spPr>
        <p:txBody>
          <a:bodyPr wrap="square">
            <a:spAutoFit/>
          </a:bodyPr>
          <a:lstStyle/>
          <a:p>
            <a:r>
              <a:rPr lang="en-US" sz="1800" b="1" i="1" dirty="0" err="1">
                <a:solidFill>
                  <a:schemeClr val="accent1">
                    <a:lumMod val="75000"/>
                  </a:schemeClr>
                </a:solidFill>
                <a:effectLst/>
                <a:latin typeface="Calibri" panose="020F0502020204030204" pitchFamily="34" charset="0"/>
                <a:cs typeface="Calibri" panose="020F0502020204030204" pitchFamily="34" charset="0"/>
              </a:rPr>
              <a:t>Nombre</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d’hôtes</a:t>
            </a:r>
            <a:r>
              <a:rPr lang="en-US" sz="1800" b="1" i="1" dirty="0">
                <a:solidFill>
                  <a:schemeClr val="accent1">
                    <a:lumMod val="75000"/>
                  </a:schemeClr>
                </a:solidFill>
                <a:effectLst/>
                <a:latin typeface="Calibri" panose="020F0502020204030204" pitchFamily="34" charset="0"/>
                <a:cs typeface="Calibri" panose="020F0502020204030204" pitchFamily="34" charset="0"/>
              </a:rPr>
              <a:t> par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réseau</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pic>
        <p:nvPicPr>
          <p:cNvPr id="17412" name="Picture 4">
            <a:extLst>
              <a:ext uri="{FF2B5EF4-FFF2-40B4-BE49-F238E27FC236}">
                <a16:creationId xmlns:a16="http://schemas.microsoft.com/office/drawing/2014/main" id="{747CCEA7-44A8-4930-8E9F-5A58E30FE7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1583" y="4546740"/>
            <a:ext cx="5005134" cy="2260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53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fade">
                                      <p:cBhvr>
                                        <p:cTn id="12" dur="1000"/>
                                        <p:tgtEl>
                                          <p:spTgt spid="17410"/>
                                        </p:tgtEl>
                                      </p:cBhvr>
                                    </p:animEffect>
                                    <p:anim calcmode="lin" valueType="num">
                                      <p:cBhvr>
                                        <p:cTn id="13" dur="1000" fill="hold"/>
                                        <p:tgtEl>
                                          <p:spTgt spid="17410"/>
                                        </p:tgtEl>
                                        <p:attrNameLst>
                                          <p:attrName>ppt_x</p:attrName>
                                        </p:attrNameLst>
                                      </p:cBhvr>
                                      <p:tavLst>
                                        <p:tav tm="0">
                                          <p:val>
                                            <p:strVal val="#ppt_x"/>
                                          </p:val>
                                        </p:tav>
                                        <p:tav tm="100000">
                                          <p:val>
                                            <p:strVal val="#ppt_x"/>
                                          </p:val>
                                        </p:tav>
                                      </p:tavLst>
                                    </p:anim>
                                    <p:anim calcmode="lin" valueType="num">
                                      <p:cBhvr>
                                        <p:cTn id="14"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7412"/>
                                        </p:tgtEl>
                                        <p:attrNameLst>
                                          <p:attrName>style.visibility</p:attrName>
                                        </p:attrNameLst>
                                      </p:cBhvr>
                                      <p:to>
                                        <p:strVal val="visible"/>
                                      </p:to>
                                    </p:set>
                                    <p:animEffect transition="in" filter="fade">
                                      <p:cBhvr>
                                        <p:cTn id="24" dur="1000"/>
                                        <p:tgtEl>
                                          <p:spTgt spid="17412"/>
                                        </p:tgtEl>
                                      </p:cBhvr>
                                    </p:animEffect>
                                    <p:anim calcmode="lin" valueType="num">
                                      <p:cBhvr>
                                        <p:cTn id="25" dur="1000" fill="hold"/>
                                        <p:tgtEl>
                                          <p:spTgt spid="17412"/>
                                        </p:tgtEl>
                                        <p:attrNameLst>
                                          <p:attrName>ppt_x</p:attrName>
                                        </p:attrNameLst>
                                      </p:cBhvr>
                                      <p:tavLst>
                                        <p:tav tm="0">
                                          <p:val>
                                            <p:strVal val="#ppt_x"/>
                                          </p:val>
                                        </p:tav>
                                        <p:tav tm="100000">
                                          <p:val>
                                            <p:strVal val="#ppt_x"/>
                                          </p:val>
                                        </p:tav>
                                      </p:tavLst>
                                    </p:anim>
                                    <p:anim calcmode="lin" valueType="num">
                                      <p:cBhvr>
                                        <p:cTn id="26" dur="1000" fill="hold"/>
                                        <p:tgtEl>
                                          <p:spTgt spid="174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499102-2244-4B38-AD5F-1FE65552D63F}"/>
              </a:ext>
            </a:extLst>
          </p:cNvPr>
          <p:cNvSpPr>
            <a:spLocks noGrp="1"/>
          </p:cNvSpPr>
          <p:nvPr>
            <p:ph type="sldNum" idx="12"/>
          </p:nvPr>
        </p:nvSpPr>
        <p:spPr/>
        <p:txBody>
          <a:bodyPr/>
          <a:lstStyle/>
          <a:p>
            <a:fld id="{00000000-1234-1234-1234-123412341234}" type="slidenum">
              <a:rPr lang="fr-FR" smtClean="0"/>
              <a:pPr/>
              <a:t>39</a:t>
            </a:fld>
            <a:endParaRPr lang="fr-FR" dirty="0"/>
          </a:p>
        </p:txBody>
      </p:sp>
      <p:pic>
        <p:nvPicPr>
          <p:cNvPr id="18434" name="Picture 2">
            <a:extLst>
              <a:ext uri="{FF2B5EF4-FFF2-40B4-BE49-F238E27FC236}">
                <a16:creationId xmlns:a16="http://schemas.microsoft.com/office/drawing/2014/main" id="{22358ECE-CFED-4A06-88E9-A1ED345DB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5029200" cy="5459633"/>
          </a:xfrm>
          <a:prstGeom prst="rect">
            <a:avLst/>
          </a:prstGeom>
          <a:noFill/>
          <a:extLst>
            <a:ext uri="{909E8E84-426E-40DD-AFC4-6F175D3DCCD1}">
              <a14:hiddenFill xmlns:a14="http://schemas.microsoft.com/office/drawing/2010/main">
                <a:solidFill>
                  <a:srgbClr val="FFFFFF"/>
                </a:solidFill>
              </a14:hiddenFill>
            </a:ext>
          </a:extLst>
        </p:spPr>
      </p:pic>
      <p:sp>
        <p:nvSpPr>
          <p:cNvPr id="6" name="Titre 2">
            <a:extLst>
              <a:ext uri="{FF2B5EF4-FFF2-40B4-BE49-F238E27FC236}">
                <a16:creationId xmlns:a16="http://schemas.microsoft.com/office/drawing/2014/main" id="{72393AA0-6F45-4F34-A782-2E998F538ABB}"/>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Système d’adressage </a:t>
            </a:r>
            <a:r>
              <a:rPr lang="fr-FR" b="1" i="1" dirty="0">
                <a:solidFill>
                  <a:srgbClr val="C00000"/>
                </a:solidFill>
                <a:latin typeface="Calibri" panose="020F0502020204030204" pitchFamily="34" charset="0"/>
                <a:cs typeface="Calibri" panose="020F0502020204030204" pitchFamily="34" charset="0"/>
              </a:rPr>
              <a:t>par classe</a:t>
            </a:r>
            <a:endParaRPr lang="fr-TN" sz="2800" b="1" i="1" dirty="0">
              <a:solidFill>
                <a:srgbClr val="C00000"/>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85DD909-FFB9-41B9-9886-B9636523495C}"/>
              </a:ext>
            </a:extLst>
          </p:cNvPr>
          <p:cNvSpPr txBox="1"/>
          <p:nvPr/>
        </p:nvSpPr>
        <p:spPr>
          <a:xfrm>
            <a:off x="5912955" y="1167976"/>
            <a:ext cx="6092686" cy="369332"/>
          </a:xfrm>
          <a:prstGeom prst="rect">
            <a:avLst/>
          </a:prstGeom>
          <a:noFill/>
        </p:spPr>
        <p:txBody>
          <a:bodyPr wrap="square">
            <a:spAutoFit/>
          </a:bodyPr>
          <a:lstStyle/>
          <a:p>
            <a:r>
              <a:rPr lang="fr-FR" sz="1800" b="1" i="1" dirty="0">
                <a:solidFill>
                  <a:schemeClr val="accent1">
                    <a:lumMod val="75000"/>
                  </a:schemeClr>
                </a:solidFill>
                <a:effectLst/>
                <a:latin typeface="Calibri" panose="020F0502020204030204" pitchFamily="34" charset="0"/>
                <a:cs typeface="Calibri" panose="020F0502020204030204" pitchFamily="34" charset="0"/>
              </a:rPr>
              <a:t>Nombre de réseaux de la classe B</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D6872DF-78EA-4BA2-ABF9-5DD32EBADEAE}"/>
              </a:ext>
            </a:extLst>
          </p:cNvPr>
          <p:cNvSpPr txBox="1"/>
          <p:nvPr/>
        </p:nvSpPr>
        <p:spPr>
          <a:xfrm>
            <a:off x="5912955" y="4126408"/>
            <a:ext cx="6092686" cy="369332"/>
          </a:xfrm>
          <a:prstGeom prst="rect">
            <a:avLst/>
          </a:prstGeom>
          <a:noFill/>
        </p:spPr>
        <p:txBody>
          <a:bodyPr wrap="square">
            <a:spAutoFit/>
          </a:bodyPr>
          <a:lstStyle/>
          <a:p>
            <a:r>
              <a:rPr lang="en-US" sz="1800" b="1" i="1" dirty="0" err="1">
                <a:solidFill>
                  <a:schemeClr val="accent1">
                    <a:lumMod val="75000"/>
                  </a:schemeClr>
                </a:solidFill>
                <a:effectLst/>
                <a:latin typeface="Calibri" panose="020F0502020204030204" pitchFamily="34" charset="0"/>
                <a:cs typeface="Calibri" panose="020F0502020204030204" pitchFamily="34" charset="0"/>
              </a:rPr>
              <a:t>Nombre</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d’hôtes</a:t>
            </a:r>
            <a:r>
              <a:rPr lang="en-US" sz="1800" b="1" i="1" dirty="0">
                <a:solidFill>
                  <a:schemeClr val="accent1">
                    <a:lumMod val="75000"/>
                  </a:schemeClr>
                </a:solidFill>
                <a:effectLst/>
                <a:latin typeface="Calibri" panose="020F0502020204030204" pitchFamily="34" charset="0"/>
                <a:cs typeface="Calibri" panose="020F0502020204030204" pitchFamily="34" charset="0"/>
              </a:rPr>
              <a:t> par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réseau</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pic>
        <p:nvPicPr>
          <p:cNvPr id="18436" name="Picture 4">
            <a:extLst>
              <a:ext uri="{FF2B5EF4-FFF2-40B4-BE49-F238E27FC236}">
                <a16:creationId xmlns:a16="http://schemas.microsoft.com/office/drawing/2014/main" id="{22019ED7-B96B-4BC6-BCE5-9BE460FCD4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2954" y="1628556"/>
            <a:ext cx="4543011" cy="2497852"/>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a:extLst>
              <a:ext uri="{FF2B5EF4-FFF2-40B4-BE49-F238E27FC236}">
                <a16:creationId xmlns:a16="http://schemas.microsoft.com/office/drawing/2014/main" id="{B5E7A4A6-1433-4160-8F5E-F8989CF44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2954" y="4519565"/>
            <a:ext cx="4543011" cy="2338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40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fade">
                                      <p:cBhvr>
                                        <p:cTn id="7" dur="1000"/>
                                        <p:tgtEl>
                                          <p:spTgt spid="18436"/>
                                        </p:tgtEl>
                                      </p:cBhvr>
                                    </p:animEffect>
                                    <p:anim calcmode="lin" valueType="num">
                                      <p:cBhvr>
                                        <p:cTn id="8" dur="1000" fill="hold"/>
                                        <p:tgtEl>
                                          <p:spTgt spid="18436"/>
                                        </p:tgtEl>
                                        <p:attrNameLst>
                                          <p:attrName>ppt_x</p:attrName>
                                        </p:attrNameLst>
                                      </p:cBhvr>
                                      <p:tavLst>
                                        <p:tav tm="0">
                                          <p:val>
                                            <p:strVal val="#ppt_x"/>
                                          </p:val>
                                        </p:tav>
                                        <p:tav tm="100000">
                                          <p:val>
                                            <p:strVal val="#ppt_x"/>
                                          </p:val>
                                        </p:tav>
                                      </p:tavLst>
                                    </p:anim>
                                    <p:anim calcmode="lin" valueType="num">
                                      <p:cBhvr>
                                        <p:cTn id="9" dur="1000" fill="hold"/>
                                        <p:tgtEl>
                                          <p:spTgt spid="184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438"/>
                                        </p:tgtEl>
                                        <p:attrNameLst>
                                          <p:attrName>style.visibility</p:attrName>
                                        </p:attrNameLst>
                                      </p:cBhvr>
                                      <p:to>
                                        <p:strVal val="visible"/>
                                      </p:to>
                                    </p:set>
                                    <p:animEffect transition="in" filter="fade">
                                      <p:cBhvr>
                                        <p:cTn id="24" dur="1000"/>
                                        <p:tgtEl>
                                          <p:spTgt spid="18438"/>
                                        </p:tgtEl>
                                      </p:cBhvr>
                                    </p:animEffect>
                                    <p:anim calcmode="lin" valueType="num">
                                      <p:cBhvr>
                                        <p:cTn id="25" dur="1000" fill="hold"/>
                                        <p:tgtEl>
                                          <p:spTgt spid="18438"/>
                                        </p:tgtEl>
                                        <p:attrNameLst>
                                          <p:attrName>ppt_x</p:attrName>
                                        </p:attrNameLst>
                                      </p:cBhvr>
                                      <p:tavLst>
                                        <p:tav tm="0">
                                          <p:val>
                                            <p:strVal val="#ppt_x"/>
                                          </p:val>
                                        </p:tav>
                                        <p:tav tm="100000">
                                          <p:val>
                                            <p:strVal val="#ppt_x"/>
                                          </p:val>
                                        </p:tav>
                                      </p:tavLst>
                                    </p:anim>
                                    <p:anim calcmode="lin" valueType="num">
                                      <p:cBhvr>
                                        <p:cTn id="26" dur="1000" fill="hold"/>
                                        <p:tgtEl>
                                          <p:spTgt spid="184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03B47A-BCF0-4200-81C8-33670FD21956}"/>
              </a:ext>
            </a:extLst>
          </p:cNvPr>
          <p:cNvSpPr>
            <a:spLocks noGrp="1"/>
          </p:cNvSpPr>
          <p:nvPr>
            <p:ph type="sldNum" idx="12"/>
          </p:nvPr>
        </p:nvSpPr>
        <p:spPr>
          <a:xfrm>
            <a:off x="11818336" y="6222877"/>
            <a:ext cx="350400" cy="584735"/>
          </a:xfrm>
        </p:spPr>
        <p:txBody>
          <a:bodyPr/>
          <a:lstStyle/>
          <a:p>
            <a:fld id="{00000000-1234-1234-1234-123412341234}" type="slidenum">
              <a:rPr lang="fr-FR" smtClean="0"/>
              <a:pPr/>
              <a:t>40</a:t>
            </a:fld>
            <a:endParaRPr lang="fr-FR" dirty="0"/>
          </a:p>
        </p:txBody>
      </p:sp>
      <p:sp>
        <p:nvSpPr>
          <p:cNvPr id="5" name="Titre 2">
            <a:extLst>
              <a:ext uri="{FF2B5EF4-FFF2-40B4-BE49-F238E27FC236}">
                <a16:creationId xmlns:a16="http://schemas.microsoft.com/office/drawing/2014/main" id="{5B792724-D7D2-4746-B682-C762C10214E1}"/>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Système d’adressage </a:t>
            </a:r>
            <a:r>
              <a:rPr lang="fr-FR" b="1" i="1" dirty="0">
                <a:solidFill>
                  <a:srgbClr val="C00000"/>
                </a:solidFill>
                <a:latin typeface="Calibri" panose="020F0502020204030204" pitchFamily="34" charset="0"/>
                <a:cs typeface="Calibri" panose="020F0502020204030204" pitchFamily="34" charset="0"/>
              </a:rPr>
              <a:t>par classe</a:t>
            </a:r>
            <a:endParaRPr lang="fr-TN" sz="2800" b="1" i="1" dirty="0">
              <a:solidFill>
                <a:srgbClr val="C00000"/>
              </a:solidFill>
              <a:latin typeface="Calibri" panose="020F0502020204030204" pitchFamily="34" charset="0"/>
              <a:cs typeface="Calibri" panose="020F0502020204030204" pitchFamily="34" charset="0"/>
            </a:endParaRPr>
          </a:p>
        </p:txBody>
      </p:sp>
      <p:pic>
        <p:nvPicPr>
          <p:cNvPr id="20482" name="Picture 2">
            <a:extLst>
              <a:ext uri="{FF2B5EF4-FFF2-40B4-BE49-F238E27FC236}">
                <a16:creationId xmlns:a16="http://schemas.microsoft.com/office/drawing/2014/main" id="{CE28B3F5-19F0-4895-A797-DF0FD910A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61040"/>
            <a:ext cx="5009322" cy="5470193"/>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3572BAC9-4930-4FA3-A564-3E59F65FA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2955" y="1593361"/>
            <a:ext cx="4704461" cy="2524727"/>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a:extLst>
              <a:ext uri="{FF2B5EF4-FFF2-40B4-BE49-F238E27FC236}">
                <a16:creationId xmlns:a16="http://schemas.microsoft.com/office/drawing/2014/main" id="{02F5BE8B-7D1A-4F91-A5F3-43001B565D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2955" y="4526451"/>
            <a:ext cx="4704461" cy="233154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E7835F7-A54E-4513-819D-8D3E0D287B11}"/>
              </a:ext>
            </a:extLst>
          </p:cNvPr>
          <p:cNvSpPr txBox="1"/>
          <p:nvPr/>
        </p:nvSpPr>
        <p:spPr>
          <a:xfrm>
            <a:off x="5912955" y="1167976"/>
            <a:ext cx="6092686" cy="369332"/>
          </a:xfrm>
          <a:prstGeom prst="rect">
            <a:avLst/>
          </a:prstGeom>
          <a:noFill/>
        </p:spPr>
        <p:txBody>
          <a:bodyPr wrap="square">
            <a:spAutoFit/>
          </a:bodyPr>
          <a:lstStyle/>
          <a:p>
            <a:r>
              <a:rPr lang="fr-FR" sz="1800" b="1" i="1" dirty="0">
                <a:solidFill>
                  <a:schemeClr val="accent1">
                    <a:lumMod val="75000"/>
                  </a:schemeClr>
                </a:solidFill>
                <a:effectLst/>
                <a:latin typeface="Calibri" panose="020F0502020204030204" pitchFamily="34" charset="0"/>
                <a:cs typeface="Calibri" panose="020F0502020204030204" pitchFamily="34" charset="0"/>
              </a:rPr>
              <a:t>Nombre de réseaux de la classe C</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B5AD5C73-5535-4FA4-84F2-33A7C86A1847}"/>
              </a:ext>
            </a:extLst>
          </p:cNvPr>
          <p:cNvSpPr txBox="1"/>
          <p:nvPr/>
        </p:nvSpPr>
        <p:spPr>
          <a:xfrm>
            <a:off x="5912955" y="4126408"/>
            <a:ext cx="6092686" cy="369332"/>
          </a:xfrm>
          <a:prstGeom prst="rect">
            <a:avLst/>
          </a:prstGeom>
          <a:noFill/>
        </p:spPr>
        <p:txBody>
          <a:bodyPr wrap="square">
            <a:spAutoFit/>
          </a:bodyPr>
          <a:lstStyle/>
          <a:p>
            <a:r>
              <a:rPr lang="en-US" sz="1800" b="1" i="1" dirty="0" err="1">
                <a:solidFill>
                  <a:schemeClr val="accent1">
                    <a:lumMod val="75000"/>
                  </a:schemeClr>
                </a:solidFill>
                <a:effectLst/>
                <a:latin typeface="Calibri" panose="020F0502020204030204" pitchFamily="34" charset="0"/>
                <a:cs typeface="Calibri" panose="020F0502020204030204" pitchFamily="34" charset="0"/>
              </a:rPr>
              <a:t>Nombre</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d’hôtes</a:t>
            </a:r>
            <a:r>
              <a:rPr lang="en-US" sz="1800" b="1" i="1" dirty="0">
                <a:solidFill>
                  <a:schemeClr val="accent1">
                    <a:lumMod val="75000"/>
                  </a:schemeClr>
                </a:solidFill>
                <a:effectLst/>
                <a:latin typeface="Calibri" panose="020F0502020204030204" pitchFamily="34" charset="0"/>
                <a:cs typeface="Calibri" panose="020F0502020204030204" pitchFamily="34" charset="0"/>
              </a:rPr>
              <a:t> par </a:t>
            </a:r>
            <a:r>
              <a:rPr lang="en-US" sz="1800" b="1" i="1" dirty="0" err="1">
                <a:solidFill>
                  <a:schemeClr val="accent1">
                    <a:lumMod val="75000"/>
                  </a:schemeClr>
                </a:solidFill>
                <a:effectLst/>
                <a:latin typeface="Calibri" panose="020F0502020204030204" pitchFamily="34" charset="0"/>
                <a:cs typeface="Calibri" panose="020F0502020204030204" pitchFamily="34" charset="0"/>
              </a:rPr>
              <a:t>réseau</a:t>
            </a:r>
            <a:r>
              <a:rPr lang="en-US" sz="1800" b="1" i="1" dirty="0">
                <a:solidFill>
                  <a:schemeClr val="accent1">
                    <a:lumMod val="75000"/>
                  </a:schemeClr>
                </a:solidFill>
                <a:effectLst/>
                <a:latin typeface="Calibri" panose="020F0502020204030204" pitchFamily="34" charset="0"/>
                <a:cs typeface="Calibri" panose="020F0502020204030204" pitchFamily="34" charset="0"/>
              </a:rPr>
              <a:t> :</a:t>
            </a:r>
            <a:endParaRPr lang="fr-TN" i="1" dirty="0">
              <a:solidFill>
                <a:schemeClr val="accent1">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609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484"/>
                                        </p:tgtEl>
                                        <p:attrNameLst>
                                          <p:attrName>style.visibility</p:attrName>
                                        </p:attrNameLst>
                                      </p:cBhvr>
                                      <p:to>
                                        <p:strVal val="visible"/>
                                      </p:to>
                                    </p:set>
                                    <p:animEffect transition="in" filter="fade">
                                      <p:cBhvr>
                                        <p:cTn id="12" dur="1000"/>
                                        <p:tgtEl>
                                          <p:spTgt spid="20484"/>
                                        </p:tgtEl>
                                      </p:cBhvr>
                                    </p:animEffect>
                                    <p:anim calcmode="lin" valueType="num">
                                      <p:cBhvr>
                                        <p:cTn id="13" dur="1000" fill="hold"/>
                                        <p:tgtEl>
                                          <p:spTgt spid="20484"/>
                                        </p:tgtEl>
                                        <p:attrNameLst>
                                          <p:attrName>ppt_x</p:attrName>
                                        </p:attrNameLst>
                                      </p:cBhvr>
                                      <p:tavLst>
                                        <p:tav tm="0">
                                          <p:val>
                                            <p:strVal val="#ppt_x"/>
                                          </p:val>
                                        </p:tav>
                                        <p:tav tm="100000">
                                          <p:val>
                                            <p:strVal val="#ppt_x"/>
                                          </p:val>
                                        </p:tav>
                                      </p:tavLst>
                                    </p:anim>
                                    <p:anim calcmode="lin" valueType="num">
                                      <p:cBhvr>
                                        <p:cTn id="14" dur="1000" fill="hold"/>
                                        <p:tgtEl>
                                          <p:spTgt spid="2048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0486"/>
                                        </p:tgtEl>
                                        <p:attrNameLst>
                                          <p:attrName>style.visibility</p:attrName>
                                        </p:attrNameLst>
                                      </p:cBhvr>
                                      <p:to>
                                        <p:strVal val="visible"/>
                                      </p:to>
                                    </p:set>
                                    <p:animEffect transition="in" filter="fade">
                                      <p:cBhvr>
                                        <p:cTn id="24" dur="1000"/>
                                        <p:tgtEl>
                                          <p:spTgt spid="20486"/>
                                        </p:tgtEl>
                                      </p:cBhvr>
                                    </p:animEffect>
                                    <p:anim calcmode="lin" valueType="num">
                                      <p:cBhvr>
                                        <p:cTn id="25" dur="1000" fill="hold"/>
                                        <p:tgtEl>
                                          <p:spTgt spid="20486"/>
                                        </p:tgtEl>
                                        <p:attrNameLst>
                                          <p:attrName>ppt_x</p:attrName>
                                        </p:attrNameLst>
                                      </p:cBhvr>
                                      <p:tavLst>
                                        <p:tav tm="0">
                                          <p:val>
                                            <p:strVal val="#ppt_x"/>
                                          </p:val>
                                        </p:tav>
                                        <p:tav tm="100000">
                                          <p:val>
                                            <p:strVal val="#ppt_x"/>
                                          </p:val>
                                        </p:tav>
                                      </p:tavLst>
                                    </p:anim>
                                    <p:anim calcmode="lin" valueType="num">
                                      <p:cBhvr>
                                        <p:cTn id="26" dur="1000" fill="hold"/>
                                        <p:tgtEl>
                                          <p:spTgt spid="204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0" name="Picture 4">
            <a:extLst>
              <a:ext uri="{FF2B5EF4-FFF2-40B4-BE49-F238E27FC236}">
                <a16:creationId xmlns:a16="http://schemas.microsoft.com/office/drawing/2014/main" id="{E91A142A-AF1D-47B5-B91E-0C09662C9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2279" y="1331843"/>
            <a:ext cx="5784191" cy="524786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EEAA481-4E93-4B2A-B788-91512E823BA5}"/>
              </a:ext>
            </a:extLst>
          </p:cNvPr>
          <p:cNvSpPr>
            <a:spLocks noGrp="1"/>
          </p:cNvSpPr>
          <p:nvPr>
            <p:ph type="sldNum" idx="12"/>
          </p:nvPr>
        </p:nvSpPr>
        <p:spPr>
          <a:xfrm>
            <a:off x="11782349" y="6273265"/>
            <a:ext cx="350400" cy="584735"/>
          </a:xfrm>
        </p:spPr>
        <p:txBody>
          <a:bodyPr/>
          <a:lstStyle/>
          <a:p>
            <a:fld id="{00000000-1234-1234-1234-123412341234}" type="slidenum">
              <a:rPr lang="fr-FR" smtClean="0"/>
              <a:pPr/>
              <a:t>41</a:t>
            </a:fld>
            <a:endParaRPr lang="fr-FR" dirty="0"/>
          </a:p>
        </p:txBody>
      </p:sp>
      <p:sp>
        <p:nvSpPr>
          <p:cNvPr id="5" name="Titre 2">
            <a:extLst>
              <a:ext uri="{FF2B5EF4-FFF2-40B4-BE49-F238E27FC236}">
                <a16:creationId xmlns:a16="http://schemas.microsoft.com/office/drawing/2014/main" id="{62AA35D3-CAE5-4690-9BD3-C7DCCD8D9C3A}"/>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Système d’adressage </a:t>
            </a:r>
            <a:r>
              <a:rPr lang="fr-FR" b="1" i="1" dirty="0">
                <a:solidFill>
                  <a:srgbClr val="C00000"/>
                </a:solidFill>
                <a:latin typeface="Calibri" panose="020F0502020204030204" pitchFamily="34" charset="0"/>
                <a:cs typeface="Calibri" panose="020F0502020204030204" pitchFamily="34" charset="0"/>
              </a:rPr>
              <a:t>par classe</a:t>
            </a:r>
            <a:endParaRPr lang="fr-TN" sz="2800" b="1" i="1" dirty="0">
              <a:solidFill>
                <a:srgbClr val="C00000"/>
              </a:solidFill>
              <a:latin typeface="Calibri" panose="020F0502020204030204" pitchFamily="34" charset="0"/>
              <a:cs typeface="Calibri" panose="020F0502020204030204" pitchFamily="34" charset="0"/>
            </a:endParaRPr>
          </a:p>
        </p:txBody>
      </p:sp>
      <p:pic>
        <p:nvPicPr>
          <p:cNvPr id="19458" name="Picture 2">
            <a:extLst>
              <a:ext uri="{FF2B5EF4-FFF2-40B4-BE49-F238E27FC236}">
                <a16:creationId xmlns:a16="http://schemas.microsoft.com/office/drawing/2014/main" id="{1F7D22CD-01DF-4C11-B2EB-185361396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808" y="1331843"/>
            <a:ext cx="5784191" cy="5247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4187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18839C-B5B6-4FD8-8EB4-446B6FC036CB}"/>
              </a:ext>
            </a:extLst>
          </p:cNvPr>
          <p:cNvSpPr>
            <a:spLocks noGrp="1"/>
          </p:cNvSpPr>
          <p:nvPr>
            <p:ph type="sldNum" idx="12"/>
          </p:nvPr>
        </p:nvSpPr>
        <p:spPr/>
        <p:txBody>
          <a:bodyPr/>
          <a:lstStyle/>
          <a:p>
            <a:fld id="{00000000-1234-1234-1234-123412341234}" type="slidenum">
              <a:rPr lang="fr-FR" smtClean="0"/>
              <a:pPr/>
              <a:t>42</a:t>
            </a:fld>
            <a:endParaRPr lang="fr-FR" dirty="0"/>
          </a:p>
        </p:txBody>
      </p:sp>
      <p:sp>
        <p:nvSpPr>
          <p:cNvPr id="6" name="Titre 2">
            <a:extLst>
              <a:ext uri="{FF2B5EF4-FFF2-40B4-BE49-F238E27FC236}">
                <a16:creationId xmlns:a16="http://schemas.microsoft.com/office/drawing/2014/main" id="{B589C5F4-7963-4040-BFDB-C72F9781D4BB}"/>
              </a:ext>
            </a:extLst>
          </p:cNvPr>
          <p:cNvSpPr txBox="1">
            <a:spLocks/>
          </p:cNvSpPr>
          <p:nvPr/>
        </p:nvSpPr>
        <p:spPr>
          <a:xfrm>
            <a:off x="1302736" y="48897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accent3">
                    <a:lumMod val="50000"/>
                  </a:schemeClr>
                </a:solidFill>
                <a:latin typeface="Calibri" panose="020F0502020204030204" pitchFamily="34" charset="0"/>
                <a:cs typeface="Calibri" panose="020F0502020204030204" pitchFamily="34" charset="0"/>
              </a:rPr>
              <a:t>Système d’</a:t>
            </a:r>
            <a:r>
              <a:rPr lang="fr-FR" b="1" i="1" dirty="0">
                <a:solidFill>
                  <a:schemeClr val="bg2">
                    <a:lumMod val="50000"/>
                  </a:schemeClr>
                </a:solidFill>
                <a:latin typeface="Calibri" panose="020F0502020204030204" pitchFamily="34" charset="0"/>
                <a:cs typeface="Calibri" panose="020F0502020204030204" pitchFamily="34" charset="0"/>
              </a:rPr>
              <a:t>adressage </a:t>
            </a:r>
            <a:r>
              <a:rPr lang="fr-FR" b="1" i="1" dirty="0">
                <a:solidFill>
                  <a:srgbClr val="C00000"/>
                </a:solidFill>
                <a:latin typeface="Calibri" panose="020F0502020204030204" pitchFamily="34" charset="0"/>
                <a:cs typeface="Calibri" panose="020F0502020204030204" pitchFamily="34" charset="0"/>
              </a:rPr>
              <a:t>sans classe</a:t>
            </a:r>
            <a:endParaRPr lang="fr-TN" sz="2800" b="1" i="1" dirty="0">
              <a:solidFill>
                <a:srgbClr val="C00000"/>
              </a:solidFill>
              <a:latin typeface="Calibri" panose="020F0502020204030204" pitchFamily="34" charset="0"/>
              <a:cs typeface="Calibri" panose="020F0502020204030204" pitchFamily="34" charset="0"/>
            </a:endParaRPr>
          </a:p>
        </p:txBody>
      </p:sp>
      <p:sp>
        <p:nvSpPr>
          <p:cNvPr id="8" name="Espace réservé du contenu 2">
            <a:extLst>
              <a:ext uri="{FF2B5EF4-FFF2-40B4-BE49-F238E27FC236}">
                <a16:creationId xmlns:a16="http://schemas.microsoft.com/office/drawing/2014/main" id="{73E86603-6358-413F-AD1C-4F13A47744D4}"/>
              </a:ext>
            </a:extLst>
          </p:cNvPr>
          <p:cNvSpPr txBox="1">
            <a:spLocks/>
          </p:cNvSpPr>
          <p:nvPr/>
        </p:nvSpPr>
        <p:spPr>
          <a:xfrm>
            <a:off x="838200" y="1825624"/>
            <a:ext cx="6161690" cy="4654003"/>
          </a:xfrm>
          <a:prstGeom prst="rect">
            <a:avLst/>
          </a:prstGeom>
          <a:noFill/>
          <a:ln>
            <a:noFill/>
          </a:ln>
        </p:spPr>
        <p:txBody>
          <a:bodyPr spcFirstLastPara="1" wrap="square" lIns="45700" tIns="45700" rIns="45700"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0000"/>
              </a:buClr>
              <a:buSzPts val="1800"/>
              <a:buFont typeface="Wingdings" panose="05000000000000000000" pitchFamily="2" charset="2"/>
              <a:buChar char="§"/>
              <a:defRPr sz="2400" b="0" i="0" u="none" strike="noStrike" cap="none">
                <a:solidFill>
                  <a:srgbClr val="000000"/>
                </a:solidFill>
                <a:latin typeface="Times New Roman" panose="02020603050405020304" pitchFamily="18" charset="0"/>
                <a:ea typeface="Arial"/>
                <a:cs typeface="Times New Roman" panose="02020603050405020304" pitchFamily="18" charset="0"/>
                <a:sym typeface="Arial"/>
              </a:defRPr>
            </a:lvl1pPr>
            <a:lvl2pPr marL="914400" marR="0" lvl="1"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2pPr>
            <a:lvl3pPr marL="1371600" marR="0" lvl="2"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3pPr>
            <a:lvl4pPr marL="1828800" marR="0" lvl="3"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4pPr>
            <a:lvl5pPr marL="2286000" marR="0" lvl="4"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5pPr>
            <a:lvl6pPr marL="2743200" marR="0" lvl="5"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6pPr>
            <a:lvl7pPr marL="3200400" marR="0" lvl="6"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7pPr>
            <a:lvl8pPr marL="3657600" marR="0" lvl="7"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8pPr>
            <a:lvl9pPr marL="4114800" marR="0" lvl="8" indent="-342900" algn="l" rtl="0">
              <a:lnSpc>
                <a:spcPct val="90000"/>
              </a:lnSpc>
              <a:spcBef>
                <a:spcPts val="1000"/>
              </a:spcBef>
              <a:spcAft>
                <a:spcPts val="0"/>
              </a:spcAft>
              <a:buClr>
                <a:srgbClr val="000000"/>
              </a:buClr>
              <a:buSzPts val="1800"/>
              <a:buFont typeface="Arial"/>
              <a:buChar char="•"/>
              <a:defRPr sz="2800" b="0" i="0" u="none" strike="noStrike" cap="none">
                <a:solidFill>
                  <a:srgbClr val="000000"/>
                </a:solidFill>
                <a:latin typeface="Arial"/>
                <a:ea typeface="Arial"/>
                <a:cs typeface="Arial"/>
                <a:sym typeface="Arial"/>
              </a:defRPr>
            </a:lvl9pPr>
          </a:lstStyle>
          <a:p>
            <a:pPr marL="285750" indent="-285750" algn="just"/>
            <a:r>
              <a:rPr lang="fr-TN" kern="0" dirty="0">
                <a:latin typeface="Calibri" panose="020F0502020204030204" pitchFamily="34" charset="0"/>
                <a:cs typeface="Calibri" panose="020F0502020204030204" pitchFamily="34" charset="0"/>
              </a:rPr>
              <a:t>L'adressage par classe a gaspillé des adresses et épuisé la disponibilité des adresses IPv4.</a:t>
            </a:r>
            <a:endParaRPr lang="fr-FR" kern="0" dirty="0">
              <a:latin typeface="Calibri" panose="020F0502020204030204" pitchFamily="34" charset="0"/>
              <a:cs typeface="Calibri" panose="020F0502020204030204" pitchFamily="34" charset="0"/>
            </a:endParaRPr>
          </a:p>
          <a:p>
            <a:pPr marL="285750" indent="-285750" algn="just"/>
            <a:endParaRPr lang="fr-FR" kern="0" dirty="0">
              <a:latin typeface="Calibri" panose="020F0502020204030204" pitchFamily="34" charset="0"/>
              <a:cs typeface="Calibri" panose="020F0502020204030204" pitchFamily="34" charset="0"/>
            </a:endParaRPr>
          </a:p>
          <a:p>
            <a:pPr algn="just"/>
            <a:r>
              <a:rPr lang="fr-FR" kern="0" dirty="0">
                <a:latin typeface="Calibri" panose="020F0502020204030204" pitchFamily="34" charset="0"/>
                <a:cs typeface="Calibri" panose="020F0502020204030204" pitchFamily="34" charset="0"/>
              </a:rPr>
              <a:t>L'allocation d'adresses par classe a été remplacée par </a:t>
            </a:r>
            <a:r>
              <a:rPr lang="fr-FR" b="1" kern="0" dirty="0">
                <a:latin typeface="Calibri" panose="020F0502020204030204" pitchFamily="34" charset="0"/>
                <a:cs typeface="Calibri" panose="020F0502020204030204" pitchFamily="34" charset="0"/>
              </a:rPr>
              <a:t>l'adressage sans classe </a:t>
            </a:r>
            <a:r>
              <a:rPr lang="fr-FR" kern="0" dirty="0">
                <a:latin typeface="Calibri" panose="020F0502020204030204" pitchFamily="34" charset="0"/>
                <a:cs typeface="Calibri" panose="020F0502020204030204" pitchFamily="34" charset="0"/>
              </a:rPr>
              <a:t>qui ignore les règles des classes. </a:t>
            </a:r>
          </a:p>
          <a:p>
            <a:pPr algn="just"/>
            <a:endParaRPr lang="fr-FR" kern="0" dirty="0">
              <a:latin typeface="Calibri" panose="020F0502020204030204" pitchFamily="34" charset="0"/>
              <a:cs typeface="Calibri" panose="020F0502020204030204" pitchFamily="34" charset="0"/>
            </a:endParaRPr>
          </a:p>
          <a:p>
            <a:pPr algn="just">
              <a:buFont typeface="Wingdings" panose="05000000000000000000" pitchFamily="2" charset="2"/>
              <a:buChar char="è"/>
            </a:pPr>
            <a:r>
              <a:rPr lang="fr-TN" kern="0" dirty="0">
                <a:latin typeface="Calibri" panose="020F0502020204030204" pitchFamily="34" charset="0"/>
                <a:cs typeface="Calibri" panose="020F0502020204030204" pitchFamily="34" charset="0"/>
              </a:rPr>
              <a:t>Routage inter-domaines sans classe (CIDR</a:t>
            </a:r>
            <a:r>
              <a:rPr lang="fr-FR" kern="0" dirty="0">
                <a:latin typeface="Calibri" panose="020F0502020204030204" pitchFamily="34" charset="0"/>
                <a:cs typeface="Calibri" panose="020F0502020204030204" pitchFamily="34" charset="0"/>
              </a:rPr>
              <a:t>).</a:t>
            </a:r>
          </a:p>
          <a:p>
            <a:pPr marL="0" indent="0" algn="just">
              <a:buFont typeface="Wingdings" panose="05000000000000000000" pitchFamily="2" charset="2"/>
              <a:buNone/>
            </a:pPr>
            <a:endParaRPr lang="fr-FR" kern="0" dirty="0">
              <a:latin typeface="Calibri" panose="020F0502020204030204" pitchFamily="34" charset="0"/>
              <a:cs typeface="Calibri" panose="020F0502020204030204" pitchFamily="34" charset="0"/>
            </a:endParaRPr>
          </a:p>
          <a:p>
            <a:pPr marL="285750" indent="-285750" algn="just"/>
            <a:r>
              <a:rPr lang="fr-TN" kern="0" dirty="0">
                <a:latin typeface="Calibri" panose="020F0502020204030204" pitchFamily="34" charset="0"/>
                <a:cs typeface="Calibri" panose="020F0502020204030204" pitchFamily="34" charset="0"/>
              </a:rPr>
              <a:t>Les fournisseurs de services autorisés à allouer des adresses IPv4 sur n'importe quelle limite de bits d'adresse (longueur de préfixe) au lieu de seulement par une classe A, B ou C.</a:t>
            </a:r>
          </a:p>
          <a:p>
            <a:endParaRPr lang="en-US" kern="0" dirty="0">
              <a:latin typeface="Calibri" panose="020F0502020204030204" pitchFamily="34" charset="0"/>
              <a:cs typeface="Calibri" panose="020F0502020204030204" pitchFamily="34" charset="0"/>
            </a:endParaRPr>
          </a:p>
        </p:txBody>
      </p:sp>
      <p:pic>
        <p:nvPicPr>
          <p:cNvPr id="9" name="Picture 2">
            <a:extLst>
              <a:ext uri="{FF2B5EF4-FFF2-40B4-BE49-F238E27FC236}">
                <a16:creationId xmlns:a16="http://schemas.microsoft.com/office/drawing/2014/main" id="{40FE8201-D1EA-43BA-A79F-466F3E58693E}"/>
              </a:ext>
            </a:extLst>
          </p:cNvPr>
          <p:cNvPicPr>
            <a:picLocks noChangeAspect="1" noChangeArrowheads="1"/>
          </p:cNvPicPr>
          <p:nvPr/>
        </p:nvPicPr>
        <p:blipFill>
          <a:blip r:embed="rId2"/>
          <a:srcRect/>
          <a:stretch>
            <a:fillRect/>
          </a:stretch>
        </p:blipFill>
        <p:spPr bwMode="auto">
          <a:xfrm>
            <a:off x="7267903" y="1825624"/>
            <a:ext cx="4672851" cy="3759139"/>
          </a:xfrm>
          <a:prstGeom prst="rect">
            <a:avLst/>
          </a:prstGeom>
          <a:noFill/>
          <a:ln w="9525">
            <a:noFill/>
            <a:miter lim="800000"/>
            <a:headEnd/>
            <a:tailEnd/>
          </a:ln>
          <a:effectLst/>
        </p:spPr>
      </p:pic>
    </p:spTree>
    <p:extLst>
      <p:ext uri="{BB962C8B-B14F-4D97-AF65-F5344CB8AC3E}">
        <p14:creationId xmlns:p14="http://schemas.microsoft.com/office/powerpoint/2010/main" val="45053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pPr marL="0" lvl="0" indent="0" algn="r" rtl="0">
                <a:spcBef>
                  <a:spcPts val="0"/>
                </a:spcBef>
                <a:spcAft>
                  <a:spcPts val="0"/>
                </a:spcAft>
                <a:buNone/>
              </a:pPr>
              <a:t>43</a:t>
            </a:fld>
            <a:endParaRPr lang="fr-FR"/>
          </a:p>
        </p:txBody>
      </p:sp>
      <p:sp>
        <p:nvSpPr>
          <p:cNvPr id="3" name="Google Shape;185;ge2bdff7c1c_1_52"/>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 name="Google Shape;186;ge2bdff7c1c_1_52" descr="Picture 7"/>
          <p:cNvPicPr preferRelativeResize="0"/>
          <p:nvPr/>
        </p:nvPicPr>
        <p:blipFill rotWithShape="1">
          <a:blip r:embed="rId2" cstate="print">
            <a:alphaModFix/>
          </a:blip>
          <a:srcRect/>
          <a:stretch/>
        </p:blipFill>
        <p:spPr>
          <a:xfrm flipH="1">
            <a:off x="9359530" y="-28258"/>
            <a:ext cx="2832470" cy="1949130"/>
          </a:xfrm>
          <a:prstGeom prst="rect">
            <a:avLst/>
          </a:prstGeom>
          <a:noFill/>
          <a:ln>
            <a:noFill/>
          </a:ln>
        </p:spPr>
      </p:pic>
      <p:sp>
        <p:nvSpPr>
          <p:cNvPr id="7" name="Google Shape;187;ge2bdff7c1c_1_52"/>
          <p:cNvSpPr txBox="1">
            <a:spLocks/>
          </p:cNvSpPr>
          <p:nvPr/>
        </p:nvSpPr>
        <p:spPr>
          <a:xfrm>
            <a:off x="677100" y="1737250"/>
            <a:ext cx="10456800" cy="3355200"/>
          </a:xfrm>
          <a:prstGeom prst="rect">
            <a:avLst/>
          </a:prstGeom>
          <a:noFill/>
          <a:ln>
            <a:noFill/>
          </a:ln>
        </p:spPr>
        <p:txBody>
          <a:bodyPr spcFirstLastPara="1" wrap="square" lIns="45700" tIns="45700" rIns="45700"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92243"/>
            </a:pPr>
            <a:r>
              <a:rPr lang="en-US" sz="4800" kern="0" dirty="0">
                <a:solidFill>
                  <a:schemeClr val="bg1"/>
                </a:solidFill>
                <a:latin typeface="Times New Roman" panose="02020603050405020304" pitchFamily="18" charset="0"/>
                <a:cs typeface="Times New Roman" panose="02020603050405020304" pitchFamily="18" charset="0"/>
              </a:rPr>
              <a:t>Merci pour </a:t>
            </a:r>
            <a:r>
              <a:rPr lang="en-US" sz="4800" kern="0" dirty="0" err="1">
                <a:solidFill>
                  <a:schemeClr val="bg1"/>
                </a:solidFill>
                <a:latin typeface="Times New Roman" panose="02020603050405020304" pitchFamily="18" charset="0"/>
                <a:cs typeface="Times New Roman" panose="02020603050405020304" pitchFamily="18" charset="0"/>
              </a:rPr>
              <a:t>votre</a:t>
            </a:r>
            <a:r>
              <a:rPr lang="en-US" sz="4800" kern="0" dirty="0">
                <a:solidFill>
                  <a:schemeClr val="bg1"/>
                </a:solidFill>
                <a:latin typeface="Times New Roman" panose="02020603050405020304" pitchFamily="18" charset="0"/>
                <a:cs typeface="Times New Roman" panose="02020603050405020304" pitchFamily="18" charset="0"/>
              </a:rPr>
              <a:t> attention</a:t>
            </a:r>
          </a:p>
          <a:p>
            <a:pPr algn="ctr">
              <a:buSzPct val="92243"/>
            </a:pPr>
            <a:endParaRPr lang="en-US" sz="4800" kern="0" dirty="0">
              <a:solidFill>
                <a:schemeClr val="bg1"/>
              </a:solidFill>
              <a:latin typeface="Times New Roman" panose="02020603050405020304" pitchFamily="18" charset="0"/>
              <a:cs typeface="Times New Roman" panose="02020603050405020304" pitchFamily="18" charset="0"/>
            </a:endParaRPr>
          </a:p>
          <a:p>
            <a:pPr algn="ctr">
              <a:buSzPct val="92243"/>
            </a:pPr>
            <a:endParaRPr lang="en-US" sz="4800" b="1"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69328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13515</TotalTime>
  <Words>4243</Words>
  <Application>Microsoft Office PowerPoint</Application>
  <PresentationFormat>Widescreen</PresentationFormat>
  <Paragraphs>358</Paragraphs>
  <Slides>43</Slides>
  <Notes>27</Notes>
  <HiddenSlides>0</HiddenSlides>
  <MMClips>3</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Arial</vt:lpstr>
      <vt:lpstr>Calibri</vt:lpstr>
      <vt:lpstr>Cambria</vt:lpstr>
      <vt:lpstr>CiscoSans</vt:lpstr>
      <vt:lpstr>Courier New</vt:lpstr>
      <vt:lpstr>Merriweather</vt:lpstr>
      <vt:lpstr>Noto Sans</vt:lpstr>
      <vt:lpstr>Open Sans</vt:lpstr>
      <vt:lpstr>Symbol</vt:lpstr>
      <vt:lpstr>Times New Roman</vt:lpstr>
      <vt:lpstr>Wingdings</vt:lpstr>
      <vt:lpstr>Office Theme</vt:lpstr>
      <vt:lpstr>Chapitre 1 Adressage IPv4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Hajer Bargaoui</dc:creator>
  <cp:lastModifiedBy>hafawa messaoudi</cp:lastModifiedBy>
  <cp:revision>289</cp:revision>
  <dcterms:created xsi:type="dcterms:W3CDTF">2021-09-24T12:56:43Z</dcterms:created>
  <dcterms:modified xsi:type="dcterms:W3CDTF">2022-09-02T09:00:37Z</dcterms:modified>
</cp:coreProperties>
</file>