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640" r:id="rId3"/>
    <p:sldId id="626" r:id="rId4"/>
    <p:sldId id="633" r:id="rId5"/>
    <p:sldId id="639" r:id="rId6"/>
    <p:sldId id="625" r:id="rId7"/>
    <p:sldId id="624" r:id="rId8"/>
    <p:sldId id="623" r:id="rId9"/>
    <p:sldId id="627" r:id="rId10"/>
    <p:sldId id="641" r:id="rId11"/>
    <p:sldId id="642" r:id="rId12"/>
    <p:sldId id="643" r:id="rId13"/>
    <p:sldId id="647" r:id="rId14"/>
    <p:sldId id="646" r:id="rId15"/>
    <p:sldId id="546" r:id="rId16"/>
    <p:sldId id="645" r:id="rId17"/>
    <p:sldId id="648" r:id="rId18"/>
    <p:sldId id="644" r:id="rId19"/>
    <p:sldId id="649" r:id="rId20"/>
    <p:sldId id="548" r:id="rId21"/>
    <p:sldId id="549" r:id="rId22"/>
    <p:sldId id="550" r:id="rId23"/>
    <p:sldId id="551" r:id="rId24"/>
    <p:sldId id="552" r:id="rId25"/>
    <p:sldId id="553" r:id="rId26"/>
    <p:sldId id="554" r:id="rId27"/>
    <p:sldId id="555" r:id="rId28"/>
    <p:sldId id="25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93EDAB1-5E22-44C0-BD64-D1EBC96A1A14}">
          <p14:sldIdLst>
            <p14:sldId id="256"/>
            <p14:sldId id="640"/>
          </p14:sldIdLst>
        </p14:section>
        <p14:section name="Default Section" id="{21EE07D4-F84E-4BBE-9AD3-719F4B2C30E8}">
          <p14:sldIdLst>
            <p14:sldId id="626"/>
            <p14:sldId id="633"/>
            <p14:sldId id="639"/>
            <p14:sldId id="625"/>
            <p14:sldId id="624"/>
            <p14:sldId id="623"/>
            <p14:sldId id="627"/>
            <p14:sldId id="641"/>
            <p14:sldId id="642"/>
            <p14:sldId id="643"/>
            <p14:sldId id="647"/>
            <p14:sldId id="646"/>
            <p14:sldId id="546"/>
            <p14:sldId id="645"/>
            <p14:sldId id="648"/>
            <p14:sldId id="644"/>
            <p14:sldId id="649"/>
            <p14:sldId id="548"/>
            <p14:sldId id="549"/>
            <p14:sldId id="550"/>
            <p14:sldId id="551"/>
            <p14:sldId id="552"/>
            <p14:sldId id="553"/>
            <p14:sldId id="554"/>
            <p14:sldId id="555"/>
            <p14:sldId id="25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1814"/>
    <a:srgbClr val="990099"/>
    <a:srgbClr val="FF3300"/>
    <a:srgbClr val="2E2B2B"/>
    <a:srgbClr val="363233"/>
    <a:srgbClr val="CC00CC"/>
    <a:srgbClr val="E9E7E8"/>
    <a:srgbClr val="F43C4E"/>
    <a:srgbClr val="D0CDCF"/>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9" autoAdjust="0"/>
    <p:restoredTop sz="74954" autoAdjust="0"/>
  </p:normalViewPr>
  <p:slideViewPr>
    <p:cSldViewPr snapToGrid="0">
      <p:cViewPr varScale="1">
        <p:scale>
          <a:sx n="54" d="100"/>
          <a:sy n="54" d="100"/>
        </p:scale>
        <p:origin x="137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3DF0B8-1B48-4225-9701-63468AF0DF5E}" type="datetimeFigureOut">
              <a:rPr lang="en-US" smtClean="0"/>
              <a:pPr/>
              <a:t>11/27/2021</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A5863-5F8F-4656-8519-B0608FA8CD3E}" type="slidenum">
              <a:rPr lang="en-US" smtClean="0"/>
              <a:pPr/>
              <a:t>‹#›</a:t>
            </a:fld>
            <a:endParaRPr lang="en-US"/>
          </a:p>
        </p:txBody>
      </p:sp>
    </p:spTree>
    <p:extLst>
      <p:ext uri="{BB962C8B-B14F-4D97-AF65-F5344CB8AC3E}">
        <p14:creationId xmlns:p14="http://schemas.microsoft.com/office/powerpoint/2010/main" val="21474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r>
              <a:rPr lang="fr-FR" sz="1200" dirty="0"/>
              <a:t>Tous les périphériques qui se connectent à un réseau ont besoin d'une adresse IP unique. Les administrateurs réseau attribuent des adresses IP statiques aux périphériques réseau dont les emplacements (physique et logique) sont peu susceptibles de changer. Par conséquent, les adresses qui leur sont affectées doivent rester constantes. </a:t>
            </a:r>
          </a:p>
          <a:p>
            <a:pPr algn="just"/>
            <a:endParaRPr lang="fr-FR" sz="1200" dirty="0"/>
          </a:p>
          <a:p>
            <a:pPr algn="just"/>
            <a:r>
              <a:rPr lang="fr-FR" sz="1200" dirty="0"/>
              <a:t>Cependant, dans une entreprise, les ordinateurs et les utilisateurs changent souvent d'emplacements physique et logique. </a:t>
            </a:r>
          </a:p>
          <a:p>
            <a:pPr marL="342900" indent="-342900" algn="just">
              <a:buFont typeface="Wingdings" panose="05000000000000000000" pitchFamily="2" charset="2"/>
              <a:buChar char="è"/>
            </a:pPr>
            <a:r>
              <a:rPr lang="fr-FR" sz="1200" dirty="0">
                <a:solidFill>
                  <a:srgbClr val="C00000"/>
                </a:solidFill>
              </a:rPr>
              <a:t>Il peut être difficile pour les administrateurs d'attribuer de nouvelles adresses IP chaque fois qu'un employé se déplace.</a:t>
            </a:r>
          </a:p>
          <a:p>
            <a:pPr marL="342900" indent="-342900" algn="just">
              <a:buFont typeface="Wingdings" panose="05000000000000000000" pitchFamily="2" charset="2"/>
              <a:buChar char="è"/>
            </a:pPr>
            <a:r>
              <a:rPr lang="fr-FR" sz="1200" dirty="0">
                <a:solidFill>
                  <a:srgbClr val="C00000"/>
                </a:solidFill>
              </a:rPr>
              <a:t>Il peut être compliqué de définir manuellement les paramètres réseau appropriés pour les employés mobiles travaillant à distance. </a:t>
            </a:r>
          </a:p>
          <a:p>
            <a:pPr marL="342900" indent="-342900" algn="just">
              <a:buFont typeface="Wingdings" panose="05000000000000000000" pitchFamily="2" charset="2"/>
              <a:buChar char="è"/>
            </a:pPr>
            <a:r>
              <a:rPr lang="fr-FR" sz="1200" dirty="0">
                <a:solidFill>
                  <a:srgbClr val="C00000"/>
                </a:solidFill>
              </a:rPr>
              <a:t>Même pour les clients de bureau, l'attribution manuelle des adresses IP et d'autres informations d'adressage représente une charge administrative.</a:t>
            </a:r>
            <a:endParaRPr lang="en-US" sz="1200" dirty="0">
              <a:solidFill>
                <a:srgbClr val="C00000"/>
              </a:solidFill>
            </a:endParaRPr>
          </a:p>
          <a:p>
            <a:endParaRPr lang="fr-TN" dirty="0"/>
          </a:p>
          <a:p>
            <a:endParaRPr lang="fr-FR" dirty="0"/>
          </a:p>
        </p:txBody>
      </p:sp>
      <p:sp>
        <p:nvSpPr>
          <p:cNvPr id="4" name="Espace réservé du numéro de diapositive 3"/>
          <p:cNvSpPr>
            <a:spLocks noGrp="1"/>
          </p:cNvSpPr>
          <p:nvPr>
            <p:ph type="sldNum" sz="quarter" idx="5"/>
          </p:nvPr>
        </p:nvSpPr>
        <p:spPr/>
        <p:txBody>
          <a:bodyPr/>
          <a:lstStyle/>
          <a:p>
            <a:fld id="{9F276991-BA79-4C5E-87AE-97975451B90F}" type="slidenum">
              <a:rPr lang="fr-FR" smtClean="0"/>
              <a:pPr/>
              <a:t>6</a:t>
            </a:fld>
            <a:endParaRPr lang="fr-FR"/>
          </a:p>
        </p:txBody>
      </p:sp>
    </p:spTree>
    <p:extLst>
      <p:ext uri="{BB962C8B-B14F-4D97-AF65-F5344CB8AC3E}">
        <p14:creationId xmlns:p14="http://schemas.microsoft.com/office/powerpoint/2010/main" val="4038281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7</a:t>
            </a:fld>
            <a:endParaRPr lang="en-US"/>
          </a:p>
        </p:txBody>
      </p:sp>
    </p:spTree>
    <p:extLst>
      <p:ext uri="{BB962C8B-B14F-4D97-AF65-F5344CB8AC3E}">
        <p14:creationId xmlns:p14="http://schemas.microsoft.com/office/powerpoint/2010/main" val="2795556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8</a:t>
            </a:fld>
            <a:endParaRPr lang="fr-FR"/>
          </a:p>
        </p:txBody>
      </p:sp>
    </p:spTree>
    <p:extLst>
      <p:ext uri="{BB962C8B-B14F-4D97-AF65-F5344CB8AC3E}">
        <p14:creationId xmlns:p14="http://schemas.microsoft.com/office/powerpoint/2010/main" val="767764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fontAlgn="base"/>
            <a:r>
              <a:rPr lang="fr-FR" b="0" i="0" dirty="0">
                <a:solidFill>
                  <a:srgbClr val="333333"/>
                </a:solidFill>
                <a:effectLst/>
                <a:latin typeface="agrandirnarrow"/>
              </a:rPr>
              <a:t>Ce message envoyé est appelé une </a:t>
            </a:r>
            <a:r>
              <a:rPr lang="fr-FR" b="1" i="0" dirty="0">
                <a:solidFill>
                  <a:srgbClr val="333333"/>
                </a:solidFill>
                <a:effectLst/>
                <a:latin typeface="agrandirnarrow"/>
              </a:rPr>
              <a:t>demande de découverte DHCP</a:t>
            </a:r>
            <a:r>
              <a:rPr lang="fr-FR" b="0" i="0" dirty="0">
                <a:solidFill>
                  <a:srgbClr val="333333"/>
                </a:solidFill>
                <a:effectLst/>
                <a:latin typeface="agrandirnarrow"/>
              </a:rPr>
              <a:t>. Lorsque le serveur reçoit cette requête, il la relaie vers son service réseau DHCP. </a:t>
            </a:r>
          </a:p>
          <a:p>
            <a:pPr algn="just" fontAlgn="base"/>
            <a:r>
              <a:rPr lang="fr-FR" b="0" i="0" dirty="0">
                <a:solidFill>
                  <a:srgbClr val="333333"/>
                </a:solidFill>
                <a:effectLst/>
                <a:latin typeface="agrandirnarrow"/>
              </a:rPr>
              <a:t>Ce dernier examine les adresses IP disponibles qui n’ont pas été revendiquées par d’autres ordinateurs. Dès que le serveur identifie une adresse IP libre, il l’envoie à l’ordinateur ou à l’appareil demandeur. Cette partie du processus est appelée une </a:t>
            </a:r>
            <a:r>
              <a:rPr lang="fr-FR" b="1" i="0" dirty="0">
                <a:solidFill>
                  <a:srgbClr val="333333"/>
                </a:solidFill>
                <a:effectLst/>
                <a:latin typeface="agrandirnarrow"/>
              </a:rPr>
              <a:t>offre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client reçoit l’adresse IP allouée dynamiquement et renvoie un message au serveur pour confirmer qu’il souhaite l’utiliser. Cette étape est appelée un </a:t>
            </a:r>
            <a:r>
              <a:rPr lang="fr-FR" b="1" i="0" dirty="0">
                <a:solidFill>
                  <a:srgbClr val="333333"/>
                </a:solidFill>
                <a:effectLst/>
                <a:latin typeface="agrandirnarrow"/>
              </a:rPr>
              <a:t>message de requête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routeur DHCP envoie ensuite un message final au périphérique qui a initié tout ce processus. Ce message est appelé </a:t>
            </a:r>
            <a:r>
              <a:rPr lang="fr-FR" b="1" i="0" dirty="0">
                <a:solidFill>
                  <a:srgbClr val="333333"/>
                </a:solidFill>
                <a:effectLst/>
                <a:latin typeface="agrandirnarrow"/>
              </a:rPr>
              <a:t>accusé de réception DHCP</a:t>
            </a:r>
            <a:r>
              <a:rPr lang="fr-FR" b="0" i="0" dirty="0">
                <a:solidFill>
                  <a:srgbClr val="333333"/>
                </a:solidFill>
                <a:effectLst/>
                <a:latin typeface="agrandirnarrow"/>
              </a:rPr>
              <a:t>. Il contient les informations de configuration nécessaires pour accorder un accès réseau comme la passerelle, les serveurs DNS et la durée pendant laquelle le périphérique peut être utilisé.</a:t>
            </a:r>
          </a:p>
          <a:p>
            <a:pPr algn="just" fontAlgn="base"/>
            <a:r>
              <a:rPr lang="fr-FR" b="0" i="0" dirty="0">
                <a:solidFill>
                  <a:srgbClr val="333333"/>
                </a:solidFill>
                <a:effectLst/>
                <a:latin typeface="agrandirnarrow"/>
              </a:rPr>
              <a:t>Ces différentes étapes du bon fonctionnement du protocole repose donc sur la transmission de paquets d’informations. Ceux-ci différent selon leur origine, leur destination et leur fonction. L’on peut ainsi distinguer le </a:t>
            </a:r>
            <a:r>
              <a:rPr lang="fr-FR" b="1" i="0" dirty="0">
                <a:solidFill>
                  <a:srgbClr val="333333"/>
                </a:solidFill>
                <a:effectLst/>
                <a:latin typeface="agrandirnarrow"/>
              </a:rPr>
              <a:t>DHCPDISCOVER</a:t>
            </a:r>
            <a:r>
              <a:rPr lang="fr-FR" b="0" i="0" dirty="0">
                <a:solidFill>
                  <a:srgbClr val="333333"/>
                </a:solidFill>
                <a:effectLst/>
                <a:latin typeface="agrandirnarrow"/>
              </a:rPr>
              <a:t> qui localise les serveurs DHCP disponibles. Les serveurs en question répondent par l’intermédiaire d’un </a:t>
            </a:r>
            <a:r>
              <a:rPr lang="fr-FR" b="1" i="0" dirty="0">
                <a:solidFill>
                  <a:srgbClr val="333333"/>
                </a:solidFill>
                <a:effectLst/>
                <a:latin typeface="agrandirnarrow"/>
              </a:rPr>
              <a:t>DHCPOFFER</a:t>
            </a:r>
            <a:r>
              <a:rPr lang="fr-FR" b="0" i="0" dirty="0">
                <a:solidFill>
                  <a:srgbClr val="333333"/>
                </a:solidFill>
                <a:effectLst/>
                <a:latin typeface="agrandirnarrow"/>
              </a:rPr>
              <a:t>, en y incluant les premiers paramètres. Ensuite, plusieurs autres types de paquets peuvent être envoyés pour communiquer d’autres demandes ou signaler des états particuliers. L’on peut citer </a:t>
            </a:r>
            <a:r>
              <a:rPr lang="fr-FR" b="1" i="0" dirty="0">
                <a:solidFill>
                  <a:srgbClr val="333333"/>
                </a:solidFill>
                <a:effectLst/>
                <a:latin typeface="agrandirnarrow"/>
              </a:rPr>
              <a:t>DHCPINFORM</a:t>
            </a:r>
            <a:r>
              <a:rPr lang="fr-FR" b="0" i="0" dirty="0">
                <a:solidFill>
                  <a:srgbClr val="333333"/>
                </a:solidFill>
                <a:effectLst/>
                <a:latin typeface="agrandirnarrow"/>
              </a:rPr>
              <a:t> ou </a:t>
            </a:r>
            <a:r>
              <a:rPr lang="fr-FR" b="1" i="0" dirty="0">
                <a:solidFill>
                  <a:srgbClr val="333333"/>
                </a:solidFill>
                <a:effectLst/>
                <a:latin typeface="agrandirnarrow"/>
              </a:rPr>
              <a:t>DHCPDECLINE, DHCPNAK, DHCPACK, DHCPRELEASE et DHCPREQUEST.</a:t>
            </a:r>
            <a:endParaRPr lang="fr-FR" b="0" i="0" dirty="0">
              <a:solidFill>
                <a:srgbClr val="333333"/>
              </a:solidFill>
              <a:effectLst/>
              <a:latin typeface="agrandirnarrow"/>
            </a:endParaRPr>
          </a:p>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9</a:t>
            </a:fld>
            <a:endParaRPr lang="fr-FR"/>
          </a:p>
        </p:txBody>
      </p:sp>
    </p:spTree>
    <p:extLst>
      <p:ext uri="{BB962C8B-B14F-4D97-AF65-F5344CB8AC3E}">
        <p14:creationId xmlns:p14="http://schemas.microsoft.com/office/powerpoint/2010/main" val="3313116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fontAlgn="base"/>
            <a:r>
              <a:rPr lang="fr-FR" b="0" i="0" dirty="0">
                <a:solidFill>
                  <a:srgbClr val="333333"/>
                </a:solidFill>
                <a:effectLst/>
                <a:latin typeface="agrandirnarrow"/>
              </a:rPr>
              <a:t>Ce message envoyé est appelé une </a:t>
            </a:r>
            <a:r>
              <a:rPr lang="fr-FR" b="1" i="0" dirty="0">
                <a:solidFill>
                  <a:srgbClr val="333333"/>
                </a:solidFill>
                <a:effectLst/>
                <a:latin typeface="agrandirnarrow"/>
              </a:rPr>
              <a:t>demande de découverte DHCP</a:t>
            </a:r>
            <a:r>
              <a:rPr lang="fr-FR" b="0" i="0" dirty="0">
                <a:solidFill>
                  <a:srgbClr val="333333"/>
                </a:solidFill>
                <a:effectLst/>
                <a:latin typeface="agrandirnarrow"/>
              </a:rPr>
              <a:t>. Lorsque le serveur reçoit cette requête, il la relaie vers son service réseau DHCP. </a:t>
            </a:r>
          </a:p>
          <a:p>
            <a:pPr algn="just" fontAlgn="base"/>
            <a:r>
              <a:rPr lang="fr-FR" b="0" i="0" dirty="0">
                <a:solidFill>
                  <a:srgbClr val="333333"/>
                </a:solidFill>
                <a:effectLst/>
                <a:latin typeface="agrandirnarrow"/>
              </a:rPr>
              <a:t>Ce dernier examine les adresses IP disponibles qui n’ont pas été revendiquées par d’autres ordinateurs. Dès que le serveur identifie une adresse IP libre, il l’envoie à l’ordinateur ou à l’appareil demandeur. Cette partie du processus est appelée une </a:t>
            </a:r>
            <a:r>
              <a:rPr lang="fr-FR" b="1" i="0" dirty="0">
                <a:solidFill>
                  <a:srgbClr val="333333"/>
                </a:solidFill>
                <a:effectLst/>
                <a:latin typeface="agrandirnarrow"/>
              </a:rPr>
              <a:t>offre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client reçoit l’adresse IP allouée dynamiquement et renvoie un message au serveur pour confirmer qu’il souhaite l’utiliser. Cette étape est appelée un </a:t>
            </a:r>
            <a:r>
              <a:rPr lang="fr-FR" b="1" i="0" dirty="0">
                <a:solidFill>
                  <a:srgbClr val="333333"/>
                </a:solidFill>
                <a:effectLst/>
                <a:latin typeface="agrandirnarrow"/>
              </a:rPr>
              <a:t>message de requête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routeur DHCP envoie ensuite un message final au périphérique qui a initié tout ce processus. Ce message est appelé </a:t>
            </a:r>
            <a:r>
              <a:rPr lang="fr-FR" b="1" i="0" dirty="0">
                <a:solidFill>
                  <a:srgbClr val="333333"/>
                </a:solidFill>
                <a:effectLst/>
                <a:latin typeface="agrandirnarrow"/>
              </a:rPr>
              <a:t>accusé de réception DHCP</a:t>
            </a:r>
            <a:r>
              <a:rPr lang="fr-FR" b="0" i="0" dirty="0">
                <a:solidFill>
                  <a:srgbClr val="333333"/>
                </a:solidFill>
                <a:effectLst/>
                <a:latin typeface="agrandirnarrow"/>
              </a:rPr>
              <a:t>. Il contient les informations de configuration nécessaires pour accorder un accès réseau comme la passerelle, les serveurs DNS et la durée pendant laquelle le périphérique peut être utilisé.</a:t>
            </a:r>
          </a:p>
          <a:p>
            <a:pPr algn="just" fontAlgn="base"/>
            <a:r>
              <a:rPr lang="fr-FR" b="0" i="0" dirty="0">
                <a:solidFill>
                  <a:srgbClr val="333333"/>
                </a:solidFill>
                <a:effectLst/>
                <a:latin typeface="agrandirnarrow"/>
              </a:rPr>
              <a:t>Ces différentes étapes du bon fonctionnement du protocole repose donc sur la transmission de paquets d’informations. Ceux-ci différent selon leur origine, leur destination et leur fonction. L’on peut ainsi distinguer le </a:t>
            </a:r>
            <a:r>
              <a:rPr lang="fr-FR" b="1" i="0" dirty="0">
                <a:solidFill>
                  <a:srgbClr val="333333"/>
                </a:solidFill>
                <a:effectLst/>
                <a:latin typeface="agrandirnarrow"/>
              </a:rPr>
              <a:t>DHCPDISCOVER</a:t>
            </a:r>
            <a:r>
              <a:rPr lang="fr-FR" b="0" i="0" dirty="0">
                <a:solidFill>
                  <a:srgbClr val="333333"/>
                </a:solidFill>
                <a:effectLst/>
                <a:latin typeface="agrandirnarrow"/>
              </a:rPr>
              <a:t> qui localise les serveurs DHCP disponibles. Les serveurs en question répondent par l’intermédiaire d’un </a:t>
            </a:r>
            <a:r>
              <a:rPr lang="fr-FR" b="1" i="0" dirty="0">
                <a:solidFill>
                  <a:srgbClr val="333333"/>
                </a:solidFill>
                <a:effectLst/>
                <a:latin typeface="agrandirnarrow"/>
              </a:rPr>
              <a:t>DHCPOFFER</a:t>
            </a:r>
            <a:r>
              <a:rPr lang="fr-FR" b="0" i="0" dirty="0">
                <a:solidFill>
                  <a:srgbClr val="333333"/>
                </a:solidFill>
                <a:effectLst/>
                <a:latin typeface="agrandirnarrow"/>
              </a:rPr>
              <a:t>, en y incluant les premiers paramètres. Ensuite, plusieurs autres types de paquets peuvent être envoyés pour communiquer d’autres demandes ou signaler des états particuliers. L’on peut citer </a:t>
            </a:r>
            <a:r>
              <a:rPr lang="fr-FR" b="1" i="0" dirty="0">
                <a:solidFill>
                  <a:srgbClr val="333333"/>
                </a:solidFill>
                <a:effectLst/>
                <a:latin typeface="agrandirnarrow"/>
              </a:rPr>
              <a:t>DHCPINFORM</a:t>
            </a:r>
            <a:r>
              <a:rPr lang="fr-FR" b="0" i="0" dirty="0">
                <a:solidFill>
                  <a:srgbClr val="333333"/>
                </a:solidFill>
                <a:effectLst/>
                <a:latin typeface="agrandirnarrow"/>
              </a:rPr>
              <a:t> ou </a:t>
            </a:r>
            <a:r>
              <a:rPr lang="fr-FR" b="1" i="0" dirty="0">
                <a:solidFill>
                  <a:srgbClr val="333333"/>
                </a:solidFill>
                <a:effectLst/>
                <a:latin typeface="agrandirnarrow"/>
              </a:rPr>
              <a:t>DHCPDECLINE, DHCPNAK, DHCPACK, DHCPRELEASE et DHCPREQUEST.</a:t>
            </a:r>
            <a:endParaRPr lang="fr-FR" b="0" i="0" dirty="0">
              <a:solidFill>
                <a:srgbClr val="333333"/>
              </a:solidFill>
              <a:effectLst/>
              <a:latin typeface="agrandirnarrow"/>
            </a:endParaRPr>
          </a:p>
          <a:p>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10</a:t>
            </a:fld>
            <a:endParaRPr lang="en-US"/>
          </a:p>
        </p:txBody>
      </p:sp>
    </p:spTree>
    <p:extLst>
      <p:ext uri="{BB962C8B-B14F-4D97-AF65-F5344CB8AC3E}">
        <p14:creationId xmlns:p14="http://schemas.microsoft.com/office/powerpoint/2010/main" val="1493576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fontAlgn="base"/>
            <a:r>
              <a:rPr lang="fr-FR" b="0" i="0" dirty="0">
                <a:solidFill>
                  <a:srgbClr val="333333"/>
                </a:solidFill>
                <a:effectLst/>
                <a:latin typeface="agrandirnarrow"/>
              </a:rPr>
              <a:t>Ce message envoyé est appelé une </a:t>
            </a:r>
            <a:r>
              <a:rPr lang="fr-FR" b="1" i="0" dirty="0">
                <a:solidFill>
                  <a:srgbClr val="333333"/>
                </a:solidFill>
                <a:effectLst/>
                <a:latin typeface="agrandirnarrow"/>
              </a:rPr>
              <a:t>demande de découverte DHCP</a:t>
            </a:r>
            <a:r>
              <a:rPr lang="fr-FR" b="0" i="0" dirty="0">
                <a:solidFill>
                  <a:srgbClr val="333333"/>
                </a:solidFill>
                <a:effectLst/>
                <a:latin typeface="agrandirnarrow"/>
              </a:rPr>
              <a:t>. Lorsque le serveur reçoit cette requête, il la relaie vers son service réseau DHCP. </a:t>
            </a:r>
          </a:p>
          <a:p>
            <a:pPr algn="just" fontAlgn="base"/>
            <a:r>
              <a:rPr lang="fr-FR" b="0" i="0" dirty="0">
                <a:solidFill>
                  <a:srgbClr val="333333"/>
                </a:solidFill>
                <a:effectLst/>
                <a:latin typeface="agrandirnarrow"/>
              </a:rPr>
              <a:t>Ce dernier examine les adresses IP disponibles qui n’ont pas été revendiquées par d’autres ordinateurs. Dès que le serveur identifie une adresse IP libre, il l’envoie à l’ordinateur ou à l’appareil demandeur. Cette partie du processus est appelée une </a:t>
            </a:r>
            <a:r>
              <a:rPr lang="fr-FR" b="1" i="0" dirty="0">
                <a:solidFill>
                  <a:srgbClr val="333333"/>
                </a:solidFill>
                <a:effectLst/>
                <a:latin typeface="agrandirnarrow"/>
              </a:rPr>
              <a:t>offre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client reçoit l’adresse IP allouée dynamiquement et renvoie un message au serveur pour confirmer qu’il souhaite l’utiliser. Cette étape est appelée un </a:t>
            </a:r>
            <a:r>
              <a:rPr lang="fr-FR" b="1" i="0" dirty="0">
                <a:solidFill>
                  <a:srgbClr val="333333"/>
                </a:solidFill>
                <a:effectLst/>
                <a:latin typeface="agrandirnarrow"/>
              </a:rPr>
              <a:t>message de requête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routeur DHCP envoie ensuite un message final au périphérique qui a initié tout ce processus. Ce message est appelé </a:t>
            </a:r>
            <a:r>
              <a:rPr lang="fr-FR" b="1" i="0" dirty="0">
                <a:solidFill>
                  <a:srgbClr val="333333"/>
                </a:solidFill>
                <a:effectLst/>
                <a:latin typeface="agrandirnarrow"/>
              </a:rPr>
              <a:t>accusé de réception DHCP</a:t>
            </a:r>
            <a:r>
              <a:rPr lang="fr-FR" b="0" i="0" dirty="0">
                <a:solidFill>
                  <a:srgbClr val="333333"/>
                </a:solidFill>
                <a:effectLst/>
                <a:latin typeface="agrandirnarrow"/>
              </a:rPr>
              <a:t>. Il contient les informations de configuration nécessaires pour accorder un accès réseau comme la passerelle, les serveurs DNS et la durée pendant laquelle le périphérique peut être utilisé.</a:t>
            </a:r>
          </a:p>
          <a:p>
            <a:pPr algn="just" fontAlgn="base"/>
            <a:r>
              <a:rPr lang="fr-FR" b="0" i="0" dirty="0">
                <a:solidFill>
                  <a:srgbClr val="333333"/>
                </a:solidFill>
                <a:effectLst/>
                <a:latin typeface="agrandirnarrow"/>
              </a:rPr>
              <a:t>Ces différentes étapes du bon fonctionnement du protocole repose donc sur la transmission de paquets d’informations. Ceux-ci différent selon leur origine, leur destination et leur fonction. L’on peut ainsi distinguer le </a:t>
            </a:r>
            <a:r>
              <a:rPr lang="fr-FR" b="1" i="0" dirty="0">
                <a:solidFill>
                  <a:srgbClr val="333333"/>
                </a:solidFill>
                <a:effectLst/>
                <a:latin typeface="agrandirnarrow"/>
              </a:rPr>
              <a:t>DHCPDISCOVER</a:t>
            </a:r>
            <a:r>
              <a:rPr lang="fr-FR" b="0" i="0" dirty="0">
                <a:solidFill>
                  <a:srgbClr val="333333"/>
                </a:solidFill>
                <a:effectLst/>
                <a:latin typeface="agrandirnarrow"/>
              </a:rPr>
              <a:t> qui localise les serveurs DHCP disponibles. Les serveurs en question répondent par l’intermédiaire d’un </a:t>
            </a:r>
            <a:r>
              <a:rPr lang="fr-FR" b="1" i="0" dirty="0">
                <a:solidFill>
                  <a:srgbClr val="333333"/>
                </a:solidFill>
                <a:effectLst/>
                <a:latin typeface="agrandirnarrow"/>
              </a:rPr>
              <a:t>DHCPOFFER</a:t>
            </a:r>
            <a:r>
              <a:rPr lang="fr-FR" b="0" i="0" dirty="0">
                <a:solidFill>
                  <a:srgbClr val="333333"/>
                </a:solidFill>
                <a:effectLst/>
                <a:latin typeface="agrandirnarrow"/>
              </a:rPr>
              <a:t>, en y incluant les premiers paramètres. Ensuite, plusieurs autres types de paquets peuvent être envoyés pour communiquer d’autres demandes ou signaler des états particuliers. L’on peut citer </a:t>
            </a:r>
            <a:r>
              <a:rPr lang="fr-FR" b="1" i="0" dirty="0">
                <a:solidFill>
                  <a:srgbClr val="333333"/>
                </a:solidFill>
                <a:effectLst/>
                <a:latin typeface="agrandirnarrow"/>
              </a:rPr>
              <a:t>DHCPINFORM</a:t>
            </a:r>
            <a:r>
              <a:rPr lang="fr-FR" b="0" i="0" dirty="0">
                <a:solidFill>
                  <a:srgbClr val="333333"/>
                </a:solidFill>
                <a:effectLst/>
                <a:latin typeface="agrandirnarrow"/>
              </a:rPr>
              <a:t> ou </a:t>
            </a:r>
            <a:r>
              <a:rPr lang="fr-FR" b="1" i="0" dirty="0">
                <a:solidFill>
                  <a:srgbClr val="333333"/>
                </a:solidFill>
                <a:effectLst/>
                <a:latin typeface="agrandirnarrow"/>
              </a:rPr>
              <a:t>DHCPDECLINE, DHCPNAK, DHCPACK, DHCPRELEASE et DHCPREQUEST.</a:t>
            </a:r>
            <a:endParaRPr lang="fr-FR" b="0" i="0" dirty="0">
              <a:solidFill>
                <a:srgbClr val="333333"/>
              </a:solidFill>
              <a:effectLst/>
              <a:latin typeface="agrandirnarrow"/>
            </a:endParaRPr>
          </a:p>
          <a:p>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11</a:t>
            </a:fld>
            <a:endParaRPr lang="en-US"/>
          </a:p>
        </p:txBody>
      </p:sp>
    </p:spTree>
    <p:extLst>
      <p:ext uri="{BB962C8B-B14F-4D97-AF65-F5344CB8AC3E}">
        <p14:creationId xmlns:p14="http://schemas.microsoft.com/office/powerpoint/2010/main" val="688813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fontAlgn="base"/>
            <a:r>
              <a:rPr lang="fr-FR" b="0" i="0" dirty="0">
                <a:solidFill>
                  <a:srgbClr val="333333"/>
                </a:solidFill>
                <a:effectLst/>
                <a:latin typeface="agrandirnarrow"/>
              </a:rPr>
              <a:t>Ce message envoyé est appelé une </a:t>
            </a:r>
            <a:r>
              <a:rPr lang="fr-FR" b="1" i="0" dirty="0">
                <a:solidFill>
                  <a:srgbClr val="333333"/>
                </a:solidFill>
                <a:effectLst/>
                <a:latin typeface="agrandirnarrow"/>
              </a:rPr>
              <a:t>demande de découverte DHCP</a:t>
            </a:r>
            <a:r>
              <a:rPr lang="fr-FR" b="0" i="0" dirty="0">
                <a:solidFill>
                  <a:srgbClr val="333333"/>
                </a:solidFill>
                <a:effectLst/>
                <a:latin typeface="agrandirnarrow"/>
              </a:rPr>
              <a:t>. Lorsque le serveur reçoit cette requête, il la relaie vers son service réseau DHCP. </a:t>
            </a:r>
          </a:p>
          <a:p>
            <a:pPr algn="just" fontAlgn="base"/>
            <a:r>
              <a:rPr lang="fr-FR" b="0" i="0" dirty="0">
                <a:solidFill>
                  <a:srgbClr val="333333"/>
                </a:solidFill>
                <a:effectLst/>
                <a:latin typeface="agrandirnarrow"/>
              </a:rPr>
              <a:t>Ce dernier examine les adresses IP disponibles qui n’ont pas été revendiquées par d’autres ordinateurs. Dès que le serveur identifie une adresse IP libre, il l’envoie à l’ordinateur ou à l’appareil demandeur. Cette partie du processus est appelée une </a:t>
            </a:r>
            <a:r>
              <a:rPr lang="fr-FR" b="1" i="0" dirty="0">
                <a:solidFill>
                  <a:srgbClr val="333333"/>
                </a:solidFill>
                <a:effectLst/>
                <a:latin typeface="agrandirnarrow"/>
              </a:rPr>
              <a:t>offre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client reçoit l’adresse IP allouée dynamiquement et renvoie un message au serveur pour confirmer qu’il souhaite l’utiliser. Cette étape est appelée un </a:t>
            </a:r>
            <a:r>
              <a:rPr lang="fr-FR" b="1" i="0" dirty="0">
                <a:solidFill>
                  <a:srgbClr val="333333"/>
                </a:solidFill>
                <a:effectLst/>
                <a:latin typeface="agrandirnarrow"/>
              </a:rPr>
              <a:t>message de requête DHCP</a:t>
            </a:r>
            <a:r>
              <a:rPr lang="fr-FR" b="0" i="0" dirty="0">
                <a:solidFill>
                  <a:srgbClr val="333333"/>
                </a:solidFill>
                <a:effectLst/>
                <a:latin typeface="agrandirnarrow"/>
              </a:rPr>
              <a:t>.</a:t>
            </a:r>
          </a:p>
          <a:p>
            <a:pPr algn="just" fontAlgn="base"/>
            <a:r>
              <a:rPr lang="fr-FR" b="0" i="0" dirty="0">
                <a:solidFill>
                  <a:srgbClr val="333333"/>
                </a:solidFill>
                <a:effectLst/>
                <a:latin typeface="agrandirnarrow"/>
              </a:rPr>
              <a:t>Le routeur DHCP envoie ensuite un message final au périphérique qui a initié tout ce processus. Ce message est appelé </a:t>
            </a:r>
            <a:r>
              <a:rPr lang="fr-FR" b="1" i="0" dirty="0">
                <a:solidFill>
                  <a:srgbClr val="333333"/>
                </a:solidFill>
                <a:effectLst/>
                <a:latin typeface="agrandirnarrow"/>
              </a:rPr>
              <a:t>accusé de réception DHCP</a:t>
            </a:r>
            <a:r>
              <a:rPr lang="fr-FR" b="0" i="0" dirty="0">
                <a:solidFill>
                  <a:srgbClr val="333333"/>
                </a:solidFill>
                <a:effectLst/>
                <a:latin typeface="agrandirnarrow"/>
              </a:rPr>
              <a:t>. Il contient les informations de configuration nécessaires pour accorder un accès réseau comme la passerelle, les serveurs DNS et la durée pendant laquelle le périphérique peut être utilisé.</a:t>
            </a:r>
          </a:p>
          <a:p>
            <a:pPr algn="just" fontAlgn="base"/>
            <a:r>
              <a:rPr lang="fr-FR" b="0" i="0" dirty="0">
                <a:solidFill>
                  <a:srgbClr val="333333"/>
                </a:solidFill>
                <a:effectLst/>
                <a:latin typeface="agrandirnarrow"/>
              </a:rPr>
              <a:t>Ces différentes étapes du bon fonctionnement du protocole repose donc sur la transmission de paquets d’informations. Ceux-ci différent selon leur origine, leur destination et leur fonction. L’on peut ainsi distinguer le </a:t>
            </a:r>
            <a:r>
              <a:rPr lang="fr-FR" b="1" i="0" dirty="0">
                <a:solidFill>
                  <a:srgbClr val="333333"/>
                </a:solidFill>
                <a:effectLst/>
                <a:latin typeface="agrandirnarrow"/>
              </a:rPr>
              <a:t>DHCPDISCOVER</a:t>
            </a:r>
            <a:r>
              <a:rPr lang="fr-FR" b="0" i="0" dirty="0">
                <a:solidFill>
                  <a:srgbClr val="333333"/>
                </a:solidFill>
                <a:effectLst/>
                <a:latin typeface="agrandirnarrow"/>
              </a:rPr>
              <a:t> qui localise les serveurs DHCP disponibles. Les serveurs en question répondent par l’intermédiaire d’un </a:t>
            </a:r>
            <a:r>
              <a:rPr lang="fr-FR" b="1" i="0" dirty="0">
                <a:solidFill>
                  <a:srgbClr val="333333"/>
                </a:solidFill>
                <a:effectLst/>
                <a:latin typeface="agrandirnarrow"/>
              </a:rPr>
              <a:t>DHCPOFFER</a:t>
            </a:r>
            <a:r>
              <a:rPr lang="fr-FR" b="0" i="0" dirty="0">
                <a:solidFill>
                  <a:srgbClr val="333333"/>
                </a:solidFill>
                <a:effectLst/>
                <a:latin typeface="agrandirnarrow"/>
              </a:rPr>
              <a:t>, en y incluant les premiers paramètres. Ensuite, plusieurs autres types de paquets peuvent être envoyés pour communiquer d’autres demandes ou signaler des états particuliers. L’on peut citer </a:t>
            </a:r>
            <a:r>
              <a:rPr lang="fr-FR" b="1" i="0" dirty="0">
                <a:solidFill>
                  <a:srgbClr val="333333"/>
                </a:solidFill>
                <a:effectLst/>
                <a:latin typeface="agrandirnarrow"/>
              </a:rPr>
              <a:t>DHCPINFORM</a:t>
            </a:r>
            <a:r>
              <a:rPr lang="fr-FR" b="0" i="0" dirty="0">
                <a:solidFill>
                  <a:srgbClr val="333333"/>
                </a:solidFill>
                <a:effectLst/>
                <a:latin typeface="agrandirnarrow"/>
              </a:rPr>
              <a:t> ou </a:t>
            </a:r>
            <a:r>
              <a:rPr lang="fr-FR" b="1" i="0" dirty="0">
                <a:solidFill>
                  <a:srgbClr val="333333"/>
                </a:solidFill>
                <a:effectLst/>
                <a:latin typeface="agrandirnarrow"/>
              </a:rPr>
              <a:t>DHCPDECLINE, DHCPNAK, DHCPACK, DHCPRELEASE et DHCPREQUEST.</a:t>
            </a:r>
            <a:endParaRPr lang="fr-FR" b="0" i="0" dirty="0">
              <a:solidFill>
                <a:srgbClr val="333333"/>
              </a:solidFill>
              <a:effectLst/>
              <a:latin typeface="agrandirnarrow"/>
            </a:endParaRPr>
          </a:p>
          <a:p>
            <a:endParaRPr lang="fr-TN" dirty="0"/>
          </a:p>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12</a:t>
            </a:fld>
            <a:endParaRPr lang="en-US"/>
          </a:p>
        </p:txBody>
      </p:sp>
    </p:spTree>
    <p:extLst>
      <p:ext uri="{BB962C8B-B14F-4D97-AF65-F5344CB8AC3E}">
        <p14:creationId xmlns:p14="http://schemas.microsoft.com/office/powerpoint/2010/main" val="2469480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16</a:t>
            </a:fld>
            <a:endParaRPr lang="en-US"/>
          </a:p>
        </p:txBody>
      </p:sp>
    </p:spTree>
    <p:extLst>
      <p:ext uri="{BB962C8B-B14F-4D97-AF65-F5344CB8AC3E}">
        <p14:creationId xmlns:p14="http://schemas.microsoft.com/office/powerpoint/2010/main" val="1528444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TN" b="1"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17</a:t>
            </a:fld>
            <a:endParaRPr lang="en-US"/>
          </a:p>
        </p:txBody>
      </p:sp>
    </p:spTree>
    <p:extLst>
      <p:ext uri="{BB962C8B-B14F-4D97-AF65-F5344CB8AC3E}">
        <p14:creationId xmlns:p14="http://schemas.microsoft.com/office/powerpoint/2010/main" val="129868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20</a:t>
            </a:fld>
            <a:endParaRPr lang="fr-FR"/>
          </a:p>
        </p:txBody>
      </p:sp>
    </p:spTree>
    <p:extLst>
      <p:ext uri="{BB962C8B-B14F-4D97-AF65-F5344CB8AC3E}">
        <p14:creationId xmlns:p14="http://schemas.microsoft.com/office/powerpoint/2010/main" val="3179232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1" dirty="0">
                <a:solidFill>
                  <a:srgbClr val="C00000"/>
                </a:solidFill>
                <a:latin typeface="CiscoSansTTLight"/>
              </a:rPr>
              <a:t>Qu’est-ce que le relais DHCP ?</a:t>
            </a:r>
            <a:endParaRPr lang="fr-FR" dirty="0">
              <a:solidFill>
                <a:srgbClr val="C00000"/>
              </a:solidFill>
              <a:latin typeface="CiscoSansTTLight"/>
            </a:endParaRPr>
          </a:p>
          <a:p>
            <a:pPr algn="just"/>
            <a:r>
              <a:rPr lang="fr-FR" dirty="0">
                <a:solidFill>
                  <a:srgbClr val="333333"/>
                </a:solidFill>
                <a:latin typeface="CiscoSansTTLight"/>
              </a:rPr>
              <a:t>Dans le cas d'un réseau hiérarchique complexe, les serveurs d'entreprise se trouvent généralement dans une batterie de serveurs. Ces serveurs peuvent fournir au réseau des services DHCP, DNS, TFTP et FTP. Les clients du réseau ne sont généralement pas sur le même sous-réseau que ces serveurs. Afin de localiser les serveurs et de bénéficier des services, les clients utilisent souvent des messages de diffusion.</a:t>
            </a:r>
          </a:p>
          <a:p>
            <a:pPr algn="just"/>
            <a:endParaRPr lang="fr-FR" b="0" i="0" dirty="0">
              <a:solidFill>
                <a:srgbClr val="333333"/>
              </a:solidFill>
              <a:effectLst/>
              <a:latin typeface="CiscoSansTTLigh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fr-FR" b="1" dirty="0">
                <a:solidFill>
                  <a:srgbClr val="C00000"/>
                </a:solidFill>
                <a:latin typeface="CiscoSansTTLight"/>
              </a:rPr>
              <a:t>Figure:</a:t>
            </a:r>
            <a:r>
              <a:rPr lang="fr-FR" b="1" baseline="0" dirty="0">
                <a:solidFill>
                  <a:srgbClr val="C00000"/>
                </a:solidFill>
                <a:latin typeface="CiscoSansTTLight"/>
              </a:rPr>
              <a:t> </a:t>
            </a:r>
            <a:r>
              <a:rPr lang="fr-FR" dirty="0">
                <a:solidFill>
                  <a:srgbClr val="333333"/>
                </a:solidFill>
                <a:latin typeface="CiscoSansTTLight"/>
              </a:rPr>
              <a:t>Le PC1 essaie d'acquérir une adresse IPv4 à partir d'un serveur DHCP à l'aide d'un message de diffusion. Dans ce scénario, le routeur R1 n'est pas configuré en tant que serveur DHCPv4 et ne transmet pas la diffusion. Étant donné que le serveur DHCPv4 se trouve sur un autre réseau, PC1 ne peut pas recevoir d'adresse IP via DHCP.</a:t>
            </a:r>
            <a:endParaRPr lang="en-US" dirty="0"/>
          </a:p>
          <a:p>
            <a:pPr algn="just"/>
            <a:endParaRPr lang="fr-FR" b="0" i="0" dirty="0">
              <a:solidFill>
                <a:srgbClr val="333333"/>
              </a:solidFill>
              <a:effectLst/>
              <a:latin typeface="CiscoSansTTLight"/>
            </a:endParaRPr>
          </a:p>
          <a:p>
            <a:endParaRPr lang="en-US"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24</a:t>
            </a:fld>
            <a:endParaRPr lang="fr-FR"/>
          </a:p>
        </p:txBody>
      </p:sp>
    </p:spTree>
    <p:extLst>
      <p:ext uri="{BB962C8B-B14F-4D97-AF65-F5344CB8AC3E}">
        <p14:creationId xmlns:p14="http://schemas.microsoft.com/office/powerpoint/2010/main" val="212145984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
        <p:cNvGrpSpPr/>
        <p:nvPr/>
      </p:nvGrpSpPr>
      <p:grpSpPr>
        <a:xfrm>
          <a:off x="0" y="0"/>
          <a:ext cx="0" cy="0"/>
          <a:chOff x="0" y="0"/>
          <a:chExt cx="0" cy="0"/>
        </a:xfrm>
      </p:grpSpPr>
      <p:grpSp>
        <p:nvGrpSpPr>
          <p:cNvPr id="14" name="Google Shape;149;p1"/>
          <p:cNvGrpSpPr/>
          <p:nvPr userDrawn="1"/>
        </p:nvGrpSpPr>
        <p:grpSpPr>
          <a:xfrm>
            <a:off x="0" y="0"/>
            <a:ext cx="12192000" cy="6858000"/>
            <a:chOff x="0" y="0"/>
            <a:chExt cx="12192000" cy="6858000"/>
          </a:xfrm>
        </p:grpSpPr>
        <p:sp>
          <p:nvSpPr>
            <p:cNvPr id="15" name="Google Shape;150;p1"/>
            <p:cNvSpPr/>
            <p:nvPr/>
          </p:nvSpPr>
          <p:spPr>
            <a:xfrm>
              <a:off x="0" y="0"/>
              <a:ext cx="12192000" cy="6858000"/>
            </a:xfrm>
            <a:prstGeom prst="rect">
              <a:avLst/>
            </a:prstGeom>
            <a:blipFill rotWithShape="1">
              <a:blip r:embed="rId2" cstate="print">
                <a:alphaModFix/>
              </a:blip>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 name="Google Shape;151;p1" descr="image2.png"/>
            <p:cNvPicPr preferRelativeResize="0"/>
            <p:nvPr/>
          </p:nvPicPr>
          <p:blipFill rotWithShape="1">
            <a:blip r:embed="rId3" cstate="print">
              <a:alphaModFix/>
            </a:blip>
            <a:srcRect/>
            <a:stretch/>
          </p:blipFill>
          <p:spPr>
            <a:xfrm>
              <a:off x="0" y="0"/>
              <a:ext cx="12192000" cy="6858000"/>
            </a:xfrm>
            <a:prstGeom prst="rect">
              <a:avLst/>
            </a:prstGeom>
            <a:noFill/>
            <a:ln>
              <a:noFill/>
            </a:ln>
          </p:spPr>
        </p:pic>
      </p:grpSp>
      <p:sp>
        <p:nvSpPr>
          <p:cNvPr id="10" name="Google Shape;10;p10"/>
          <p:cNvSpPr txBox="1">
            <a:spLocks noGrp="1"/>
          </p:cNvSpPr>
          <p:nvPr>
            <p:ph type="title"/>
          </p:nvPr>
        </p:nvSpPr>
        <p:spPr>
          <a:xfrm>
            <a:off x="1524000" y="1122362"/>
            <a:ext cx="9144000" cy="2387700"/>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00"/>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Arial"/>
              <a:buNone/>
              <a:defRPr sz="2400"/>
            </a:lvl1pPr>
            <a:lvl2pPr marL="914400" lvl="1" indent="-228600" algn="ctr">
              <a:lnSpc>
                <a:spcPct val="90000"/>
              </a:lnSpc>
              <a:spcBef>
                <a:spcPts val="1000"/>
              </a:spcBef>
              <a:spcAft>
                <a:spcPts val="0"/>
              </a:spcAft>
              <a:buClr>
                <a:srgbClr val="000000"/>
              </a:buClr>
              <a:buSzPts val="2400"/>
              <a:buFont typeface="Arial"/>
              <a:buNone/>
              <a:defRPr sz="2400"/>
            </a:lvl2pPr>
            <a:lvl3pPr marL="1371600" lvl="2" indent="-228600" algn="ctr">
              <a:lnSpc>
                <a:spcPct val="90000"/>
              </a:lnSpc>
              <a:spcBef>
                <a:spcPts val="1000"/>
              </a:spcBef>
              <a:spcAft>
                <a:spcPts val="0"/>
              </a:spcAft>
              <a:buClr>
                <a:srgbClr val="000000"/>
              </a:buClr>
              <a:buSzPts val="2400"/>
              <a:buFont typeface="Arial"/>
              <a:buNone/>
              <a:defRPr sz="2400"/>
            </a:lvl3pPr>
            <a:lvl4pPr marL="1828800" lvl="3" indent="-228600" algn="ctr">
              <a:lnSpc>
                <a:spcPct val="90000"/>
              </a:lnSpc>
              <a:spcBef>
                <a:spcPts val="1000"/>
              </a:spcBef>
              <a:spcAft>
                <a:spcPts val="0"/>
              </a:spcAft>
              <a:buClr>
                <a:srgbClr val="000000"/>
              </a:buClr>
              <a:buSzPts val="2400"/>
              <a:buFont typeface="Arial"/>
              <a:buNone/>
              <a:defRPr sz="2400"/>
            </a:lvl4pPr>
            <a:lvl5pPr marL="2286000" lvl="4" indent="-228600" algn="ctr">
              <a:lnSpc>
                <a:spcPct val="90000"/>
              </a:lnSpc>
              <a:spcBef>
                <a:spcPts val="1000"/>
              </a:spcBef>
              <a:spcAft>
                <a:spcPts val="0"/>
              </a:spcAft>
              <a:buClr>
                <a:srgbClr val="000000"/>
              </a:buClr>
              <a:buSzPts val="2400"/>
              <a:buFont typeface="Arial"/>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pic>
        <p:nvPicPr>
          <p:cNvPr id="5" name="Google Shape;152;p1" descr="Picture 3"/>
          <p:cNvPicPr preferRelativeResize="0"/>
          <p:nvPr userDrawn="1"/>
        </p:nvPicPr>
        <p:blipFill rotWithShape="1">
          <a:blip r:embed="rId4" cstate="print">
            <a:alphaModFix/>
          </a:blip>
          <a:srcRect/>
          <a:stretch/>
        </p:blipFill>
        <p:spPr>
          <a:xfrm>
            <a:off x="9017623" y="5816950"/>
            <a:ext cx="1162077" cy="821175"/>
          </a:xfrm>
          <a:prstGeom prst="rect">
            <a:avLst/>
          </a:prstGeom>
          <a:noFill/>
          <a:ln>
            <a:noFill/>
          </a:ln>
        </p:spPr>
      </p:pic>
      <p:pic>
        <p:nvPicPr>
          <p:cNvPr id="6" name="Google Shape;153;p1" descr="Picture 3"/>
          <p:cNvPicPr preferRelativeResize="0"/>
          <p:nvPr userDrawn="1"/>
        </p:nvPicPr>
        <p:blipFill rotWithShape="1">
          <a:blip r:embed="rId5" cstate="print">
            <a:alphaModFix/>
          </a:blip>
          <a:srcRect/>
          <a:stretch/>
        </p:blipFill>
        <p:spPr>
          <a:xfrm flipH="1">
            <a:off x="8190279" y="0"/>
            <a:ext cx="3978841" cy="2344124"/>
          </a:xfrm>
          <a:prstGeom prst="rect">
            <a:avLst/>
          </a:prstGeom>
          <a:noFill/>
          <a:ln>
            <a:noFill/>
          </a:ln>
        </p:spPr>
      </p:pic>
      <p:pic>
        <p:nvPicPr>
          <p:cNvPr id="7" name="Google Shape;154;p1" descr="Image 11"/>
          <p:cNvPicPr preferRelativeResize="0"/>
          <p:nvPr userDrawn="1"/>
        </p:nvPicPr>
        <p:blipFill rotWithShape="1">
          <a:blip r:embed="rId6" cstate="print">
            <a:alphaModFix/>
          </a:blip>
          <a:srcRect/>
          <a:stretch/>
        </p:blipFill>
        <p:spPr>
          <a:xfrm>
            <a:off x="2368975" y="5820381"/>
            <a:ext cx="1706906" cy="769774"/>
          </a:xfrm>
          <a:prstGeom prst="rect">
            <a:avLst/>
          </a:prstGeom>
          <a:noFill/>
          <a:ln>
            <a:noFill/>
          </a:ln>
        </p:spPr>
      </p:pic>
      <p:pic>
        <p:nvPicPr>
          <p:cNvPr id="8" name="Google Shape;156;p1" descr="C:\Users\faten\Desktop\CA-19\EURACE.png"/>
          <p:cNvPicPr preferRelativeResize="0"/>
          <p:nvPr userDrawn="1"/>
        </p:nvPicPr>
        <p:blipFill rotWithShape="1">
          <a:blip r:embed="rId7" cstate="print">
            <a:alphaModFix/>
          </a:blip>
          <a:srcRect/>
          <a:stretch/>
        </p:blipFill>
        <p:spPr>
          <a:xfrm>
            <a:off x="4481743" y="6055277"/>
            <a:ext cx="2399199" cy="478396"/>
          </a:xfrm>
          <a:prstGeom prst="rect">
            <a:avLst/>
          </a:prstGeom>
          <a:noFill/>
          <a:ln>
            <a:noFill/>
          </a:ln>
        </p:spPr>
      </p:pic>
      <p:pic>
        <p:nvPicPr>
          <p:cNvPr id="9" name="Google Shape;157;p1" descr="C:\Users\faten\Desktop\CA-19\CGE.png"/>
          <p:cNvPicPr preferRelativeResize="0"/>
          <p:nvPr userDrawn="1"/>
        </p:nvPicPr>
        <p:blipFill rotWithShape="1">
          <a:blip r:embed="rId8" cstate="print">
            <a:alphaModFix/>
          </a:blip>
          <a:srcRect/>
          <a:stretch/>
        </p:blipFill>
        <p:spPr>
          <a:xfrm>
            <a:off x="7138452" y="5952471"/>
            <a:ext cx="1518118" cy="512782"/>
          </a:xfrm>
          <a:prstGeom prst="rect">
            <a:avLst/>
          </a:prstGeom>
          <a:noFill/>
          <a:ln>
            <a:noFill/>
          </a:ln>
        </p:spPr>
      </p:pic>
      <p:pic>
        <p:nvPicPr>
          <p:cNvPr id="13" name="Google Shape;159;p1"/>
          <p:cNvPicPr preferRelativeResize="0"/>
          <p:nvPr userDrawn="1"/>
        </p:nvPicPr>
        <p:blipFill>
          <a:blip r:embed="rId9" cstate="print">
            <a:alphaModFix/>
          </a:blip>
          <a:stretch>
            <a:fillRect/>
          </a:stretch>
        </p:blipFill>
        <p:spPr>
          <a:xfrm>
            <a:off x="171625" y="220762"/>
            <a:ext cx="4204723" cy="1902600"/>
          </a:xfrm>
          <a:prstGeom prst="rect">
            <a:avLst/>
          </a:prstGeom>
          <a:noFill/>
          <a:ln>
            <a:noFill/>
          </a:ln>
        </p:spPr>
      </p:pic>
    </p:spTree>
    <p:extLst>
      <p:ext uri="{BB962C8B-B14F-4D97-AF65-F5344CB8AC3E}">
        <p14:creationId xmlns:p14="http://schemas.microsoft.com/office/powerpoint/2010/main" val="317870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reserve="1">
  <p:cSld name="Titre et contenu">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1288965"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sz="4000">
                <a:solidFill>
                  <a:srgbClr val="C00000"/>
                </a:solidFill>
                <a:latin typeface="Times New Roman" panose="02020603050405020304" pitchFamily="18" charset="0"/>
                <a:cs typeface="Times New Roman" panose="02020603050405020304" pitchFamily="18" charset="0"/>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dirty="0"/>
          </a:p>
        </p:txBody>
      </p:sp>
      <p:sp>
        <p:nvSpPr>
          <p:cNvPr id="15" name="Google Shape;15;p12"/>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Font typeface="Wingdings" panose="05000000000000000000" pitchFamily="2" charset="2"/>
              <a:buChar char="§"/>
              <a:defRPr sz="2400">
                <a:latin typeface="Times New Roman" panose="02020603050405020304" pitchFamily="18" charset="0"/>
                <a:cs typeface="Times New Roman" panose="02020603050405020304" pitchFamily="18" charset="0"/>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dirty="0"/>
          </a:p>
        </p:txBody>
      </p:sp>
      <p:sp>
        <p:nvSpPr>
          <p:cNvPr id="16" name="Google Shape;16;p1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2"/>
          <p:cNvSpPr txBox="1">
            <a:spLocks noGrp="1"/>
          </p:cNvSpPr>
          <p:nvPr>
            <p:ph type="sldNum" idx="12"/>
          </p:nvPr>
        </p:nvSpPr>
        <p:spPr>
          <a:xfrm>
            <a:off x="11003388" y="6246498"/>
            <a:ext cx="350400" cy="58473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6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fr-FR" smtClean="0"/>
              <a:pPr/>
              <a:t>‹#›</a:t>
            </a:fld>
            <a:endParaRPr lang="fr-FR" dirty="0"/>
          </a:p>
        </p:txBody>
      </p:sp>
    </p:spTree>
    <p:extLst>
      <p:ext uri="{BB962C8B-B14F-4D97-AF65-F5344CB8AC3E}">
        <p14:creationId xmlns:p14="http://schemas.microsoft.com/office/powerpoint/2010/main" val="138076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ontents slide layout" preserve="1">
  <p:cSld name="1_Contents slide layout">
    <p:spTree>
      <p:nvGrpSpPr>
        <p:cNvPr id="1" name="Shape 19"/>
        <p:cNvGrpSpPr/>
        <p:nvPr/>
      </p:nvGrpSpPr>
      <p:grpSpPr>
        <a:xfrm>
          <a:off x="0" y="0"/>
          <a:ext cx="0" cy="0"/>
          <a:chOff x="0" y="0"/>
          <a:chExt cx="0" cy="0"/>
        </a:xfrm>
      </p:grpSpPr>
      <p:sp>
        <p:nvSpPr>
          <p:cNvPr id="20" name="Google Shape;20;gb815910f77_0_3307"/>
          <p:cNvSpPr txBox="1">
            <a:spLocks noGrp="1"/>
          </p:cNvSpPr>
          <p:nvPr>
            <p:ph type="body" idx="1"/>
          </p:nvPr>
        </p:nvSpPr>
        <p:spPr>
          <a:xfrm>
            <a:off x="323530" y="339511"/>
            <a:ext cx="11573100" cy="724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80"/>
              </a:spcBef>
              <a:spcAft>
                <a:spcPts val="0"/>
              </a:spcAft>
              <a:buClr>
                <a:srgbClr val="262626"/>
              </a:buClr>
              <a:buSzPts val="5400"/>
              <a:buNone/>
              <a:defRPr sz="5400" b="0">
                <a:solidFill>
                  <a:srgbClr val="262626"/>
                </a:solidFill>
                <a:latin typeface="Arial"/>
                <a:ea typeface="Arial"/>
                <a:cs typeface="Arial"/>
                <a:sym typeface="Arial"/>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3728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ogan" preserve="1">
  <p:cSld name="Slogan">
    <p:spTree>
      <p:nvGrpSpPr>
        <p:cNvPr id="1" name="Shape 21"/>
        <p:cNvGrpSpPr/>
        <p:nvPr/>
      </p:nvGrpSpPr>
      <p:grpSpPr>
        <a:xfrm>
          <a:off x="0" y="0"/>
          <a:ext cx="0" cy="0"/>
          <a:chOff x="0" y="0"/>
          <a:chExt cx="0" cy="0"/>
        </a:xfrm>
      </p:grpSpPr>
      <p:sp>
        <p:nvSpPr>
          <p:cNvPr id="22" name="Google Shape;22;ge35c07f9d5_0_5190"/>
          <p:cNvSpPr/>
          <p:nvPr/>
        </p:nvSpPr>
        <p:spPr>
          <a:xfrm>
            <a:off x="0" y="2878390"/>
            <a:ext cx="12192000" cy="1686600"/>
          </a:xfrm>
          <a:prstGeom prst="rect">
            <a:avLst/>
          </a:prstGeom>
          <a:gradFill>
            <a:gsLst>
              <a:gs pos="0">
                <a:schemeClr val="dk2"/>
              </a:gs>
              <a:gs pos="31000">
                <a:srgbClr val="FFFFFF">
                  <a:alpha val="52156"/>
                </a:srgbClr>
              </a:gs>
              <a:gs pos="67000">
                <a:srgbClr val="FFFFFF">
                  <a:alpha val="392"/>
                </a:srgbClr>
              </a:gs>
              <a:gs pos="88000">
                <a:srgbClr val="FFFFFF">
                  <a:alpha val="46274"/>
                </a:srgbClr>
              </a:gs>
              <a:gs pos="100000">
                <a:schemeClr val="dk2"/>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23" name="Google Shape;23;ge35c07f9d5_0_5190"/>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24" name="Google Shape;24;ge35c07f9d5_0_5190"/>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25" name="Google Shape;25;ge35c07f9d5_0_5190"/>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26" name="Google Shape;26;ge35c07f9d5_0_5190"/>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7" name="Google Shape;27;ge35c07f9d5_0_5190"/>
          <p:cNvSpPr txBox="1">
            <a:spLocks noGrp="1"/>
          </p:cNvSpPr>
          <p:nvPr>
            <p:ph type="body" idx="2"/>
          </p:nvPr>
        </p:nvSpPr>
        <p:spPr>
          <a:xfrm>
            <a:off x="1130277" y="3034611"/>
            <a:ext cx="9931500" cy="13743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6060"/>
              </a:lnSpc>
              <a:spcBef>
                <a:spcPts val="0"/>
              </a:spcBef>
              <a:spcAft>
                <a:spcPts val="0"/>
              </a:spcAft>
              <a:buClr>
                <a:schemeClr val="accent2"/>
              </a:buClr>
              <a:buSzPts val="2800"/>
              <a:buFont typeface="Arial"/>
              <a:buNone/>
              <a:defRPr sz="44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70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charRg st="1" end="1"/>
                                            </p:txEl>
                                          </p:spTgt>
                                        </p:tgtEl>
                                        <p:attrNameLst>
                                          <p:attrName>style.visibility</p:attrName>
                                        </p:attrNameLst>
                                      </p:cBhvr>
                                      <p:to>
                                        <p:strVal val="visible"/>
                                      </p:to>
                                    </p:set>
                                    <p:animEffect transition="in" filter="fade">
                                      <p:cBhvr>
                                        <p:cTn id="10" dur="500"/>
                                        <p:tgtEl>
                                          <p:spTgt spid="26">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charRg st="1" end="1"/>
                                            </p:txEl>
                                          </p:spTgt>
                                        </p:tgtEl>
                                        <p:attrNameLst>
                                          <p:attrName>style.visibility</p:attrName>
                                        </p:attrNameLst>
                                      </p:cBhvr>
                                      <p:to>
                                        <p:strVal val="visible"/>
                                      </p:to>
                                    </p:set>
                                    <p:animEffect transition="in" filter="fade">
                                      <p:cBhvr>
                                        <p:cTn id="13" dur="500"/>
                                        <p:tgtEl>
                                          <p:spTgt spid="26">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xEl>
                                              <p:charRg st="1" end="1"/>
                                            </p:txEl>
                                          </p:spTgt>
                                        </p:tgtEl>
                                        <p:attrNameLst>
                                          <p:attrName>style.visibility</p:attrName>
                                        </p:attrNameLst>
                                      </p:cBhvr>
                                      <p:to>
                                        <p:strVal val="visible"/>
                                      </p:to>
                                    </p:set>
                                    <p:animEffect transition="in" filter="fade">
                                      <p:cBhvr>
                                        <p:cTn id="16" dur="500"/>
                                        <p:tgtEl>
                                          <p:spTgt spid="26">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charRg st="1" end="1"/>
                                            </p:txEl>
                                          </p:spTgt>
                                        </p:tgtEl>
                                        <p:attrNameLst>
                                          <p:attrName>style.visibility</p:attrName>
                                        </p:attrNameLst>
                                      </p:cBhvr>
                                      <p:to>
                                        <p:strVal val="visible"/>
                                      </p:to>
                                    </p:set>
                                    <p:animEffect transition="in" filter="fade">
                                      <p:cBhvr>
                                        <p:cTn id="19" dur="500"/>
                                        <p:tgtEl>
                                          <p:spTgt spid="26">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xEl>
                                              <p:charRg st="1" end="1"/>
                                            </p:txEl>
                                          </p:spTgt>
                                        </p:tgtEl>
                                        <p:attrNameLst>
                                          <p:attrName>style.visibility</p:attrName>
                                        </p:attrNameLst>
                                      </p:cBhvr>
                                      <p:to>
                                        <p:strVal val="visible"/>
                                      </p:to>
                                    </p:set>
                                    <p:animEffect transition="in" filter="fade">
                                      <p:cBhvr>
                                        <p:cTn id="25" dur="500"/>
                                        <p:tgtEl>
                                          <p:spTgt spid="26">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xEl>
                                              <p:charRg st="1" end="1"/>
                                            </p:txEl>
                                          </p:spTgt>
                                        </p:tgtEl>
                                        <p:attrNameLst>
                                          <p:attrName>style.visibility</p:attrName>
                                        </p:attrNameLst>
                                      </p:cBhvr>
                                      <p:to>
                                        <p:strVal val="visible"/>
                                      </p:to>
                                    </p:set>
                                    <p:animEffect transition="in" filter="fade">
                                      <p:cBhvr>
                                        <p:cTn id="28" dur="500"/>
                                        <p:tgtEl>
                                          <p:spTgt spid="26">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xEl>
                                              <p:charRg st="1" end="1"/>
                                            </p:txEl>
                                          </p:spTgt>
                                        </p:tgtEl>
                                        <p:attrNameLst>
                                          <p:attrName>style.visibility</p:attrName>
                                        </p:attrNameLst>
                                      </p:cBhvr>
                                      <p:to>
                                        <p:strVal val="visible"/>
                                      </p:to>
                                    </p:set>
                                    <p:animEffect transition="in" filter="fade">
                                      <p:cBhvr>
                                        <p:cTn id="31" dur="500"/>
                                        <p:tgtEl>
                                          <p:spTgt spid="26">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500"/>
                                        <p:tgtEl>
                                          <p:spTgt spid="27">
                                            <p:txEl>
                                              <p:pRg st="0" end="0"/>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27">
                                            <p:txEl>
                                              <p:charRg st="1" end="1"/>
                                            </p:txEl>
                                          </p:spTgt>
                                        </p:tgtEl>
                                        <p:attrNameLst>
                                          <p:attrName>style.visibility</p:attrName>
                                        </p:attrNameLst>
                                      </p:cBhvr>
                                      <p:to>
                                        <p:strVal val="visible"/>
                                      </p:to>
                                    </p:set>
                                    <p:animEffect transition="in" filter="fade">
                                      <p:cBhvr>
                                        <p:cTn id="43" dur="500"/>
                                        <p:tgtEl>
                                          <p:spTgt spid="27">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7">
                                            <p:txEl>
                                              <p:charRg st="1" end="1"/>
                                            </p:txEl>
                                          </p:spTgt>
                                        </p:tgtEl>
                                        <p:attrNameLst>
                                          <p:attrName>style.visibility</p:attrName>
                                        </p:attrNameLst>
                                      </p:cBhvr>
                                      <p:to>
                                        <p:strVal val="visible"/>
                                      </p:to>
                                    </p:set>
                                    <p:animEffect transition="in" filter="fade">
                                      <p:cBhvr>
                                        <p:cTn id="47" dur="500"/>
                                        <p:tgtEl>
                                          <p:spTgt spid="27">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27">
                                            <p:txEl>
                                              <p:charRg st="1" end="1"/>
                                            </p:txEl>
                                          </p:spTgt>
                                        </p:tgtEl>
                                        <p:attrNameLst>
                                          <p:attrName>style.visibility</p:attrName>
                                        </p:attrNameLst>
                                      </p:cBhvr>
                                      <p:to>
                                        <p:strVal val="visible"/>
                                      </p:to>
                                    </p:set>
                                    <p:animEffect transition="in" filter="fade">
                                      <p:cBhvr>
                                        <p:cTn id="51" dur="500"/>
                                        <p:tgtEl>
                                          <p:spTgt spid="27">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7">
                                            <p:txEl>
                                              <p:charRg st="1" end="1"/>
                                            </p:txEl>
                                          </p:spTgt>
                                        </p:tgtEl>
                                        <p:attrNameLst>
                                          <p:attrName>style.visibility</p:attrName>
                                        </p:attrNameLst>
                                      </p:cBhvr>
                                      <p:to>
                                        <p:strVal val="visible"/>
                                      </p:to>
                                    </p:set>
                                    <p:animEffect transition="in" filter="fade">
                                      <p:cBhvr>
                                        <p:cTn id="55" dur="500"/>
                                        <p:tgtEl>
                                          <p:spTgt spid="27">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27">
                                            <p:txEl>
                                              <p:charRg st="1" end="1"/>
                                            </p:txEl>
                                          </p:spTgt>
                                        </p:tgtEl>
                                        <p:attrNameLst>
                                          <p:attrName>style.visibility</p:attrName>
                                        </p:attrNameLst>
                                      </p:cBhvr>
                                      <p:to>
                                        <p:strVal val="visible"/>
                                      </p:to>
                                    </p:set>
                                    <p:animEffect transition="in" filter="fade">
                                      <p:cBhvr>
                                        <p:cTn id="59" dur="500"/>
                                        <p:tgtEl>
                                          <p:spTgt spid="27">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7">
                                            <p:txEl>
                                              <p:charRg st="1" end="1"/>
                                            </p:txEl>
                                          </p:spTgt>
                                        </p:tgtEl>
                                        <p:attrNameLst>
                                          <p:attrName>style.visibility</p:attrName>
                                        </p:attrNameLst>
                                      </p:cBhvr>
                                      <p:to>
                                        <p:strVal val="visible"/>
                                      </p:to>
                                    </p:set>
                                    <p:animEffect transition="in" filter="fade">
                                      <p:cBhvr>
                                        <p:cTn id="63" dur="500"/>
                                        <p:tgtEl>
                                          <p:spTgt spid="27">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27">
                                            <p:txEl>
                                              <p:charRg st="1" end="1"/>
                                            </p:txEl>
                                          </p:spTgt>
                                        </p:tgtEl>
                                        <p:attrNameLst>
                                          <p:attrName>style.visibility</p:attrName>
                                        </p:attrNameLst>
                                      </p:cBhvr>
                                      <p:to>
                                        <p:strVal val="visible"/>
                                      </p:to>
                                    </p:set>
                                    <p:animEffect transition="in" filter="fade">
                                      <p:cBhvr>
                                        <p:cTn id="67" dur="500"/>
                                        <p:tgtEl>
                                          <p:spTgt spid="27">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27">
                                            <p:txEl>
                                              <p:charRg st="1" end="1"/>
                                            </p:txEl>
                                          </p:spTgt>
                                        </p:tgtEl>
                                        <p:attrNameLst>
                                          <p:attrName>style.visibility</p:attrName>
                                        </p:attrNameLst>
                                      </p:cBhvr>
                                      <p:to>
                                        <p:strVal val="visible"/>
                                      </p:to>
                                    </p:set>
                                    <p:animEffect transition="in" filter="fade">
                                      <p:cBhvr>
                                        <p:cTn id="71" dur="500"/>
                                        <p:tgtEl>
                                          <p:spTgt spid="2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7" preserve="1">
  <p:cSld name="Section Break 7">
    <p:spTree>
      <p:nvGrpSpPr>
        <p:cNvPr id="1" name="Shape 28"/>
        <p:cNvGrpSpPr/>
        <p:nvPr/>
      </p:nvGrpSpPr>
      <p:grpSpPr>
        <a:xfrm>
          <a:off x="0" y="0"/>
          <a:ext cx="0" cy="0"/>
          <a:chOff x="0" y="0"/>
          <a:chExt cx="0" cy="0"/>
        </a:xfrm>
      </p:grpSpPr>
      <p:sp>
        <p:nvSpPr>
          <p:cNvPr id="29" name="Google Shape;29;ge35c07f9d5_0_100"/>
          <p:cNvSpPr>
            <a:spLocks noGrp="1"/>
          </p:cNvSpPr>
          <p:nvPr>
            <p:ph type="pic" idx="2"/>
          </p:nvPr>
        </p:nvSpPr>
        <p:spPr>
          <a:xfrm>
            <a:off x="0" y="0"/>
            <a:ext cx="12192000" cy="68580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0" name="Google Shape;30;ge35c07f9d5_0_100"/>
          <p:cNvSpPr>
            <a:spLocks noGrp="1"/>
          </p:cNvSpPr>
          <p:nvPr>
            <p:ph type="body" idx="1"/>
          </p:nvPr>
        </p:nvSpPr>
        <p:spPr>
          <a:xfrm>
            <a:off x="600418" y="1184939"/>
            <a:ext cx="5034300" cy="5033400"/>
          </a:xfrm>
          <a:prstGeom prst="ellipse">
            <a:avLst/>
          </a:prstGeom>
          <a:gradFill>
            <a:gsLst>
              <a:gs pos="0">
                <a:schemeClr val="dk2"/>
              </a:gs>
              <a:gs pos="31000">
                <a:srgbClr val="FFFFFF">
                  <a:alpha val="68235"/>
                </a:srgbClr>
              </a:gs>
              <a:gs pos="67000">
                <a:srgbClr val="FFFFFF">
                  <a:alpha val="392"/>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1" name="Google Shape;31;ge35c07f9d5_0_100"/>
          <p:cNvSpPr>
            <a:spLocks noGrp="1"/>
          </p:cNvSpPr>
          <p:nvPr>
            <p:ph type="body" idx="3"/>
          </p:nvPr>
        </p:nvSpPr>
        <p:spPr>
          <a:xfrm>
            <a:off x="1209632" y="1794050"/>
            <a:ext cx="3815700" cy="3815100"/>
          </a:xfrm>
          <a:prstGeom prst="ellipse">
            <a:avLst/>
          </a:prstGeom>
          <a:gradFill>
            <a:gsLst>
              <a:gs pos="0">
                <a:schemeClr val="dk2"/>
              </a:gs>
              <a:gs pos="31000">
                <a:srgbClr val="FFFFFF">
                  <a:alpha val="76078"/>
                </a:srgbClr>
              </a:gs>
              <a:gs pos="67000">
                <a:srgbClr val="FFFFFF">
                  <a:alpha val="15294"/>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2" name="Google Shape;32;ge35c07f9d5_0_100"/>
          <p:cNvSpPr txBox="1">
            <a:spLocks noGrp="1"/>
          </p:cNvSpPr>
          <p:nvPr>
            <p:ph type="title"/>
          </p:nvPr>
        </p:nvSpPr>
        <p:spPr>
          <a:xfrm>
            <a:off x="1233163" y="2768926"/>
            <a:ext cx="37686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48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3" name="Google Shape;33;ge35c07f9d5_0_100"/>
          <p:cNvSpPr txBox="1">
            <a:spLocks noGrp="1"/>
          </p:cNvSpPr>
          <p:nvPr>
            <p:ph type="body" idx="4"/>
          </p:nvPr>
        </p:nvSpPr>
        <p:spPr>
          <a:xfrm>
            <a:off x="1237782" y="3759990"/>
            <a:ext cx="37596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67991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75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33">
                                            <p:txEl>
                                              <p:pRg st="0" end="0"/>
                                            </p:txEl>
                                          </p:spTgt>
                                        </p:tgtEl>
                                        <p:attrNameLst>
                                          <p:attrName>style.visibility</p:attrName>
                                        </p:attrNameLst>
                                      </p:cBhvr>
                                      <p:to>
                                        <p:strVal val="visible"/>
                                      </p:to>
                                    </p:set>
                                    <p:animEffect transition="in" filter="fade">
                                      <p:cBhvr>
                                        <p:cTn id="14" dur="750"/>
                                        <p:tgtEl>
                                          <p:spTgt spid="3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3">
                                            <p:txEl>
                                              <p:charRg st="1" end="1"/>
                                            </p:txEl>
                                          </p:spTgt>
                                        </p:tgtEl>
                                        <p:attrNameLst>
                                          <p:attrName>style.visibility</p:attrName>
                                        </p:attrNameLst>
                                      </p:cBhvr>
                                      <p:to>
                                        <p:strVal val="visible"/>
                                      </p:to>
                                    </p:set>
                                    <p:animEffect transition="in" filter="fade">
                                      <p:cBhvr>
                                        <p:cTn id="17" dur="750"/>
                                        <p:tgtEl>
                                          <p:spTgt spid="33">
                                            <p:txEl>
                                              <p:char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xEl>
                                              <p:charRg st="1" end="1"/>
                                            </p:txEl>
                                          </p:spTgt>
                                        </p:tgtEl>
                                        <p:attrNameLst>
                                          <p:attrName>style.visibility</p:attrName>
                                        </p:attrNameLst>
                                      </p:cBhvr>
                                      <p:to>
                                        <p:strVal val="visible"/>
                                      </p:to>
                                    </p:set>
                                    <p:animEffect transition="in" filter="fade">
                                      <p:cBhvr>
                                        <p:cTn id="20" dur="750"/>
                                        <p:tgtEl>
                                          <p:spTgt spid="33">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xEl>
                                              <p:charRg st="1" end="1"/>
                                            </p:txEl>
                                          </p:spTgt>
                                        </p:tgtEl>
                                        <p:attrNameLst>
                                          <p:attrName>style.visibility</p:attrName>
                                        </p:attrNameLst>
                                      </p:cBhvr>
                                      <p:to>
                                        <p:strVal val="visible"/>
                                      </p:to>
                                    </p:set>
                                    <p:animEffect transition="in" filter="fade">
                                      <p:cBhvr>
                                        <p:cTn id="23" dur="750"/>
                                        <p:tgtEl>
                                          <p:spTgt spid="33">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xEl>
                                              <p:charRg st="1" end="1"/>
                                            </p:txEl>
                                          </p:spTgt>
                                        </p:tgtEl>
                                        <p:attrNameLst>
                                          <p:attrName>style.visibility</p:attrName>
                                        </p:attrNameLst>
                                      </p:cBhvr>
                                      <p:to>
                                        <p:strVal val="visible"/>
                                      </p:to>
                                    </p:set>
                                    <p:animEffect transition="in" filter="fade">
                                      <p:cBhvr>
                                        <p:cTn id="26" dur="750"/>
                                        <p:tgtEl>
                                          <p:spTgt spid="33">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xEl>
                                              <p:charRg st="1" end="1"/>
                                            </p:txEl>
                                          </p:spTgt>
                                        </p:tgtEl>
                                        <p:attrNameLst>
                                          <p:attrName>style.visibility</p:attrName>
                                        </p:attrNameLst>
                                      </p:cBhvr>
                                      <p:to>
                                        <p:strVal val="visible"/>
                                      </p:to>
                                    </p:set>
                                    <p:animEffect transition="in" filter="fade">
                                      <p:cBhvr>
                                        <p:cTn id="29" dur="750"/>
                                        <p:tgtEl>
                                          <p:spTgt spid="33">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xEl>
                                              <p:charRg st="1" end="1"/>
                                            </p:txEl>
                                          </p:spTgt>
                                        </p:tgtEl>
                                        <p:attrNameLst>
                                          <p:attrName>style.visibility</p:attrName>
                                        </p:attrNameLst>
                                      </p:cBhvr>
                                      <p:to>
                                        <p:strVal val="visible"/>
                                      </p:to>
                                    </p:set>
                                    <p:animEffect transition="in" filter="fade">
                                      <p:cBhvr>
                                        <p:cTn id="32" dur="750"/>
                                        <p:tgtEl>
                                          <p:spTgt spid="33">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xEl>
                                              <p:charRg st="1" end="1"/>
                                            </p:txEl>
                                          </p:spTgt>
                                        </p:tgtEl>
                                        <p:attrNameLst>
                                          <p:attrName>style.visibility</p:attrName>
                                        </p:attrNameLst>
                                      </p:cBhvr>
                                      <p:to>
                                        <p:strVal val="visible"/>
                                      </p:to>
                                    </p:set>
                                    <p:animEffect transition="in" filter="fade">
                                      <p:cBhvr>
                                        <p:cTn id="35" dur="750"/>
                                        <p:tgtEl>
                                          <p:spTgt spid="33">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xEl>
                                              <p:charRg st="1" end="1"/>
                                            </p:txEl>
                                          </p:spTgt>
                                        </p:tgtEl>
                                        <p:attrNameLst>
                                          <p:attrName>style.visibility</p:attrName>
                                        </p:attrNameLst>
                                      </p:cBhvr>
                                      <p:to>
                                        <p:strVal val="visible"/>
                                      </p:to>
                                    </p:set>
                                    <p:animEffect transition="in" filter="fade">
                                      <p:cBhvr>
                                        <p:cTn id="38" dur="750"/>
                                        <p:tgtEl>
                                          <p:spTgt spid="33">
                                            <p:txEl>
                                              <p:charRg st="1" end="1"/>
                                            </p:txEl>
                                          </p:spTgt>
                                        </p:tgtEl>
                                      </p:cBhvr>
                                    </p:animEffect>
                                  </p:childTnLst>
                                </p:cTn>
                              </p:par>
                              <p:par>
                                <p:cTn id="39" presetID="2" presetClass="entr" presetSubtype="8"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750"/>
                                        <p:tgtEl>
                                          <p:spTgt spid="31"/>
                                        </p:tgtEl>
                                        <p:attrNameLst>
                                          <p:attrName>ppt_x</p:attrName>
                                        </p:attrNameLst>
                                      </p:cBhvr>
                                      <p:tavLst>
                                        <p:tav tm="0">
                                          <p:val>
                                            <p:strVal val="#ppt_x-1"/>
                                          </p:val>
                                        </p:tav>
                                        <p:tav tm="100000">
                                          <p:val>
                                            <p:strVal val="#ppt_x"/>
                                          </p:val>
                                        </p:tav>
                                      </p:tavLst>
                                    </p:anim>
                                  </p:childTnLst>
                                </p:cTn>
                              </p:par>
                              <p:par>
                                <p:cTn id="42" presetID="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750"/>
                                        <p:tgtEl>
                                          <p:spTgt spid="3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lumn" preserve="1">
  <p:cSld name="1 Column">
    <p:spTree>
      <p:nvGrpSpPr>
        <p:cNvPr id="1" name="Shape 34"/>
        <p:cNvGrpSpPr/>
        <p:nvPr/>
      </p:nvGrpSpPr>
      <p:grpSpPr>
        <a:xfrm>
          <a:off x="0" y="0"/>
          <a:ext cx="0" cy="0"/>
          <a:chOff x="0" y="0"/>
          <a:chExt cx="0" cy="0"/>
        </a:xfrm>
      </p:grpSpPr>
      <p:sp>
        <p:nvSpPr>
          <p:cNvPr id="35" name="Google Shape;35;ge35c07f9d5_0_3468"/>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6" name="Google Shape;36;ge35c07f9d5_0_3468"/>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37" name="Google Shape;37;ge35c07f9d5_0_3468"/>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38" name="Google Shape;38;ge35c07f9d5_0_3468"/>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9" name="Google Shape;39;ge35c07f9d5_0_3468"/>
          <p:cNvSpPr txBox="1">
            <a:spLocks noGrp="1"/>
          </p:cNvSpPr>
          <p:nvPr>
            <p:ph type="body" idx="2"/>
          </p:nvPr>
        </p:nvSpPr>
        <p:spPr>
          <a:xfrm>
            <a:off x="825042" y="2802467"/>
            <a:ext cx="10542000" cy="564300"/>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40" name="Google Shape;40;ge35c07f9d5_0_3468"/>
          <p:cNvSpPr txBox="1">
            <a:spLocks noGrp="1"/>
          </p:cNvSpPr>
          <p:nvPr>
            <p:ph type="body" idx="3"/>
          </p:nvPr>
        </p:nvSpPr>
        <p:spPr>
          <a:xfrm>
            <a:off x="821339" y="3344333"/>
            <a:ext cx="10542000" cy="1845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2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41" name="Google Shape;41;ge35c07f9d5_0_3468"/>
          <p:cNvPicPr preferRelativeResize="0"/>
          <p:nvPr/>
        </p:nvPicPr>
        <p:blipFill rotWithShape="1">
          <a:blip r:embed="rId2" cstate="print">
            <a:alphaModFix/>
          </a:blip>
          <a:srcRect/>
          <a:stretch/>
        </p:blipFill>
        <p:spPr>
          <a:xfrm>
            <a:off x="1354406" y="2539696"/>
            <a:ext cx="5417400" cy="396000"/>
          </a:xfrm>
          <a:prstGeom prst="rect">
            <a:avLst/>
          </a:prstGeom>
          <a:noFill/>
          <a:ln>
            <a:noFill/>
          </a:ln>
        </p:spPr>
      </p:pic>
      <p:pic>
        <p:nvPicPr>
          <p:cNvPr id="42" name="Google Shape;42;ge35c07f9d5_0_3468"/>
          <p:cNvPicPr preferRelativeResize="0"/>
          <p:nvPr/>
        </p:nvPicPr>
        <p:blipFill rotWithShape="1">
          <a:blip r:embed="rId2" cstate="print">
            <a:alphaModFix/>
          </a:blip>
          <a:srcRect/>
          <a:stretch/>
        </p:blipFill>
        <p:spPr>
          <a:xfrm>
            <a:off x="5684882" y="3171751"/>
            <a:ext cx="5417400" cy="396000"/>
          </a:xfrm>
          <a:prstGeom prst="rect">
            <a:avLst/>
          </a:prstGeom>
          <a:noFill/>
          <a:ln>
            <a:noFill/>
          </a:ln>
        </p:spPr>
      </p:pic>
    </p:spTree>
    <p:extLst>
      <p:ext uri="{BB962C8B-B14F-4D97-AF65-F5344CB8AC3E}">
        <p14:creationId xmlns:p14="http://schemas.microsoft.com/office/powerpoint/2010/main" val="1531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500"/>
                                        <p:tgtEl>
                                          <p:spTgt spid="3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charRg st="1" end="1"/>
                                            </p:txEl>
                                          </p:spTgt>
                                        </p:tgtEl>
                                        <p:attrNameLst>
                                          <p:attrName>style.visibility</p:attrName>
                                        </p:attrNameLst>
                                      </p:cBhvr>
                                      <p:to>
                                        <p:strVal val="visible"/>
                                      </p:to>
                                    </p:set>
                                    <p:animEffect transition="in" filter="fade">
                                      <p:cBhvr>
                                        <p:cTn id="10" dur="500"/>
                                        <p:tgtEl>
                                          <p:spTgt spid="38">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xEl>
                                              <p:charRg st="1" end="1"/>
                                            </p:txEl>
                                          </p:spTgt>
                                        </p:tgtEl>
                                        <p:attrNameLst>
                                          <p:attrName>style.visibility</p:attrName>
                                        </p:attrNameLst>
                                      </p:cBhvr>
                                      <p:to>
                                        <p:strVal val="visible"/>
                                      </p:to>
                                    </p:set>
                                    <p:animEffect transition="in" filter="fade">
                                      <p:cBhvr>
                                        <p:cTn id="13" dur="500"/>
                                        <p:tgtEl>
                                          <p:spTgt spid="38">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xEl>
                                              <p:charRg st="1" end="1"/>
                                            </p:txEl>
                                          </p:spTgt>
                                        </p:tgtEl>
                                        <p:attrNameLst>
                                          <p:attrName>style.visibility</p:attrName>
                                        </p:attrNameLst>
                                      </p:cBhvr>
                                      <p:to>
                                        <p:strVal val="visible"/>
                                      </p:to>
                                    </p:set>
                                    <p:animEffect transition="in" filter="fade">
                                      <p:cBhvr>
                                        <p:cTn id="16" dur="500"/>
                                        <p:tgtEl>
                                          <p:spTgt spid="38">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xEl>
                                              <p:charRg st="1" end="1"/>
                                            </p:txEl>
                                          </p:spTgt>
                                        </p:tgtEl>
                                        <p:attrNameLst>
                                          <p:attrName>style.visibility</p:attrName>
                                        </p:attrNameLst>
                                      </p:cBhvr>
                                      <p:to>
                                        <p:strVal val="visible"/>
                                      </p:to>
                                    </p:set>
                                    <p:animEffect transition="in" filter="fade">
                                      <p:cBhvr>
                                        <p:cTn id="19" dur="500"/>
                                        <p:tgtEl>
                                          <p:spTgt spid="38">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xEl>
                                              <p:charRg st="1" end="1"/>
                                            </p:txEl>
                                          </p:spTgt>
                                        </p:tgtEl>
                                        <p:attrNameLst>
                                          <p:attrName>style.visibility</p:attrName>
                                        </p:attrNameLst>
                                      </p:cBhvr>
                                      <p:to>
                                        <p:strVal val="visible"/>
                                      </p:to>
                                    </p:set>
                                    <p:animEffect transition="in" filter="fade">
                                      <p:cBhvr>
                                        <p:cTn id="22" dur="500"/>
                                        <p:tgtEl>
                                          <p:spTgt spid="38">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8">
                                            <p:txEl>
                                              <p:charRg st="1" end="1"/>
                                            </p:txEl>
                                          </p:spTgt>
                                        </p:tgtEl>
                                        <p:attrNameLst>
                                          <p:attrName>style.visibility</p:attrName>
                                        </p:attrNameLst>
                                      </p:cBhvr>
                                      <p:to>
                                        <p:strVal val="visible"/>
                                      </p:to>
                                    </p:set>
                                    <p:animEffect transition="in" filter="fade">
                                      <p:cBhvr>
                                        <p:cTn id="25" dur="500"/>
                                        <p:tgtEl>
                                          <p:spTgt spid="38">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xEl>
                                              <p:charRg st="1" end="1"/>
                                            </p:txEl>
                                          </p:spTgt>
                                        </p:tgtEl>
                                        <p:attrNameLst>
                                          <p:attrName>style.visibility</p:attrName>
                                        </p:attrNameLst>
                                      </p:cBhvr>
                                      <p:to>
                                        <p:strVal val="visible"/>
                                      </p:to>
                                    </p:set>
                                    <p:animEffect transition="in" filter="fade">
                                      <p:cBhvr>
                                        <p:cTn id="28" dur="500"/>
                                        <p:tgtEl>
                                          <p:spTgt spid="38">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charRg st="1" end="1"/>
                                            </p:txEl>
                                          </p:spTgt>
                                        </p:tgtEl>
                                        <p:attrNameLst>
                                          <p:attrName>style.visibility</p:attrName>
                                        </p:attrNameLst>
                                      </p:cBhvr>
                                      <p:to>
                                        <p:strVal val="visible"/>
                                      </p:to>
                                    </p:set>
                                    <p:animEffect transition="in" filter="fade">
                                      <p:cBhvr>
                                        <p:cTn id="31" dur="500"/>
                                        <p:tgtEl>
                                          <p:spTgt spid="38">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9">
                                            <p:txEl>
                                              <p:pRg st="0" end="0"/>
                                            </p:txEl>
                                          </p:spTgt>
                                        </p:tgtEl>
                                        <p:attrNameLst>
                                          <p:attrName>style.visibility</p:attrName>
                                        </p:attrNameLst>
                                      </p:cBhvr>
                                      <p:to>
                                        <p:strVal val="visible"/>
                                      </p:to>
                                    </p:set>
                                    <p:animEffect transition="in" filter="fade">
                                      <p:cBhvr>
                                        <p:cTn id="35" dur="500"/>
                                        <p:tgtEl>
                                          <p:spTgt spid="39">
                                            <p:txEl>
                                              <p:pRg st="0" end="0"/>
                                            </p:txEl>
                                          </p:spTgt>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9">
                                            <p:txEl>
                                              <p:charRg st="1" end="1"/>
                                            </p:txEl>
                                          </p:spTgt>
                                        </p:tgtEl>
                                        <p:attrNameLst>
                                          <p:attrName>style.visibility</p:attrName>
                                        </p:attrNameLst>
                                      </p:cBhvr>
                                      <p:to>
                                        <p:strVal val="visible"/>
                                      </p:to>
                                    </p:set>
                                    <p:animEffect transition="in" filter="fade">
                                      <p:cBhvr>
                                        <p:cTn id="39" dur="500"/>
                                        <p:tgtEl>
                                          <p:spTgt spid="39">
                                            <p:txEl>
                                              <p:charRg st="1" end="1"/>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39">
                                            <p:txEl>
                                              <p:charRg st="1" end="1"/>
                                            </p:txEl>
                                          </p:spTgt>
                                        </p:tgtEl>
                                        <p:attrNameLst>
                                          <p:attrName>style.visibility</p:attrName>
                                        </p:attrNameLst>
                                      </p:cBhvr>
                                      <p:to>
                                        <p:strVal val="visible"/>
                                      </p:to>
                                    </p:set>
                                    <p:animEffect transition="in" filter="fade">
                                      <p:cBhvr>
                                        <p:cTn id="43" dur="500"/>
                                        <p:tgtEl>
                                          <p:spTgt spid="39">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39">
                                            <p:txEl>
                                              <p:charRg st="1" end="1"/>
                                            </p:txEl>
                                          </p:spTgt>
                                        </p:tgtEl>
                                        <p:attrNameLst>
                                          <p:attrName>style.visibility</p:attrName>
                                        </p:attrNameLst>
                                      </p:cBhvr>
                                      <p:to>
                                        <p:strVal val="visible"/>
                                      </p:to>
                                    </p:set>
                                    <p:animEffect transition="in" filter="fade">
                                      <p:cBhvr>
                                        <p:cTn id="47" dur="500"/>
                                        <p:tgtEl>
                                          <p:spTgt spid="39">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39">
                                            <p:txEl>
                                              <p:charRg st="1" end="1"/>
                                            </p:txEl>
                                          </p:spTgt>
                                        </p:tgtEl>
                                        <p:attrNameLst>
                                          <p:attrName>style.visibility</p:attrName>
                                        </p:attrNameLst>
                                      </p:cBhvr>
                                      <p:to>
                                        <p:strVal val="visible"/>
                                      </p:to>
                                    </p:set>
                                    <p:animEffect transition="in" filter="fade">
                                      <p:cBhvr>
                                        <p:cTn id="51" dur="500"/>
                                        <p:tgtEl>
                                          <p:spTgt spid="39">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39">
                                            <p:txEl>
                                              <p:charRg st="1" end="1"/>
                                            </p:txEl>
                                          </p:spTgt>
                                        </p:tgtEl>
                                        <p:attrNameLst>
                                          <p:attrName>style.visibility</p:attrName>
                                        </p:attrNameLst>
                                      </p:cBhvr>
                                      <p:to>
                                        <p:strVal val="visible"/>
                                      </p:to>
                                    </p:set>
                                    <p:animEffect transition="in" filter="fade">
                                      <p:cBhvr>
                                        <p:cTn id="55" dur="500"/>
                                        <p:tgtEl>
                                          <p:spTgt spid="39">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39">
                                            <p:txEl>
                                              <p:charRg st="1" end="1"/>
                                            </p:txEl>
                                          </p:spTgt>
                                        </p:tgtEl>
                                        <p:attrNameLst>
                                          <p:attrName>style.visibility</p:attrName>
                                        </p:attrNameLst>
                                      </p:cBhvr>
                                      <p:to>
                                        <p:strVal val="visible"/>
                                      </p:to>
                                    </p:set>
                                    <p:animEffect transition="in" filter="fade">
                                      <p:cBhvr>
                                        <p:cTn id="59" dur="500"/>
                                        <p:tgtEl>
                                          <p:spTgt spid="39">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39">
                                            <p:txEl>
                                              <p:charRg st="1" end="1"/>
                                            </p:txEl>
                                          </p:spTgt>
                                        </p:tgtEl>
                                        <p:attrNameLst>
                                          <p:attrName>style.visibility</p:attrName>
                                        </p:attrNameLst>
                                      </p:cBhvr>
                                      <p:to>
                                        <p:strVal val="visible"/>
                                      </p:to>
                                    </p:set>
                                    <p:animEffect transition="in" filter="fade">
                                      <p:cBhvr>
                                        <p:cTn id="63" dur="500"/>
                                        <p:tgtEl>
                                          <p:spTgt spid="39">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39">
                                            <p:txEl>
                                              <p:charRg st="1" end="1"/>
                                            </p:txEl>
                                          </p:spTgt>
                                        </p:tgtEl>
                                        <p:attrNameLst>
                                          <p:attrName>style.visibility</p:attrName>
                                        </p:attrNameLst>
                                      </p:cBhvr>
                                      <p:to>
                                        <p:strVal val="visible"/>
                                      </p:to>
                                    </p:set>
                                    <p:animEffect transition="in" filter="fade">
                                      <p:cBhvr>
                                        <p:cTn id="67" dur="500"/>
                                        <p:tgtEl>
                                          <p:spTgt spid="39">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childTnLst>
                                </p:cTn>
                              </p:par>
                              <p:par>
                                <p:cTn id="72" presetID="10" presetClass="entr" presetSubtype="0"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1000"/>
                                        <p:tgtEl>
                                          <p:spTgt spid="42"/>
                                        </p:tgtEl>
                                      </p:cBhvr>
                                    </p:animEffect>
                                  </p:childTnLst>
                                </p:cTn>
                              </p:par>
                            </p:childTnLst>
                          </p:cTn>
                        </p:par>
                        <p:par>
                          <p:cTn id="75" fill="hold">
                            <p:stCondLst>
                              <p:cond delay="6000"/>
                            </p:stCondLst>
                            <p:childTnLst>
                              <p:par>
                                <p:cTn id="76" presetID="10" presetClass="entr" presetSubtype="0" fill="hold"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s" preserve="1">
  <p:cSld name="Contents">
    <p:spTree>
      <p:nvGrpSpPr>
        <p:cNvPr id="1" name="Shape 43"/>
        <p:cNvGrpSpPr/>
        <p:nvPr/>
      </p:nvGrpSpPr>
      <p:grpSpPr>
        <a:xfrm>
          <a:off x="0" y="0"/>
          <a:ext cx="0" cy="0"/>
          <a:chOff x="0" y="0"/>
          <a:chExt cx="0" cy="0"/>
        </a:xfrm>
      </p:grpSpPr>
      <p:sp>
        <p:nvSpPr>
          <p:cNvPr id="44" name="Google Shape;44;ge35c07f9d5_0_4432"/>
          <p:cNvSpPr/>
          <p:nvPr/>
        </p:nvSpPr>
        <p:spPr>
          <a:xfrm>
            <a:off x="0" y="1236133"/>
            <a:ext cx="6546300" cy="321900"/>
          </a:xfrm>
          <a:prstGeom prst="rect">
            <a:avLst/>
          </a:prstGeom>
          <a:gradFill>
            <a:gsLst>
              <a:gs pos="0">
                <a:srgbClr val="FFFFFF">
                  <a:alpha val="68235"/>
                </a:srgbClr>
              </a:gs>
              <a:gs pos="29000">
                <a:srgbClr val="FFFFFF">
                  <a:alpha val="40392"/>
                </a:srgbClr>
              </a:gs>
              <a:gs pos="62000">
                <a:srgbClr val="FFFFFF">
                  <a:alpha val="392"/>
                </a:srgbClr>
              </a:gs>
              <a:gs pos="100000">
                <a:srgbClr val="FFFFFF">
                  <a:alpha val="24313"/>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5" name="Google Shape;45;ge35c07f9d5_0_4432"/>
          <p:cNvSpPr/>
          <p:nvPr/>
        </p:nvSpPr>
        <p:spPr>
          <a:xfrm>
            <a:off x="7491019" y="0"/>
            <a:ext cx="4701000" cy="6858000"/>
          </a:xfrm>
          <a:prstGeom prst="rect">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6" name="Google Shape;46;ge35c07f9d5_0_443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47" name="Google Shape;47;ge35c07f9d5_0_443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48" name="Google Shape;48;ge35c07f9d5_0_4432"/>
          <p:cNvSpPr/>
          <p:nvPr/>
        </p:nvSpPr>
        <p:spPr>
          <a:xfrm>
            <a:off x="521004" y="1681150"/>
            <a:ext cx="6025200" cy="4472700"/>
          </a:xfrm>
          <a:prstGeom prst="round2DiagRect">
            <a:avLst>
              <a:gd name="adj1" fmla="val 2886"/>
              <a:gd name="adj2" fmla="val 0"/>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9" name="Google Shape;49;ge35c07f9d5_0_4432"/>
          <p:cNvSpPr>
            <a:spLocks noGrp="1"/>
          </p:cNvSpPr>
          <p:nvPr>
            <p:ph type="pic" idx="2"/>
          </p:nvPr>
        </p:nvSpPr>
        <p:spPr>
          <a:xfrm>
            <a:off x="641450" y="1805473"/>
            <a:ext cx="5784000" cy="4224000"/>
          </a:xfrm>
          <a:prstGeom prst="round2DiagRect">
            <a:avLst>
              <a:gd name="adj1" fmla="val 1663"/>
              <a:gd name="adj2" fmla="val 0"/>
            </a:avLst>
          </a:prstGeom>
          <a:solidFill>
            <a:schemeClr val="dk1">
              <a:alpha val="28627"/>
            </a:schemeClr>
          </a:solid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0" name="Google Shape;50;ge35c07f9d5_0_4432"/>
          <p:cNvSpPr/>
          <p:nvPr/>
        </p:nvSpPr>
        <p:spPr>
          <a:xfrm>
            <a:off x="7070728" y="6256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1" name="Google Shape;51;ge35c07f9d5_0_4432"/>
          <p:cNvSpPr>
            <a:spLocks noGrp="1"/>
          </p:cNvSpPr>
          <p:nvPr>
            <p:ph type="pic" idx="3"/>
          </p:nvPr>
        </p:nvSpPr>
        <p:spPr>
          <a:xfrm>
            <a:off x="7306181" y="8607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2" name="Google Shape;52;ge35c07f9d5_0_4432"/>
          <p:cNvSpPr txBox="1">
            <a:spLocks noGrp="1"/>
          </p:cNvSpPr>
          <p:nvPr>
            <p:ph type="body" idx="1"/>
          </p:nvPr>
        </p:nvSpPr>
        <p:spPr>
          <a:xfrm>
            <a:off x="7987832" y="608686"/>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3" name="Google Shape;53;ge35c07f9d5_0_4432"/>
          <p:cNvSpPr txBox="1">
            <a:spLocks noGrp="1"/>
          </p:cNvSpPr>
          <p:nvPr>
            <p:ph type="body" idx="4"/>
          </p:nvPr>
        </p:nvSpPr>
        <p:spPr>
          <a:xfrm>
            <a:off x="7980696" y="10717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4" name="Google Shape;54;ge35c07f9d5_0_4432"/>
          <p:cNvSpPr/>
          <p:nvPr/>
        </p:nvSpPr>
        <p:spPr>
          <a:xfrm>
            <a:off x="7070728" y="17975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5" name="Google Shape;55;ge35c07f9d5_0_4432"/>
          <p:cNvSpPr>
            <a:spLocks noGrp="1"/>
          </p:cNvSpPr>
          <p:nvPr>
            <p:ph type="pic" idx="5"/>
          </p:nvPr>
        </p:nvSpPr>
        <p:spPr>
          <a:xfrm>
            <a:off x="7306181" y="20326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6" name="Google Shape;56;ge35c07f9d5_0_4432"/>
          <p:cNvSpPr txBox="1">
            <a:spLocks noGrp="1"/>
          </p:cNvSpPr>
          <p:nvPr>
            <p:ph type="body" idx="6"/>
          </p:nvPr>
        </p:nvSpPr>
        <p:spPr>
          <a:xfrm>
            <a:off x="7987832" y="17805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7" name="Google Shape;57;ge35c07f9d5_0_4432"/>
          <p:cNvSpPr txBox="1">
            <a:spLocks noGrp="1"/>
          </p:cNvSpPr>
          <p:nvPr>
            <p:ph type="body" idx="7"/>
          </p:nvPr>
        </p:nvSpPr>
        <p:spPr>
          <a:xfrm>
            <a:off x="7980696" y="22436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8" name="Google Shape;58;ge35c07f9d5_0_4432"/>
          <p:cNvSpPr/>
          <p:nvPr/>
        </p:nvSpPr>
        <p:spPr>
          <a:xfrm>
            <a:off x="7070728" y="29694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9" name="Google Shape;59;ge35c07f9d5_0_4432"/>
          <p:cNvSpPr>
            <a:spLocks noGrp="1"/>
          </p:cNvSpPr>
          <p:nvPr>
            <p:ph type="pic" idx="8"/>
          </p:nvPr>
        </p:nvSpPr>
        <p:spPr>
          <a:xfrm>
            <a:off x="7306181" y="32045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0" name="Google Shape;60;ge35c07f9d5_0_4432"/>
          <p:cNvSpPr txBox="1">
            <a:spLocks noGrp="1"/>
          </p:cNvSpPr>
          <p:nvPr>
            <p:ph type="body" idx="9"/>
          </p:nvPr>
        </p:nvSpPr>
        <p:spPr>
          <a:xfrm>
            <a:off x="7987832" y="29524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1" name="Google Shape;61;ge35c07f9d5_0_4432"/>
          <p:cNvSpPr txBox="1">
            <a:spLocks noGrp="1"/>
          </p:cNvSpPr>
          <p:nvPr>
            <p:ph type="body" idx="13"/>
          </p:nvPr>
        </p:nvSpPr>
        <p:spPr>
          <a:xfrm>
            <a:off x="7980696" y="34155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2" name="Google Shape;62;ge35c07f9d5_0_4432"/>
          <p:cNvSpPr/>
          <p:nvPr/>
        </p:nvSpPr>
        <p:spPr>
          <a:xfrm>
            <a:off x="7070728" y="41413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3" name="Google Shape;63;ge35c07f9d5_0_4432"/>
          <p:cNvSpPr>
            <a:spLocks noGrp="1"/>
          </p:cNvSpPr>
          <p:nvPr>
            <p:ph type="pic" idx="14"/>
          </p:nvPr>
        </p:nvSpPr>
        <p:spPr>
          <a:xfrm>
            <a:off x="7306181" y="43764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4" name="Google Shape;64;ge35c07f9d5_0_4432"/>
          <p:cNvSpPr txBox="1">
            <a:spLocks noGrp="1"/>
          </p:cNvSpPr>
          <p:nvPr>
            <p:ph type="body" idx="15"/>
          </p:nvPr>
        </p:nvSpPr>
        <p:spPr>
          <a:xfrm>
            <a:off x="7987832" y="41243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5" name="Google Shape;65;ge35c07f9d5_0_4432"/>
          <p:cNvSpPr txBox="1">
            <a:spLocks noGrp="1"/>
          </p:cNvSpPr>
          <p:nvPr>
            <p:ph type="body" idx="16"/>
          </p:nvPr>
        </p:nvSpPr>
        <p:spPr>
          <a:xfrm>
            <a:off x="7980696" y="45874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6" name="Google Shape;66;ge35c07f9d5_0_4432"/>
          <p:cNvSpPr/>
          <p:nvPr/>
        </p:nvSpPr>
        <p:spPr>
          <a:xfrm>
            <a:off x="7070728" y="53132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7" name="Google Shape;67;ge35c07f9d5_0_4432"/>
          <p:cNvSpPr>
            <a:spLocks noGrp="1"/>
          </p:cNvSpPr>
          <p:nvPr>
            <p:ph type="pic" idx="17"/>
          </p:nvPr>
        </p:nvSpPr>
        <p:spPr>
          <a:xfrm>
            <a:off x="7306181" y="55483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8" name="Google Shape;68;ge35c07f9d5_0_4432"/>
          <p:cNvSpPr txBox="1">
            <a:spLocks noGrp="1"/>
          </p:cNvSpPr>
          <p:nvPr>
            <p:ph type="body" idx="18"/>
          </p:nvPr>
        </p:nvSpPr>
        <p:spPr>
          <a:xfrm>
            <a:off x="7987832" y="5296285"/>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9" name="Google Shape;69;ge35c07f9d5_0_4432"/>
          <p:cNvSpPr txBox="1">
            <a:spLocks noGrp="1"/>
          </p:cNvSpPr>
          <p:nvPr>
            <p:ph type="body" idx="19"/>
          </p:nvPr>
        </p:nvSpPr>
        <p:spPr>
          <a:xfrm>
            <a:off x="7980696" y="5759333"/>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70" name="Google Shape;70;ge35c07f9d5_0_4432"/>
          <p:cNvSpPr txBox="1">
            <a:spLocks noGrp="1"/>
          </p:cNvSpPr>
          <p:nvPr>
            <p:ph type="title"/>
          </p:nvPr>
        </p:nvSpPr>
        <p:spPr>
          <a:xfrm>
            <a:off x="521004" y="278400"/>
            <a:ext cx="6025200" cy="1038900"/>
          </a:xfrm>
          <a:prstGeom prst="rect">
            <a:avLst/>
          </a:prstGeom>
          <a:noFill/>
          <a:ln>
            <a:noFill/>
          </a:ln>
        </p:spPr>
        <p:txBody>
          <a:bodyPr spcFirstLastPara="1" wrap="square" lIns="45700" tIns="45700" rIns="45700" bIns="45700" anchor="b" anchorCtr="0">
            <a:normAutofit/>
          </a:bodyPr>
          <a:lstStyle>
            <a:lvl1pPr marR="0" lvl="0" algn="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71" name="Google Shape;71;ge35c07f9d5_0_4432"/>
          <p:cNvSpPr txBox="1">
            <a:spLocks noGrp="1"/>
          </p:cNvSpPr>
          <p:nvPr>
            <p:ph type="body" idx="20"/>
          </p:nvPr>
        </p:nvSpPr>
        <p:spPr>
          <a:xfrm>
            <a:off x="454884" y="1202267"/>
            <a:ext cx="6025200" cy="411900"/>
          </a:xfrm>
          <a:prstGeom prst="rect">
            <a:avLst/>
          </a:prstGeom>
          <a:noFill/>
          <a:ln>
            <a:noFill/>
          </a:ln>
        </p:spPr>
        <p:txBody>
          <a:bodyPr spcFirstLastPara="1" wrap="square" lIns="45700" tIns="45700" rIns="45700" bIns="45700" anchor="ctr" anchorCtr="0">
            <a:normAutofit/>
          </a:bodyPr>
          <a:lstStyle>
            <a:lvl1pPr marL="457200" marR="0" lvl="0" indent="-228600" algn="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8225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500"/>
                                        <p:tgtEl>
                                          <p:spTgt spid="7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71">
                                            <p:txEl>
                                              <p:pRg st="0" end="0"/>
                                            </p:txEl>
                                          </p:spTgt>
                                        </p:tgtEl>
                                        <p:attrNameLst>
                                          <p:attrName>style.visibility</p:attrName>
                                        </p:attrNameLst>
                                      </p:cBhvr>
                                      <p:to>
                                        <p:strVal val="visible"/>
                                      </p:to>
                                    </p:set>
                                    <p:animEffect transition="in" filter="fade">
                                      <p:cBhvr>
                                        <p:cTn id="22" dur="500"/>
                                        <p:tgtEl>
                                          <p:spTgt spid="71">
                                            <p:txEl>
                                              <p:pRg st="0" end="0"/>
                                            </p:txEl>
                                          </p:spTgt>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1">
                                            <p:txEl>
                                              <p:charRg st="1" end="1"/>
                                            </p:txEl>
                                          </p:spTgt>
                                        </p:tgtEl>
                                        <p:attrNameLst>
                                          <p:attrName>style.visibility</p:attrName>
                                        </p:attrNameLst>
                                      </p:cBhvr>
                                      <p:to>
                                        <p:strVal val="visible"/>
                                      </p:to>
                                    </p:set>
                                    <p:animEffect transition="in" filter="fade">
                                      <p:cBhvr>
                                        <p:cTn id="26" dur="500"/>
                                        <p:tgtEl>
                                          <p:spTgt spid="71">
                                            <p:txEl>
                                              <p:charRg st="1" end="1"/>
                                            </p:txEl>
                                          </p:spTgt>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71">
                                            <p:txEl>
                                              <p:charRg st="1" end="1"/>
                                            </p:txEl>
                                          </p:spTgt>
                                        </p:tgtEl>
                                        <p:attrNameLst>
                                          <p:attrName>style.visibility</p:attrName>
                                        </p:attrNameLst>
                                      </p:cBhvr>
                                      <p:to>
                                        <p:strVal val="visible"/>
                                      </p:to>
                                    </p:set>
                                    <p:animEffect transition="in" filter="fade">
                                      <p:cBhvr>
                                        <p:cTn id="30" dur="500"/>
                                        <p:tgtEl>
                                          <p:spTgt spid="71">
                                            <p:txEl>
                                              <p:charRg st="1" end="1"/>
                                            </p:txEl>
                                          </p:spTgt>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71">
                                            <p:txEl>
                                              <p:charRg st="1" end="1"/>
                                            </p:txEl>
                                          </p:spTgt>
                                        </p:tgtEl>
                                        <p:attrNameLst>
                                          <p:attrName>style.visibility</p:attrName>
                                        </p:attrNameLst>
                                      </p:cBhvr>
                                      <p:to>
                                        <p:strVal val="visible"/>
                                      </p:to>
                                    </p:set>
                                    <p:animEffect transition="in" filter="fade">
                                      <p:cBhvr>
                                        <p:cTn id="34" dur="500"/>
                                        <p:tgtEl>
                                          <p:spTgt spid="71">
                                            <p:txEl>
                                              <p:charRg st="1" end="1"/>
                                            </p:txEl>
                                          </p:spTgt>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71">
                                            <p:txEl>
                                              <p:charRg st="1" end="1"/>
                                            </p:txEl>
                                          </p:spTgt>
                                        </p:tgtEl>
                                        <p:attrNameLst>
                                          <p:attrName>style.visibility</p:attrName>
                                        </p:attrNameLst>
                                      </p:cBhvr>
                                      <p:to>
                                        <p:strVal val="visible"/>
                                      </p:to>
                                    </p:set>
                                    <p:animEffect transition="in" filter="fade">
                                      <p:cBhvr>
                                        <p:cTn id="38" dur="500"/>
                                        <p:tgtEl>
                                          <p:spTgt spid="71">
                                            <p:txEl>
                                              <p:charRg st="1" end="1"/>
                                            </p:txEl>
                                          </p:spTgt>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71">
                                            <p:txEl>
                                              <p:charRg st="1" end="1"/>
                                            </p:txEl>
                                          </p:spTgt>
                                        </p:tgtEl>
                                        <p:attrNameLst>
                                          <p:attrName>style.visibility</p:attrName>
                                        </p:attrNameLst>
                                      </p:cBhvr>
                                      <p:to>
                                        <p:strVal val="visible"/>
                                      </p:to>
                                    </p:set>
                                    <p:animEffect transition="in" filter="fade">
                                      <p:cBhvr>
                                        <p:cTn id="42" dur="500"/>
                                        <p:tgtEl>
                                          <p:spTgt spid="71">
                                            <p:txEl>
                                              <p:charRg st="1" end="1"/>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71">
                                            <p:txEl>
                                              <p:charRg st="1" end="1"/>
                                            </p:txEl>
                                          </p:spTgt>
                                        </p:tgtEl>
                                        <p:attrNameLst>
                                          <p:attrName>style.visibility</p:attrName>
                                        </p:attrNameLst>
                                      </p:cBhvr>
                                      <p:to>
                                        <p:strVal val="visible"/>
                                      </p:to>
                                    </p:set>
                                    <p:animEffect transition="in" filter="fade">
                                      <p:cBhvr>
                                        <p:cTn id="46" dur="500"/>
                                        <p:tgtEl>
                                          <p:spTgt spid="71">
                                            <p:txEl>
                                              <p:charRg st="1" end="1"/>
                                            </p:txEl>
                                          </p:spTgt>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71">
                                            <p:txEl>
                                              <p:charRg st="1" end="1"/>
                                            </p:txEl>
                                          </p:spTgt>
                                        </p:tgtEl>
                                        <p:attrNameLst>
                                          <p:attrName>style.visibility</p:attrName>
                                        </p:attrNameLst>
                                      </p:cBhvr>
                                      <p:to>
                                        <p:strVal val="visible"/>
                                      </p:to>
                                    </p:set>
                                    <p:animEffect transition="in" filter="fade">
                                      <p:cBhvr>
                                        <p:cTn id="50" dur="500"/>
                                        <p:tgtEl>
                                          <p:spTgt spid="71">
                                            <p:txEl>
                                              <p:charRg st="1" end="1"/>
                                            </p:txEl>
                                          </p:spTgt>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71">
                                            <p:txEl>
                                              <p:charRg st="1" end="1"/>
                                            </p:txEl>
                                          </p:spTgt>
                                        </p:tgtEl>
                                        <p:attrNameLst>
                                          <p:attrName>style.visibility</p:attrName>
                                        </p:attrNameLst>
                                      </p:cBhvr>
                                      <p:to>
                                        <p:strVal val="visible"/>
                                      </p:to>
                                    </p:set>
                                    <p:animEffect transition="in" filter="fade">
                                      <p:cBhvr>
                                        <p:cTn id="54" dur="500"/>
                                        <p:tgtEl>
                                          <p:spTgt spid="71">
                                            <p:txEl>
                                              <p:charRg st="1" end="1"/>
                                            </p:txEl>
                                          </p:spTgt>
                                        </p:tgtEl>
                                      </p:cBhvr>
                                    </p:animEffect>
                                  </p:childTnLst>
                                </p:cTn>
                              </p:par>
                            </p:childTnLst>
                          </p:cTn>
                        </p:par>
                        <p:par>
                          <p:cTn id="55" fill="hold">
                            <p:stCondLst>
                              <p:cond delay="6000"/>
                            </p:stCondLst>
                            <p:childTnLst>
                              <p:par>
                                <p:cTn id="56" presetID="10" presetClass="entr" presetSubtype="0"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par>
                          <p:cTn id="59" fill="hold">
                            <p:stCondLst>
                              <p:cond delay="6500"/>
                            </p:stCondLst>
                            <p:childTnLst>
                              <p:par>
                                <p:cTn id="60" presetID="10" presetClass="entr" presetSubtype="0" fill="hold" nodeType="after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250"/>
                                        <p:tgtEl>
                                          <p:spTgt spid="50"/>
                                        </p:tgtEl>
                                      </p:cBhvr>
                                    </p:animEffect>
                                  </p:childTnLst>
                                </p:cTn>
                              </p:par>
                              <p:par>
                                <p:cTn id="63" presetID="10"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childTnLst>
                          </p:cTn>
                        </p:par>
                        <p:par>
                          <p:cTn id="66" fill="hold">
                            <p:stCondLst>
                              <p:cond delay="7000"/>
                            </p:stCondLst>
                            <p:childTnLst>
                              <p:par>
                                <p:cTn id="67" presetID="10" presetClass="entr" presetSubtype="0" fill="hold" nodeType="afterEffect">
                                  <p:stCondLst>
                                    <p:cond delay="0"/>
                                  </p:stCondLst>
                                  <p:childTnLst>
                                    <p:set>
                                      <p:cBhvr>
                                        <p:cTn id="68" dur="1" fill="hold">
                                          <p:stCondLst>
                                            <p:cond delay="0"/>
                                          </p:stCondLst>
                                        </p:cTn>
                                        <p:tgtEl>
                                          <p:spTgt spid="52">
                                            <p:txEl>
                                              <p:pRg st="0" end="0"/>
                                            </p:txEl>
                                          </p:spTgt>
                                        </p:tgtEl>
                                        <p:attrNameLst>
                                          <p:attrName>style.visibility</p:attrName>
                                        </p:attrNameLst>
                                      </p:cBhvr>
                                      <p:to>
                                        <p:strVal val="visible"/>
                                      </p:to>
                                    </p:set>
                                    <p:animEffect transition="in" filter="fade">
                                      <p:cBhvr>
                                        <p:cTn id="69" dur="500"/>
                                        <p:tgtEl>
                                          <p:spTgt spid="52">
                                            <p:txEl>
                                              <p:pRg st="0" end="0"/>
                                            </p:txEl>
                                          </p:spTgt>
                                        </p:tgtEl>
                                      </p:cBhvr>
                                    </p:animEffect>
                                  </p:childTnLst>
                                </p:cTn>
                              </p:par>
                            </p:childTnLst>
                          </p:cTn>
                        </p:par>
                        <p:par>
                          <p:cTn id="70" fill="hold">
                            <p:stCondLst>
                              <p:cond delay="7500"/>
                            </p:stCondLst>
                            <p:childTnLst>
                              <p:par>
                                <p:cTn id="71" presetID="10" presetClass="entr" presetSubtype="0" fill="hold" nodeType="afterEffect">
                                  <p:stCondLst>
                                    <p:cond delay="0"/>
                                  </p:stCondLst>
                                  <p:childTnLst>
                                    <p:set>
                                      <p:cBhvr>
                                        <p:cTn id="72" dur="1" fill="hold">
                                          <p:stCondLst>
                                            <p:cond delay="0"/>
                                          </p:stCondLst>
                                        </p:cTn>
                                        <p:tgtEl>
                                          <p:spTgt spid="52">
                                            <p:txEl>
                                              <p:charRg st="1" end="1"/>
                                            </p:txEl>
                                          </p:spTgt>
                                        </p:tgtEl>
                                        <p:attrNameLst>
                                          <p:attrName>style.visibility</p:attrName>
                                        </p:attrNameLst>
                                      </p:cBhvr>
                                      <p:to>
                                        <p:strVal val="visible"/>
                                      </p:to>
                                    </p:set>
                                    <p:animEffect transition="in" filter="fade">
                                      <p:cBhvr>
                                        <p:cTn id="73" dur="500"/>
                                        <p:tgtEl>
                                          <p:spTgt spid="52">
                                            <p:txEl>
                                              <p:charRg st="1" end="1"/>
                                            </p:txEl>
                                          </p:spTgt>
                                        </p:tgtEl>
                                      </p:cBhvr>
                                    </p:animEffect>
                                  </p:childTnLst>
                                </p:cTn>
                              </p:par>
                            </p:childTnLst>
                          </p:cTn>
                        </p:par>
                        <p:par>
                          <p:cTn id="74" fill="hold">
                            <p:stCondLst>
                              <p:cond delay="8000"/>
                            </p:stCondLst>
                            <p:childTnLst>
                              <p:par>
                                <p:cTn id="75" presetID="10" presetClass="entr" presetSubtype="0" fill="hold" nodeType="afterEffect">
                                  <p:stCondLst>
                                    <p:cond delay="0"/>
                                  </p:stCondLst>
                                  <p:childTnLst>
                                    <p:set>
                                      <p:cBhvr>
                                        <p:cTn id="76" dur="1" fill="hold">
                                          <p:stCondLst>
                                            <p:cond delay="0"/>
                                          </p:stCondLst>
                                        </p:cTn>
                                        <p:tgtEl>
                                          <p:spTgt spid="52">
                                            <p:txEl>
                                              <p:charRg st="1" end="1"/>
                                            </p:txEl>
                                          </p:spTgt>
                                        </p:tgtEl>
                                        <p:attrNameLst>
                                          <p:attrName>style.visibility</p:attrName>
                                        </p:attrNameLst>
                                      </p:cBhvr>
                                      <p:to>
                                        <p:strVal val="visible"/>
                                      </p:to>
                                    </p:set>
                                    <p:animEffect transition="in" filter="fade">
                                      <p:cBhvr>
                                        <p:cTn id="77" dur="500"/>
                                        <p:tgtEl>
                                          <p:spTgt spid="52">
                                            <p:txEl>
                                              <p:charRg st="1" end="1"/>
                                            </p:txEl>
                                          </p:spTgt>
                                        </p:tgtEl>
                                      </p:cBhvr>
                                    </p:animEffect>
                                  </p:childTnLst>
                                </p:cTn>
                              </p:par>
                            </p:childTnLst>
                          </p:cTn>
                        </p:par>
                        <p:par>
                          <p:cTn id="78" fill="hold">
                            <p:stCondLst>
                              <p:cond delay="8500"/>
                            </p:stCondLst>
                            <p:childTnLst>
                              <p:par>
                                <p:cTn id="79" presetID="10" presetClass="entr" presetSubtype="0" fill="hold" nodeType="afterEffect">
                                  <p:stCondLst>
                                    <p:cond delay="0"/>
                                  </p:stCondLst>
                                  <p:childTnLst>
                                    <p:set>
                                      <p:cBhvr>
                                        <p:cTn id="80" dur="1" fill="hold">
                                          <p:stCondLst>
                                            <p:cond delay="0"/>
                                          </p:stCondLst>
                                        </p:cTn>
                                        <p:tgtEl>
                                          <p:spTgt spid="52">
                                            <p:txEl>
                                              <p:charRg st="1" end="1"/>
                                            </p:txEl>
                                          </p:spTgt>
                                        </p:tgtEl>
                                        <p:attrNameLst>
                                          <p:attrName>style.visibility</p:attrName>
                                        </p:attrNameLst>
                                      </p:cBhvr>
                                      <p:to>
                                        <p:strVal val="visible"/>
                                      </p:to>
                                    </p:set>
                                    <p:animEffect transition="in" filter="fade">
                                      <p:cBhvr>
                                        <p:cTn id="81" dur="500"/>
                                        <p:tgtEl>
                                          <p:spTgt spid="52">
                                            <p:txEl>
                                              <p:charRg st="1" end="1"/>
                                            </p:txEl>
                                          </p:spTgt>
                                        </p:tgtEl>
                                      </p:cBhvr>
                                    </p:animEffect>
                                  </p:childTnLst>
                                </p:cTn>
                              </p:par>
                            </p:childTnLst>
                          </p:cTn>
                        </p:par>
                        <p:par>
                          <p:cTn id="82" fill="hold">
                            <p:stCondLst>
                              <p:cond delay="9000"/>
                            </p:stCondLst>
                            <p:childTnLst>
                              <p:par>
                                <p:cTn id="83" presetID="10" presetClass="entr" presetSubtype="0" fill="hold" nodeType="afterEffect">
                                  <p:stCondLst>
                                    <p:cond delay="0"/>
                                  </p:stCondLst>
                                  <p:childTnLst>
                                    <p:set>
                                      <p:cBhvr>
                                        <p:cTn id="84" dur="1" fill="hold">
                                          <p:stCondLst>
                                            <p:cond delay="0"/>
                                          </p:stCondLst>
                                        </p:cTn>
                                        <p:tgtEl>
                                          <p:spTgt spid="52">
                                            <p:txEl>
                                              <p:charRg st="1" end="1"/>
                                            </p:txEl>
                                          </p:spTgt>
                                        </p:tgtEl>
                                        <p:attrNameLst>
                                          <p:attrName>style.visibility</p:attrName>
                                        </p:attrNameLst>
                                      </p:cBhvr>
                                      <p:to>
                                        <p:strVal val="visible"/>
                                      </p:to>
                                    </p:set>
                                    <p:animEffect transition="in" filter="fade">
                                      <p:cBhvr>
                                        <p:cTn id="85" dur="500"/>
                                        <p:tgtEl>
                                          <p:spTgt spid="52">
                                            <p:txEl>
                                              <p:charRg st="1" end="1"/>
                                            </p:txEl>
                                          </p:spTgt>
                                        </p:tgtEl>
                                      </p:cBhvr>
                                    </p:animEffect>
                                  </p:childTnLst>
                                </p:cTn>
                              </p:par>
                            </p:childTnLst>
                          </p:cTn>
                        </p:par>
                        <p:par>
                          <p:cTn id="86" fill="hold">
                            <p:stCondLst>
                              <p:cond delay="9500"/>
                            </p:stCondLst>
                            <p:childTnLst>
                              <p:par>
                                <p:cTn id="87" presetID="10" presetClass="entr" presetSubtype="0" fill="hold" nodeType="afterEffect">
                                  <p:stCondLst>
                                    <p:cond delay="0"/>
                                  </p:stCondLst>
                                  <p:childTnLst>
                                    <p:set>
                                      <p:cBhvr>
                                        <p:cTn id="88" dur="1" fill="hold">
                                          <p:stCondLst>
                                            <p:cond delay="0"/>
                                          </p:stCondLst>
                                        </p:cTn>
                                        <p:tgtEl>
                                          <p:spTgt spid="52">
                                            <p:txEl>
                                              <p:charRg st="1" end="1"/>
                                            </p:txEl>
                                          </p:spTgt>
                                        </p:tgtEl>
                                        <p:attrNameLst>
                                          <p:attrName>style.visibility</p:attrName>
                                        </p:attrNameLst>
                                      </p:cBhvr>
                                      <p:to>
                                        <p:strVal val="visible"/>
                                      </p:to>
                                    </p:set>
                                    <p:animEffect transition="in" filter="fade">
                                      <p:cBhvr>
                                        <p:cTn id="89" dur="500"/>
                                        <p:tgtEl>
                                          <p:spTgt spid="52">
                                            <p:txEl>
                                              <p:charRg st="1" end="1"/>
                                            </p:txEl>
                                          </p:spTgt>
                                        </p:tgtEl>
                                      </p:cBhvr>
                                    </p:animEffect>
                                  </p:childTnLst>
                                </p:cTn>
                              </p:par>
                            </p:childTnLst>
                          </p:cTn>
                        </p:par>
                        <p:par>
                          <p:cTn id="90" fill="hold">
                            <p:stCondLst>
                              <p:cond delay="10000"/>
                            </p:stCondLst>
                            <p:childTnLst>
                              <p:par>
                                <p:cTn id="91" presetID="10" presetClass="entr" presetSubtype="0" fill="hold" nodeType="afterEffect">
                                  <p:stCondLst>
                                    <p:cond delay="0"/>
                                  </p:stCondLst>
                                  <p:childTnLst>
                                    <p:set>
                                      <p:cBhvr>
                                        <p:cTn id="92" dur="1" fill="hold">
                                          <p:stCondLst>
                                            <p:cond delay="0"/>
                                          </p:stCondLst>
                                        </p:cTn>
                                        <p:tgtEl>
                                          <p:spTgt spid="52">
                                            <p:txEl>
                                              <p:charRg st="1" end="1"/>
                                            </p:txEl>
                                          </p:spTgt>
                                        </p:tgtEl>
                                        <p:attrNameLst>
                                          <p:attrName>style.visibility</p:attrName>
                                        </p:attrNameLst>
                                      </p:cBhvr>
                                      <p:to>
                                        <p:strVal val="visible"/>
                                      </p:to>
                                    </p:set>
                                    <p:animEffect transition="in" filter="fade">
                                      <p:cBhvr>
                                        <p:cTn id="93" dur="500"/>
                                        <p:tgtEl>
                                          <p:spTgt spid="52">
                                            <p:txEl>
                                              <p:charRg st="1" end="1"/>
                                            </p:txEl>
                                          </p:spTgt>
                                        </p:tgtEl>
                                      </p:cBhvr>
                                    </p:animEffect>
                                  </p:childTnLst>
                                </p:cTn>
                              </p:par>
                            </p:childTnLst>
                          </p:cTn>
                        </p:par>
                        <p:par>
                          <p:cTn id="94" fill="hold">
                            <p:stCondLst>
                              <p:cond delay="10500"/>
                            </p:stCondLst>
                            <p:childTnLst>
                              <p:par>
                                <p:cTn id="95" presetID="10" presetClass="entr" presetSubtype="0" fill="hold" nodeType="afterEffect">
                                  <p:stCondLst>
                                    <p:cond delay="0"/>
                                  </p:stCondLst>
                                  <p:childTnLst>
                                    <p:set>
                                      <p:cBhvr>
                                        <p:cTn id="96" dur="1" fill="hold">
                                          <p:stCondLst>
                                            <p:cond delay="0"/>
                                          </p:stCondLst>
                                        </p:cTn>
                                        <p:tgtEl>
                                          <p:spTgt spid="52">
                                            <p:txEl>
                                              <p:charRg st="1" end="1"/>
                                            </p:txEl>
                                          </p:spTgt>
                                        </p:tgtEl>
                                        <p:attrNameLst>
                                          <p:attrName>style.visibility</p:attrName>
                                        </p:attrNameLst>
                                      </p:cBhvr>
                                      <p:to>
                                        <p:strVal val="visible"/>
                                      </p:to>
                                    </p:set>
                                    <p:animEffect transition="in" filter="fade">
                                      <p:cBhvr>
                                        <p:cTn id="97" dur="500"/>
                                        <p:tgtEl>
                                          <p:spTgt spid="52">
                                            <p:txEl>
                                              <p:charRg st="1" end="1"/>
                                            </p:txEl>
                                          </p:spTgt>
                                        </p:tgtEl>
                                      </p:cBhvr>
                                    </p:animEffect>
                                  </p:childTnLst>
                                </p:cTn>
                              </p:par>
                            </p:childTnLst>
                          </p:cTn>
                        </p:par>
                        <p:par>
                          <p:cTn id="98" fill="hold">
                            <p:stCondLst>
                              <p:cond delay="11000"/>
                            </p:stCondLst>
                            <p:childTnLst>
                              <p:par>
                                <p:cTn id="99" presetID="10" presetClass="entr" presetSubtype="0" fill="hold" nodeType="afterEffect">
                                  <p:stCondLst>
                                    <p:cond delay="0"/>
                                  </p:stCondLst>
                                  <p:childTnLst>
                                    <p:set>
                                      <p:cBhvr>
                                        <p:cTn id="100" dur="1" fill="hold">
                                          <p:stCondLst>
                                            <p:cond delay="0"/>
                                          </p:stCondLst>
                                        </p:cTn>
                                        <p:tgtEl>
                                          <p:spTgt spid="52">
                                            <p:txEl>
                                              <p:charRg st="1" end="1"/>
                                            </p:txEl>
                                          </p:spTgt>
                                        </p:tgtEl>
                                        <p:attrNameLst>
                                          <p:attrName>style.visibility</p:attrName>
                                        </p:attrNameLst>
                                      </p:cBhvr>
                                      <p:to>
                                        <p:strVal val="visible"/>
                                      </p:to>
                                    </p:set>
                                    <p:animEffect transition="in" filter="fade">
                                      <p:cBhvr>
                                        <p:cTn id="101" dur="500"/>
                                        <p:tgtEl>
                                          <p:spTgt spid="52">
                                            <p:txEl>
                                              <p:charRg st="1" end="1"/>
                                            </p:txEl>
                                          </p:spTgt>
                                        </p:tgtEl>
                                      </p:cBhvr>
                                    </p:animEffect>
                                  </p:childTnLst>
                                </p:cTn>
                              </p:par>
                            </p:childTnLst>
                          </p:cTn>
                        </p:par>
                        <p:par>
                          <p:cTn id="102" fill="hold">
                            <p:stCondLst>
                              <p:cond delay="11500"/>
                            </p:stCondLst>
                            <p:childTnLst>
                              <p:par>
                                <p:cTn id="103" presetID="10" presetClass="entr" presetSubtype="0" fill="hold" nodeType="afterEffect">
                                  <p:stCondLst>
                                    <p:cond delay="0"/>
                                  </p:stCondLst>
                                  <p:childTnLst>
                                    <p:set>
                                      <p:cBhvr>
                                        <p:cTn id="104" dur="1" fill="hold">
                                          <p:stCondLst>
                                            <p:cond delay="0"/>
                                          </p:stCondLst>
                                        </p:cTn>
                                        <p:tgtEl>
                                          <p:spTgt spid="53">
                                            <p:txEl>
                                              <p:pRg st="0" end="0"/>
                                            </p:txEl>
                                          </p:spTgt>
                                        </p:tgtEl>
                                        <p:attrNameLst>
                                          <p:attrName>style.visibility</p:attrName>
                                        </p:attrNameLst>
                                      </p:cBhvr>
                                      <p:to>
                                        <p:strVal val="visible"/>
                                      </p:to>
                                    </p:set>
                                    <p:animEffect transition="in" filter="fade">
                                      <p:cBhvr>
                                        <p:cTn id="105" dur="500"/>
                                        <p:tgtEl>
                                          <p:spTgt spid="53">
                                            <p:txEl>
                                              <p:pRg st="0" end="0"/>
                                            </p:txEl>
                                          </p:spTgt>
                                        </p:tgtEl>
                                      </p:cBhvr>
                                    </p:animEffect>
                                  </p:childTnLst>
                                </p:cTn>
                              </p:par>
                            </p:childTnLst>
                          </p:cTn>
                        </p:par>
                        <p:par>
                          <p:cTn id="106" fill="hold">
                            <p:stCondLst>
                              <p:cond delay="12000"/>
                            </p:stCondLst>
                            <p:childTnLst>
                              <p:par>
                                <p:cTn id="107" presetID="10" presetClass="entr" presetSubtype="0" fill="hold" nodeType="afterEffect">
                                  <p:stCondLst>
                                    <p:cond delay="0"/>
                                  </p:stCondLst>
                                  <p:childTnLst>
                                    <p:set>
                                      <p:cBhvr>
                                        <p:cTn id="108" dur="1" fill="hold">
                                          <p:stCondLst>
                                            <p:cond delay="0"/>
                                          </p:stCondLst>
                                        </p:cTn>
                                        <p:tgtEl>
                                          <p:spTgt spid="53">
                                            <p:txEl>
                                              <p:charRg st="1" end="1"/>
                                            </p:txEl>
                                          </p:spTgt>
                                        </p:tgtEl>
                                        <p:attrNameLst>
                                          <p:attrName>style.visibility</p:attrName>
                                        </p:attrNameLst>
                                      </p:cBhvr>
                                      <p:to>
                                        <p:strVal val="visible"/>
                                      </p:to>
                                    </p:set>
                                    <p:animEffect transition="in" filter="fade">
                                      <p:cBhvr>
                                        <p:cTn id="109" dur="500"/>
                                        <p:tgtEl>
                                          <p:spTgt spid="53">
                                            <p:txEl>
                                              <p:charRg st="1" end="1"/>
                                            </p:txEl>
                                          </p:spTgt>
                                        </p:tgtEl>
                                      </p:cBhvr>
                                    </p:animEffect>
                                  </p:childTnLst>
                                </p:cTn>
                              </p:par>
                            </p:childTnLst>
                          </p:cTn>
                        </p:par>
                        <p:par>
                          <p:cTn id="110" fill="hold">
                            <p:stCondLst>
                              <p:cond delay="12500"/>
                            </p:stCondLst>
                            <p:childTnLst>
                              <p:par>
                                <p:cTn id="111" presetID="10" presetClass="entr" presetSubtype="0" fill="hold" nodeType="afterEffect">
                                  <p:stCondLst>
                                    <p:cond delay="0"/>
                                  </p:stCondLst>
                                  <p:childTnLst>
                                    <p:set>
                                      <p:cBhvr>
                                        <p:cTn id="112" dur="1" fill="hold">
                                          <p:stCondLst>
                                            <p:cond delay="0"/>
                                          </p:stCondLst>
                                        </p:cTn>
                                        <p:tgtEl>
                                          <p:spTgt spid="53">
                                            <p:txEl>
                                              <p:charRg st="1" end="1"/>
                                            </p:txEl>
                                          </p:spTgt>
                                        </p:tgtEl>
                                        <p:attrNameLst>
                                          <p:attrName>style.visibility</p:attrName>
                                        </p:attrNameLst>
                                      </p:cBhvr>
                                      <p:to>
                                        <p:strVal val="visible"/>
                                      </p:to>
                                    </p:set>
                                    <p:animEffect transition="in" filter="fade">
                                      <p:cBhvr>
                                        <p:cTn id="113" dur="500"/>
                                        <p:tgtEl>
                                          <p:spTgt spid="53">
                                            <p:txEl>
                                              <p:charRg st="1" end="1"/>
                                            </p:txEl>
                                          </p:spTgt>
                                        </p:tgtEl>
                                      </p:cBhvr>
                                    </p:animEffect>
                                  </p:childTnLst>
                                </p:cTn>
                              </p:par>
                            </p:childTnLst>
                          </p:cTn>
                        </p:par>
                        <p:par>
                          <p:cTn id="114" fill="hold">
                            <p:stCondLst>
                              <p:cond delay="13000"/>
                            </p:stCondLst>
                            <p:childTnLst>
                              <p:par>
                                <p:cTn id="115" presetID="10" presetClass="entr" presetSubtype="0" fill="hold" nodeType="afterEffect">
                                  <p:stCondLst>
                                    <p:cond delay="0"/>
                                  </p:stCondLst>
                                  <p:childTnLst>
                                    <p:set>
                                      <p:cBhvr>
                                        <p:cTn id="116" dur="1" fill="hold">
                                          <p:stCondLst>
                                            <p:cond delay="0"/>
                                          </p:stCondLst>
                                        </p:cTn>
                                        <p:tgtEl>
                                          <p:spTgt spid="53">
                                            <p:txEl>
                                              <p:charRg st="1" end="1"/>
                                            </p:txEl>
                                          </p:spTgt>
                                        </p:tgtEl>
                                        <p:attrNameLst>
                                          <p:attrName>style.visibility</p:attrName>
                                        </p:attrNameLst>
                                      </p:cBhvr>
                                      <p:to>
                                        <p:strVal val="visible"/>
                                      </p:to>
                                    </p:set>
                                    <p:animEffect transition="in" filter="fade">
                                      <p:cBhvr>
                                        <p:cTn id="117" dur="500"/>
                                        <p:tgtEl>
                                          <p:spTgt spid="53">
                                            <p:txEl>
                                              <p:charRg st="1" end="1"/>
                                            </p:txEl>
                                          </p:spTgt>
                                        </p:tgtEl>
                                      </p:cBhvr>
                                    </p:animEffect>
                                  </p:childTnLst>
                                </p:cTn>
                              </p:par>
                            </p:childTnLst>
                          </p:cTn>
                        </p:par>
                        <p:par>
                          <p:cTn id="118" fill="hold">
                            <p:stCondLst>
                              <p:cond delay="13500"/>
                            </p:stCondLst>
                            <p:childTnLst>
                              <p:par>
                                <p:cTn id="119" presetID="10" presetClass="entr" presetSubtype="0" fill="hold" nodeType="afterEffect">
                                  <p:stCondLst>
                                    <p:cond delay="0"/>
                                  </p:stCondLst>
                                  <p:childTnLst>
                                    <p:set>
                                      <p:cBhvr>
                                        <p:cTn id="120" dur="1" fill="hold">
                                          <p:stCondLst>
                                            <p:cond delay="0"/>
                                          </p:stCondLst>
                                        </p:cTn>
                                        <p:tgtEl>
                                          <p:spTgt spid="53">
                                            <p:txEl>
                                              <p:charRg st="1" end="1"/>
                                            </p:txEl>
                                          </p:spTgt>
                                        </p:tgtEl>
                                        <p:attrNameLst>
                                          <p:attrName>style.visibility</p:attrName>
                                        </p:attrNameLst>
                                      </p:cBhvr>
                                      <p:to>
                                        <p:strVal val="visible"/>
                                      </p:to>
                                    </p:set>
                                    <p:animEffect transition="in" filter="fade">
                                      <p:cBhvr>
                                        <p:cTn id="121" dur="500"/>
                                        <p:tgtEl>
                                          <p:spTgt spid="53">
                                            <p:txEl>
                                              <p:charRg st="1" end="1"/>
                                            </p:txEl>
                                          </p:spTgt>
                                        </p:tgtEl>
                                      </p:cBhvr>
                                    </p:animEffect>
                                  </p:childTnLst>
                                </p:cTn>
                              </p:par>
                            </p:childTnLst>
                          </p:cTn>
                        </p:par>
                        <p:par>
                          <p:cTn id="122" fill="hold">
                            <p:stCondLst>
                              <p:cond delay="14000"/>
                            </p:stCondLst>
                            <p:childTnLst>
                              <p:par>
                                <p:cTn id="123" presetID="10" presetClass="entr" presetSubtype="0" fill="hold" nodeType="afterEffect">
                                  <p:stCondLst>
                                    <p:cond delay="0"/>
                                  </p:stCondLst>
                                  <p:childTnLst>
                                    <p:set>
                                      <p:cBhvr>
                                        <p:cTn id="124" dur="1" fill="hold">
                                          <p:stCondLst>
                                            <p:cond delay="0"/>
                                          </p:stCondLst>
                                        </p:cTn>
                                        <p:tgtEl>
                                          <p:spTgt spid="53">
                                            <p:txEl>
                                              <p:charRg st="1" end="1"/>
                                            </p:txEl>
                                          </p:spTgt>
                                        </p:tgtEl>
                                        <p:attrNameLst>
                                          <p:attrName>style.visibility</p:attrName>
                                        </p:attrNameLst>
                                      </p:cBhvr>
                                      <p:to>
                                        <p:strVal val="visible"/>
                                      </p:to>
                                    </p:set>
                                    <p:animEffect transition="in" filter="fade">
                                      <p:cBhvr>
                                        <p:cTn id="125" dur="500"/>
                                        <p:tgtEl>
                                          <p:spTgt spid="53">
                                            <p:txEl>
                                              <p:charRg st="1" end="1"/>
                                            </p:txEl>
                                          </p:spTgt>
                                        </p:tgtEl>
                                      </p:cBhvr>
                                    </p:animEffect>
                                  </p:childTnLst>
                                </p:cTn>
                              </p:par>
                            </p:childTnLst>
                          </p:cTn>
                        </p:par>
                        <p:par>
                          <p:cTn id="126" fill="hold">
                            <p:stCondLst>
                              <p:cond delay="14500"/>
                            </p:stCondLst>
                            <p:childTnLst>
                              <p:par>
                                <p:cTn id="127" presetID="10" presetClass="entr" presetSubtype="0" fill="hold" nodeType="afterEffect">
                                  <p:stCondLst>
                                    <p:cond delay="0"/>
                                  </p:stCondLst>
                                  <p:childTnLst>
                                    <p:set>
                                      <p:cBhvr>
                                        <p:cTn id="128" dur="1" fill="hold">
                                          <p:stCondLst>
                                            <p:cond delay="0"/>
                                          </p:stCondLst>
                                        </p:cTn>
                                        <p:tgtEl>
                                          <p:spTgt spid="53">
                                            <p:txEl>
                                              <p:charRg st="1" end="1"/>
                                            </p:txEl>
                                          </p:spTgt>
                                        </p:tgtEl>
                                        <p:attrNameLst>
                                          <p:attrName>style.visibility</p:attrName>
                                        </p:attrNameLst>
                                      </p:cBhvr>
                                      <p:to>
                                        <p:strVal val="visible"/>
                                      </p:to>
                                    </p:set>
                                    <p:animEffect transition="in" filter="fade">
                                      <p:cBhvr>
                                        <p:cTn id="129" dur="500"/>
                                        <p:tgtEl>
                                          <p:spTgt spid="53">
                                            <p:txEl>
                                              <p:charRg st="1" end="1"/>
                                            </p:txEl>
                                          </p:spTgt>
                                        </p:tgtEl>
                                      </p:cBhvr>
                                    </p:animEffect>
                                  </p:childTnLst>
                                </p:cTn>
                              </p:par>
                            </p:childTnLst>
                          </p:cTn>
                        </p:par>
                        <p:par>
                          <p:cTn id="130" fill="hold">
                            <p:stCondLst>
                              <p:cond delay="15000"/>
                            </p:stCondLst>
                            <p:childTnLst>
                              <p:par>
                                <p:cTn id="131" presetID="10" presetClass="entr" presetSubtype="0" fill="hold" nodeType="afterEffect">
                                  <p:stCondLst>
                                    <p:cond delay="0"/>
                                  </p:stCondLst>
                                  <p:childTnLst>
                                    <p:set>
                                      <p:cBhvr>
                                        <p:cTn id="132" dur="1" fill="hold">
                                          <p:stCondLst>
                                            <p:cond delay="0"/>
                                          </p:stCondLst>
                                        </p:cTn>
                                        <p:tgtEl>
                                          <p:spTgt spid="53">
                                            <p:txEl>
                                              <p:charRg st="1" end="1"/>
                                            </p:txEl>
                                          </p:spTgt>
                                        </p:tgtEl>
                                        <p:attrNameLst>
                                          <p:attrName>style.visibility</p:attrName>
                                        </p:attrNameLst>
                                      </p:cBhvr>
                                      <p:to>
                                        <p:strVal val="visible"/>
                                      </p:to>
                                    </p:set>
                                    <p:animEffect transition="in" filter="fade">
                                      <p:cBhvr>
                                        <p:cTn id="133" dur="500"/>
                                        <p:tgtEl>
                                          <p:spTgt spid="53">
                                            <p:txEl>
                                              <p:charRg st="1" end="1"/>
                                            </p:txEl>
                                          </p:spTgt>
                                        </p:tgtEl>
                                      </p:cBhvr>
                                    </p:animEffect>
                                  </p:childTnLst>
                                </p:cTn>
                              </p:par>
                            </p:childTnLst>
                          </p:cTn>
                        </p:par>
                        <p:par>
                          <p:cTn id="134" fill="hold">
                            <p:stCondLst>
                              <p:cond delay="15500"/>
                            </p:stCondLst>
                            <p:childTnLst>
                              <p:par>
                                <p:cTn id="135" presetID="10" presetClass="entr" presetSubtype="0" fill="hold" nodeType="afterEffect">
                                  <p:stCondLst>
                                    <p:cond delay="0"/>
                                  </p:stCondLst>
                                  <p:childTnLst>
                                    <p:set>
                                      <p:cBhvr>
                                        <p:cTn id="136" dur="1" fill="hold">
                                          <p:stCondLst>
                                            <p:cond delay="0"/>
                                          </p:stCondLst>
                                        </p:cTn>
                                        <p:tgtEl>
                                          <p:spTgt spid="53">
                                            <p:txEl>
                                              <p:charRg st="1" end="1"/>
                                            </p:txEl>
                                          </p:spTgt>
                                        </p:tgtEl>
                                        <p:attrNameLst>
                                          <p:attrName>style.visibility</p:attrName>
                                        </p:attrNameLst>
                                      </p:cBhvr>
                                      <p:to>
                                        <p:strVal val="visible"/>
                                      </p:to>
                                    </p:set>
                                    <p:animEffect transition="in" filter="fade">
                                      <p:cBhvr>
                                        <p:cTn id="137" dur="500"/>
                                        <p:tgtEl>
                                          <p:spTgt spid="53">
                                            <p:txEl>
                                              <p:charRg st="1" end="1"/>
                                            </p:txEl>
                                          </p:spTgt>
                                        </p:tgtEl>
                                      </p:cBhvr>
                                    </p:animEffect>
                                  </p:childTnLst>
                                </p:cTn>
                              </p:par>
                            </p:childTnLst>
                          </p:cTn>
                        </p:par>
                        <p:par>
                          <p:cTn id="138" fill="hold">
                            <p:stCondLst>
                              <p:cond delay="16000"/>
                            </p:stCondLst>
                            <p:childTnLst>
                              <p:par>
                                <p:cTn id="139" presetID="10" presetClass="entr" presetSubtype="0" fill="hold" nodeType="after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250"/>
                                        <p:tgtEl>
                                          <p:spTgt spid="54"/>
                                        </p:tgtEl>
                                      </p:cBhvr>
                                    </p:animEffect>
                                  </p:childTnLst>
                                </p:cTn>
                              </p:par>
                              <p:par>
                                <p:cTn id="142" presetID="10" presetClass="entr" presetSubtype="0" fill="hold" nodeType="withEffect">
                                  <p:stCondLst>
                                    <p:cond delay="0"/>
                                  </p:stCondLst>
                                  <p:childTnLst>
                                    <p:set>
                                      <p:cBhvr>
                                        <p:cTn id="143" dur="1" fill="hold">
                                          <p:stCondLst>
                                            <p:cond delay="0"/>
                                          </p:stCondLst>
                                        </p:cTn>
                                        <p:tgtEl>
                                          <p:spTgt spid="55"/>
                                        </p:tgtEl>
                                        <p:attrNameLst>
                                          <p:attrName>style.visibility</p:attrName>
                                        </p:attrNameLst>
                                      </p:cBhvr>
                                      <p:to>
                                        <p:strVal val="visible"/>
                                      </p:to>
                                    </p:set>
                                    <p:animEffect transition="in" filter="fade">
                                      <p:cBhvr>
                                        <p:cTn id="144" dur="500"/>
                                        <p:tgtEl>
                                          <p:spTgt spid="55"/>
                                        </p:tgtEl>
                                      </p:cBhvr>
                                    </p:animEffect>
                                  </p:childTnLst>
                                </p:cTn>
                              </p:par>
                            </p:childTnLst>
                          </p:cTn>
                        </p:par>
                        <p:par>
                          <p:cTn id="145" fill="hold">
                            <p:stCondLst>
                              <p:cond delay="16500"/>
                            </p:stCondLst>
                            <p:childTnLst>
                              <p:par>
                                <p:cTn id="146" presetID="10" presetClass="entr" presetSubtype="0" fill="hold" nodeType="afterEffect">
                                  <p:stCondLst>
                                    <p:cond delay="0"/>
                                  </p:stCondLst>
                                  <p:childTnLst>
                                    <p:set>
                                      <p:cBhvr>
                                        <p:cTn id="147" dur="1" fill="hold">
                                          <p:stCondLst>
                                            <p:cond delay="0"/>
                                          </p:stCondLst>
                                        </p:cTn>
                                        <p:tgtEl>
                                          <p:spTgt spid="56">
                                            <p:txEl>
                                              <p:pRg st="0" end="0"/>
                                            </p:txEl>
                                          </p:spTgt>
                                        </p:tgtEl>
                                        <p:attrNameLst>
                                          <p:attrName>style.visibility</p:attrName>
                                        </p:attrNameLst>
                                      </p:cBhvr>
                                      <p:to>
                                        <p:strVal val="visible"/>
                                      </p:to>
                                    </p:set>
                                    <p:animEffect transition="in" filter="fade">
                                      <p:cBhvr>
                                        <p:cTn id="148" dur="500"/>
                                        <p:tgtEl>
                                          <p:spTgt spid="56">
                                            <p:txEl>
                                              <p:pRg st="0" end="0"/>
                                            </p:txEl>
                                          </p:spTgt>
                                        </p:tgtEl>
                                      </p:cBhvr>
                                    </p:animEffect>
                                  </p:childTnLst>
                                </p:cTn>
                              </p:par>
                            </p:childTnLst>
                          </p:cTn>
                        </p:par>
                        <p:par>
                          <p:cTn id="149" fill="hold">
                            <p:stCondLst>
                              <p:cond delay="17000"/>
                            </p:stCondLst>
                            <p:childTnLst>
                              <p:par>
                                <p:cTn id="150" presetID="10" presetClass="entr" presetSubtype="0" fill="hold" nodeType="afterEffect">
                                  <p:stCondLst>
                                    <p:cond delay="0"/>
                                  </p:stCondLst>
                                  <p:childTnLst>
                                    <p:set>
                                      <p:cBhvr>
                                        <p:cTn id="151" dur="1" fill="hold">
                                          <p:stCondLst>
                                            <p:cond delay="0"/>
                                          </p:stCondLst>
                                        </p:cTn>
                                        <p:tgtEl>
                                          <p:spTgt spid="56">
                                            <p:txEl>
                                              <p:charRg st="1" end="1"/>
                                            </p:txEl>
                                          </p:spTgt>
                                        </p:tgtEl>
                                        <p:attrNameLst>
                                          <p:attrName>style.visibility</p:attrName>
                                        </p:attrNameLst>
                                      </p:cBhvr>
                                      <p:to>
                                        <p:strVal val="visible"/>
                                      </p:to>
                                    </p:set>
                                    <p:animEffect transition="in" filter="fade">
                                      <p:cBhvr>
                                        <p:cTn id="152" dur="500"/>
                                        <p:tgtEl>
                                          <p:spTgt spid="56">
                                            <p:txEl>
                                              <p:charRg st="1" end="1"/>
                                            </p:txEl>
                                          </p:spTgt>
                                        </p:tgtEl>
                                      </p:cBhvr>
                                    </p:animEffect>
                                  </p:childTnLst>
                                </p:cTn>
                              </p:par>
                            </p:childTnLst>
                          </p:cTn>
                        </p:par>
                        <p:par>
                          <p:cTn id="153" fill="hold">
                            <p:stCondLst>
                              <p:cond delay="17500"/>
                            </p:stCondLst>
                            <p:childTnLst>
                              <p:par>
                                <p:cTn id="154" presetID="10" presetClass="entr" presetSubtype="0" fill="hold" nodeType="afterEffect">
                                  <p:stCondLst>
                                    <p:cond delay="0"/>
                                  </p:stCondLst>
                                  <p:childTnLst>
                                    <p:set>
                                      <p:cBhvr>
                                        <p:cTn id="155" dur="1" fill="hold">
                                          <p:stCondLst>
                                            <p:cond delay="0"/>
                                          </p:stCondLst>
                                        </p:cTn>
                                        <p:tgtEl>
                                          <p:spTgt spid="56">
                                            <p:txEl>
                                              <p:charRg st="1" end="1"/>
                                            </p:txEl>
                                          </p:spTgt>
                                        </p:tgtEl>
                                        <p:attrNameLst>
                                          <p:attrName>style.visibility</p:attrName>
                                        </p:attrNameLst>
                                      </p:cBhvr>
                                      <p:to>
                                        <p:strVal val="visible"/>
                                      </p:to>
                                    </p:set>
                                    <p:animEffect transition="in" filter="fade">
                                      <p:cBhvr>
                                        <p:cTn id="156" dur="500"/>
                                        <p:tgtEl>
                                          <p:spTgt spid="56">
                                            <p:txEl>
                                              <p:charRg st="1" end="1"/>
                                            </p:txEl>
                                          </p:spTgt>
                                        </p:tgtEl>
                                      </p:cBhvr>
                                    </p:animEffect>
                                  </p:childTnLst>
                                </p:cTn>
                              </p:par>
                            </p:childTnLst>
                          </p:cTn>
                        </p:par>
                        <p:par>
                          <p:cTn id="157" fill="hold">
                            <p:stCondLst>
                              <p:cond delay="18000"/>
                            </p:stCondLst>
                            <p:childTnLst>
                              <p:par>
                                <p:cTn id="158" presetID="10" presetClass="entr" presetSubtype="0" fill="hold" nodeType="afterEffect">
                                  <p:stCondLst>
                                    <p:cond delay="0"/>
                                  </p:stCondLst>
                                  <p:childTnLst>
                                    <p:set>
                                      <p:cBhvr>
                                        <p:cTn id="159" dur="1" fill="hold">
                                          <p:stCondLst>
                                            <p:cond delay="0"/>
                                          </p:stCondLst>
                                        </p:cTn>
                                        <p:tgtEl>
                                          <p:spTgt spid="56">
                                            <p:txEl>
                                              <p:charRg st="1" end="1"/>
                                            </p:txEl>
                                          </p:spTgt>
                                        </p:tgtEl>
                                        <p:attrNameLst>
                                          <p:attrName>style.visibility</p:attrName>
                                        </p:attrNameLst>
                                      </p:cBhvr>
                                      <p:to>
                                        <p:strVal val="visible"/>
                                      </p:to>
                                    </p:set>
                                    <p:animEffect transition="in" filter="fade">
                                      <p:cBhvr>
                                        <p:cTn id="160" dur="500"/>
                                        <p:tgtEl>
                                          <p:spTgt spid="56">
                                            <p:txEl>
                                              <p:charRg st="1" end="1"/>
                                            </p:txEl>
                                          </p:spTgt>
                                        </p:tgtEl>
                                      </p:cBhvr>
                                    </p:animEffect>
                                  </p:childTnLst>
                                </p:cTn>
                              </p:par>
                            </p:childTnLst>
                          </p:cTn>
                        </p:par>
                        <p:par>
                          <p:cTn id="161" fill="hold">
                            <p:stCondLst>
                              <p:cond delay="18500"/>
                            </p:stCondLst>
                            <p:childTnLst>
                              <p:par>
                                <p:cTn id="162" presetID="10" presetClass="entr" presetSubtype="0" fill="hold" nodeType="afterEffect">
                                  <p:stCondLst>
                                    <p:cond delay="0"/>
                                  </p:stCondLst>
                                  <p:childTnLst>
                                    <p:set>
                                      <p:cBhvr>
                                        <p:cTn id="163" dur="1" fill="hold">
                                          <p:stCondLst>
                                            <p:cond delay="0"/>
                                          </p:stCondLst>
                                        </p:cTn>
                                        <p:tgtEl>
                                          <p:spTgt spid="56">
                                            <p:txEl>
                                              <p:charRg st="1" end="1"/>
                                            </p:txEl>
                                          </p:spTgt>
                                        </p:tgtEl>
                                        <p:attrNameLst>
                                          <p:attrName>style.visibility</p:attrName>
                                        </p:attrNameLst>
                                      </p:cBhvr>
                                      <p:to>
                                        <p:strVal val="visible"/>
                                      </p:to>
                                    </p:set>
                                    <p:animEffect transition="in" filter="fade">
                                      <p:cBhvr>
                                        <p:cTn id="164" dur="500"/>
                                        <p:tgtEl>
                                          <p:spTgt spid="56">
                                            <p:txEl>
                                              <p:charRg st="1" end="1"/>
                                            </p:txEl>
                                          </p:spTgt>
                                        </p:tgtEl>
                                      </p:cBhvr>
                                    </p:animEffect>
                                  </p:childTnLst>
                                </p:cTn>
                              </p:par>
                            </p:childTnLst>
                          </p:cTn>
                        </p:par>
                        <p:par>
                          <p:cTn id="165" fill="hold">
                            <p:stCondLst>
                              <p:cond delay="19000"/>
                            </p:stCondLst>
                            <p:childTnLst>
                              <p:par>
                                <p:cTn id="166" presetID="10" presetClass="entr" presetSubtype="0" fill="hold" nodeType="afterEffect">
                                  <p:stCondLst>
                                    <p:cond delay="0"/>
                                  </p:stCondLst>
                                  <p:childTnLst>
                                    <p:set>
                                      <p:cBhvr>
                                        <p:cTn id="167" dur="1" fill="hold">
                                          <p:stCondLst>
                                            <p:cond delay="0"/>
                                          </p:stCondLst>
                                        </p:cTn>
                                        <p:tgtEl>
                                          <p:spTgt spid="56">
                                            <p:txEl>
                                              <p:charRg st="1" end="1"/>
                                            </p:txEl>
                                          </p:spTgt>
                                        </p:tgtEl>
                                        <p:attrNameLst>
                                          <p:attrName>style.visibility</p:attrName>
                                        </p:attrNameLst>
                                      </p:cBhvr>
                                      <p:to>
                                        <p:strVal val="visible"/>
                                      </p:to>
                                    </p:set>
                                    <p:animEffect transition="in" filter="fade">
                                      <p:cBhvr>
                                        <p:cTn id="168" dur="500"/>
                                        <p:tgtEl>
                                          <p:spTgt spid="56">
                                            <p:txEl>
                                              <p:charRg st="1" end="1"/>
                                            </p:txEl>
                                          </p:spTgt>
                                        </p:tgtEl>
                                      </p:cBhvr>
                                    </p:animEffect>
                                  </p:childTnLst>
                                </p:cTn>
                              </p:par>
                            </p:childTnLst>
                          </p:cTn>
                        </p:par>
                        <p:par>
                          <p:cTn id="169" fill="hold">
                            <p:stCondLst>
                              <p:cond delay="19500"/>
                            </p:stCondLst>
                            <p:childTnLst>
                              <p:par>
                                <p:cTn id="170" presetID="10" presetClass="entr" presetSubtype="0" fill="hold" nodeType="afterEffect">
                                  <p:stCondLst>
                                    <p:cond delay="0"/>
                                  </p:stCondLst>
                                  <p:childTnLst>
                                    <p:set>
                                      <p:cBhvr>
                                        <p:cTn id="171" dur="1" fill="hold">
                                          <p:stCondLst>
                                            <p:cond delay="0"/>
                                          </p:stCondLst>
                                        </p:cTn>
                                        <p:tgtEl>
                                          <p:spTgt spid="56">
                                            <p:txEl>
                                              <p:charRg st="1" end="1"/>
                                            </p:txEl>
                                          </p:spTgt>
                                        </p:tgtEl>
                                        <p:attrNameLst>
                                          <p:attrName>style.visibility</p:attrName>
                                        </p:attrNameLst>
                                      </p:cBhvr>
                                      <p:to>
                                        <p:strVal val="visible"/>
                                      </p:to>
                                    </p:set>
                                    <p:animEffect transition="in" filter="fade">
                                      <p:cBhvr>
                                        <p:cTn id="172" dur="500"/>
                                        <p:tgtEl>
                                          <p:spTgt spid="56">
                                            <p:txEl>
                                              <p:charRg st="1" end="1"/>
                                            </p:txEl>
                                          </p:spTgt>
                                        </p:tgtEl>
                                      </p:cBhvr>
                                    </p:animEffect>
                                  </p:childTnLst>
                                </p:cTn>
                              </p:par>
                            </p:childTnLst>
                          </p:cTn>
                        </p:par>
                        <p:par>
                          <p:cTn id="173" fill="hold">
                            <p:stCondLst>
                              <p:cond delay="20000"/>
                            </p:stCondLst>
                            <p:childTnLst>
                              <p:par>
                                <p:cTn id="174" presetID="10" presetClass="entr" presetSubtype="0" fill="hold" nodeType="afterEffect">
                                  <p:stCondLst>
                                    <p:cond delay="0"/>
                                  </p:stCondLst>
                                  <p:childTnLst>
                                    <p:set>
                                      <p:cBhvr>
                                        <p:cTn id="175" dur="1" fill="hold">
                                          <p:stCondLst>
                                            <p:cond delay="0"/>
                                          </p:stCondLst>
                                        </p:cTn>
                                        <p:tgtEl>
                                          <p:spTgt spid="56">
                                            <p:txEl>
                                              <p:charRg st="1" end="1"/>
                                            </p:txEl>
                                          </p:spTgt>
                                        </p:tgtEl>
                                        <p:attrNameLst>
                                          <p:attrName>style.visibility</p:attrName>
                                        </p:attrNameLst>
                                      </p:cBhvr>
                                      <p:to>
                                        <p:strVal val="visible"/>
                                      </p:to>
                                    </p:set>
                                    <p:animEffect transition="in" filter="fade">
                                      <p:cBhvr>
                                        <p:cTn id="176" dur="500"/>
                                        <p:tgtEl>
                                          <p:spTgt spid="56">
                                            <p:txEl>
                                              <p:charRg st="1" end="1"/>
                                            </p:txEl>
                                          </p:spTgt>
                                        </p:tgtEl>
                                      </p:cBhvr>
                                    </p:animEffect>
                                  </p:childTnLst>
                                </p:cTn>
                              </p:par>
                            </p:childTnLst>
                          </p:cTn>
                        </p:par>
                        <p:par>
                          <p:cTn id="177" fill="hold">
                            <p:stCondLst>
                              <p:cond delay="20500"/>
                            </p:stCondLst>
                            <p:childTnLst>
                              <p:par>
                                <p:cTn id="178" presetID="10" presetClass="entr" presetSubtype="0" fill="hold" nodeType="afterEffect">
                                  <p:stCondLst>
                                    <p:cond delay="0"/>
                                  </p:stCondLst>
                                  <p:childTnLst>
                                    <p:set>
                                      <p:cBhvr>
                                        <p:cTn id="179" dur="1" fill="hold">
                                          <p:stCondLst>
                                            <p:cond delay="0"/>
                                          </p:stCondLst>
                                        </p:cTn>
                                        <p:tgtEl>
                                          <p:spTgt spid="56">
                                            <p:txEl>
                                              <p:charRg st="1" end="1"/>
                                            </p:txEl>
                                          </p:spTgt>
                                        </p:tgtEl>
                                        <p:attrNameLst>
                                          <p:attrName>style.visibility</p:attrName>
                                        </p:attrNameLst>
                                      </p:cBhvr>
                                      <p:to>
                                        <p:strVal val="visible"/>
                                      </p:to>
                                    </p:set>
                                    <p:animEffect transition="in" filter="fade">
                                      <p:cBhvr>
                                        <p:cTn id="180" dur="500"/>
                                        <p:tgtEl>
                                          <p:spTgt spid="56">
                                            <p:txEl>
                                              <p:charRg st="1" end="1"/>
                                            </p:txEl>
                                          </p:spTgt>
                                        </p:tgtEl>
                                      </p:cBhvr>
                                    </p:animEffect>
                                  </p:childTnLst>
                                </p:cTn>
                              </p:par>
                            </p:childTnLst>
                          </p:cTn>
                        </p:par>
                        <p:par>
                          <p:cTn id="181" fill="hold">
                            <p:stCondLst>
                              <p:cond delay="21000"/>
                            </p:stCondLst>
                            <p:childTnLst>
                              <p:par>
                                <p:cTn id="182" presetID="10" presetClass="entr" presetSubtype="0" fill="hold" nodeType="afterEffect">
                                  <p:stCondLst>
                                    <p:cond delay="0"/>
                                  </p:stCondLst>
                                  <p:childTnLst>
                                    <p:set>
                                      <p:cBhvr>
                                        <p:cTn id="183" dur="1" fill="hold">
                                          <p:stCondLst>
                                            <p:cond delay="0"/>
                                          </p:stCondLst>
                                        </p:cTn>
                                        <p:tgtEl>
                                          <p:spTgt spid="57">
                                            <p:txEl>
                                              <p:pRg st="0" end="0"/>
                                            </p:txEl>
                                          </p:spTgt>
                                        </p:tgtEl>
                                        <p:attrNameLst>
                                          <p:attrName>style.visibility</p:attrName>
                                        </p:attrNameLst>
                                      </p:cBhvr>
                                      <p:to>
                                        <p:strVal val="visible"/>
                                      </p:to>
                                    </p:set>
                                    <p:animEffect transition="in" filter="fade">
                                      <p:cBhvr>
                                        <p:cTn id="184" dur="500"/>
                                        <p:tgtEl>
                                          <p:spTgt spid="57">
                                            <p:txEl>
                                              <p:pRg st="0" end="0"/>
                                            </p:txEl>
                                          </p:spTgt>
                                        </p:tgtEl>
                                      </p:cBhvr>
                                    </p:animEffect>
                                  </p:childTnLst>
                                </p:cTn>
                              </p:par>
                            </p:childTnLst>
                          </p:cTn>
                        </p:par>
                        <p:par>
                          <p:cTn id="185" fill="hold">
                            <p:stCondLst>
                              <p:cond delay="21500"/>
                            </p:stCondLst>
                            <p:childTnLst>
                              <p:par>
                                <p:cTn id="186" presetID="10" presetClass="entr" presetSubtype="0" fill="hold" nodeType="afterEffect">
                                  <p:stCondLst>
                                    <p:cond delay="0"/>
                                  </p:stCondLst>
                                  <p:childTnLst>
                                    <p:set>
                                      <p:cBhvr>
                                        <p:cTn id="187" dur="1" fill="hold">
                                          <p:stCondLst>
                                            <p:cond delay="0"/>
                                          </p:stCondLst>
                                        </p:cTn>
                                        <p:tgtEl>
                                          <p:spTgt spid="57">
                                            <p:txEl>
                                              <p:charRg st="1" end="1"/>
                                            </p:txEl>
                                          </p:spTgt>
                                        </p:tgtEl>
                                        <p:attrNameLst>
                                          <p:attrName>style.visibility</p:attrName>
                                        </p:attrNameLst>
                                      </p:cBhvr>
                                      <p:to>
                                        <p:strVal val="visible"/>
                                      </p:to>
                                    </p:set>
                                    <p:animEffect transition="in" filter="fade">
                                      <p:cBhvr>
                                        <p:cTn id="188" dur="500"/>
                                        <p:tgtEl>
                                          <p:spTgt spid="57">
                                            <p:txEl>
                                              <p:charRg st="1" end="1"/>
                                            </p:txEl>
                                          </p:spTgt>
                                        </p:tgtEl>
                                      </p:cBhvr>
                                    </p:animEffect>
                                  </p:childTnLst>
                                </p:cTn>
                              </p:par>
                            </p:childTnLst>
                          </p:cTn>
                        </p:par>
                        <p:par>
                          <p:cTn id="189" fill="hold">
                            <p:stCondLst>
                              <p:cond delay="22000"/>
                            </p:stCondLst>
                            <p:childTnLst>
                              <p:par>
                                <p:cTn id="190" presetID="10" presetClass="entr" presetSubtype="0" fill="hold" nodeType="afterEffect">
                                  <p:stCondLst>
                                    <p:cond delay="0"/>
                                  </p:stCondLst>
                                  <p:childTnLst>
                                    <p:set>
                                      <p:cBhvr>
                                        <p:cTn id="191" dur="1" fill="hold">
                                          <p:stCondLst>
                                            <p:cond delay="0"/>
                                          </p:stCondLst>
                                        </p:cTn>
                                        <p:tgtEl>
                                          <p:spTgt spid="57">
                                            <p:txEl>
                                              <p:charRg st="1" end="1"/>
                                            </p:txEl>
                                          </p:spTgt>
                                        </p:tgtEl>
                                        <p:attrNameLst>
                                          <p:attrName>style.visibility</p:attrName>
                                        </p:attrNameLst>
                                      </p:cBhvr>
                                      <p:to>
                                        <p:strVal val="visible"/>
                                      </p:to>
                                    </p:set>
                                    <p:animEffect transition="in" filter="fade">
                                      <p:cBhvr>
                                        <p:cTn id="192" dur="500"/>
                                        <p:tgtEl>
                                          <p:spTgt spid="57">
                                            <p:txEl>
                                              <p:charRg st="1" end="1"/>
                                            </p:txEl>
                                          </p:spTgt>
                                        </p:tgtEl>
                                      </p:cBhvr>
                                    </p:animEffect>
                                  </p:childTnLst>
                                </p:cTn>
                              </p:par>
                            </p:childTnLst>
                          </p:cTn>
                        </p:par>
                        <p:par>
                          <p:cTn id="193" fill="hold">
                            <p:stCondLst>
                              <p:cond delay="22500"/>
                            </p:stCondLst>
                            <p:childTnLst>
                              <p:par>
                                <p:cTn id="194" presetID="10" presetClass="entr" presetSubtype="0" fill="hold" nodeType="afterEffect">
                                  <p:stCondLst>
                                    <p:cond delay="0"/>
                                  </p:stCondLst>
                                  <p:childTnLst>
                                    <p:set>
                                      <p:cBhvr>
                                        <p:cTn id="195" dur="1" fill="hold">
                                          <p:stCondLst>
                                            <p:cond delay="0"/>
                                          </p:stCondLst>
                                        </p:cTn>
                                        <p:tgtEl>
                                          <p:spTgt spid="57">
                                            <p:txEl>
                                              <p:charRg st="1" end="1"/>
                                            </p:txEl>
                                          </p:spTgt>
                                        </p:tgtEl>
                                        <p:attrNameLst>
                                          <p:attrName>style.visibility</p:attrName>
                                        </p:attrNameLst>
                                      </p:cBhvr>
                                      <p:to>
                                        <p:strVal val="visible"/>
                                      </p:to>
                                    </p:set>
                                    <p:animEffect transition="in" filter="fade">
                                      <p:cBhvr>
                                        <p:cTn id="196" dur="500"/>
                                        <p:tgtEl>
                                          <p:spTgt spid="57">
                                            <p:txEl>
                                              <p:charRg st="1" end="1"/>
                                            </p:txEl>
                                          </p:spTgt>
                                        </p:tgtEl>
                                      </p:cBhvr>
                                    </p:animEffect>
                                  </p:childTnLst>
                                </p:cTn>
                              </p:par>
                            </p:childTnLst>
                          </p:cTn>
                        </p:par>
                        <p:par>
                          <p:cTn id="197" fill="hold">
                            <p:stCondLst>
                              <p:cond delay="23000"/>
                            </p:stCondLst>
                            <p:childTnLst>
                              <p:par>
                                <p:cTn id="198" presetID="10" presetClass="entr" presetSubtype="0" fill="hold" nodeType="afterEffect">
                                  <p:stCondLst>
                                    <p:cond delay="0"/>
                                  </p:stCondLst>
                                  <p:childTnLst>
                                    <p:set>
                                      <p:cBhvr>
                                        <p:cTn id="199" dur="1" fill="hold">
                                          <p:stCondLst>
                                            <p:cond delay="0"/>
                                          </p:stCondLst>
                                        </p:cTn>
                                        <p:tgtEl>
                                          <p:spTgt spid="57">
                                            <p:txEl>
                                              <p:charRg st="1" end="1"/>
                                            </p:txEl>
                                          </p:spTgt>
                                        </p:tgtEl>
                                        <p:attrNameLst>
                                          <p:attrName>style.visibility</p:attrName>
                                        </p:attrNameLst>
                                      </p:cBhvr>
                                      <p:to>
                                        <p:strVal val="visible"/>
                                      </p:to>
                                    </p:set>
                                    <p:animEffect transition="in" filter="fade">
                                      <p:cBhvr>
                                        <p:cTn id="200" dur="500"/>
                                        <p:tgtEl>
                                          <p:spTgt spid="57">
                                            <p:txEl>
                                              <p:charRg st="1" end="1"/>
                                            </p:txEl>
                                          </p:spTgt>
                                        </p:tgtEl>
                                      </p:cBhvr>
                                    </p:animEffect>
                                  </p:childTnLst>
                                </p:cTn>
                              </p:par>
                            </p:childTnLst>
                          </p:cTn>
                        </p:par>
                        <p:par>
                          <p:cTn id="201" fill="hold">
                            <p:stCondLst>
                              <p:cond delay="23500"/>
                            </p:stCondLst>
                            <p:childTnLst>
                              <p:par>
                                <p:cTn id="202" presetID="10" presetClass="entr" presetSubtype="0" fill="hold" nodeType="afterEffect">
                                  <p:stCondLst>
                                    <p:cond delay="0"/>
                                  </p:stCondLst>
                                  <p:childTnLst>
                                    <p:set>
                                      <p:cBhvr>
                                        <p:cTn id="203" dur="1" fill="hold">
                                          <p:stCondLst>
                                            <p:cond delay="0"/>
                                          </p:stCondLst>
                                        </p:cTn>
                                        <p:tgtEl>
                                          <p:spTgt spid="57">
                                            <p:txEl>
                                              <p:charRg st="1" end="1"/>
                                            </p:txEl>
                                          </p:spTgt>
                                        </p:tgtEl>
                                        <p:attrNameLst>
                                          <p:attrName>style.visibility</p:attrName>
                                        </p:attrNameLst>
                                      </p:cBhvr>
                                      <p:to>
                                        <p:strVal val="visible"/>
                                      </p:to>
                                    </p:set>
                                    <p:animEffect transition="in" filter="fade">
                                      <p:cBhvr>
                                        <p:cTn id="204" dur="500"/>
                                        <p:tgtEl>
                                          <p:spTgt spid="57">
                                            <p:txEl>
                                              <p:charRg st="1" end="1"/>
                                            </p:txEl>
                                          </p:spTgt>
                                        </p:tgtEl>
                                      </p:cBhvr>
                                    </p:animEffect>
                                  </p:childTnLst>
                                </p:cTn>
                              </p:par>
                            </p:childTnLst>
                          </p:cTn>
                        </p:par>
                        <p:par>
                          <p:cTn id="205" fill="hold">
                            <p:stCondLst>
                              <p:cond delay="24000"/>
                            </p:stCondLst>
                            <p:childTnLst>
                              <p:par>
                                <p:cTn id="206" presetID="10" presetClass="entr" presetSubtype="0" fill="hold" nodeType="afterEffect">
                                  <p:stCondLst>
                                    <p:cond delay="0"/>
                                  </p:stCondLst>
                                  <p:childTnLst>
                                    <p:set>
                                      <p:cBhvr>
                                        <p:cTn id="207" dur="1" fill="hold">
                                          <p:stCondLst>
                                            <p:cond delay="0"/>
                                          </p:stCondLst>
                                        </p:cTn>
                                        <p:tgtEl>
                                          <p:spTgt spid="57">
                                            <p:txEl>
                                              <p:charRg st="1" end="1"/>
                                            </p:txEl>
                                          </p:spTgt>
                                        </p:tgtEl>
                                        <p:attrNameLst>
                                          <p:attrName>style.visibility</p:attrName>
                                        </p:attrNameLst>
                                      </p:cBhvr>
                                      <p:to>
                                        <p:strVal val="visible"/>
                                      </p:to>
                                    </p:set>
                                    <p:animEffect transition="in" filter="fade">
                                      <p:cBhvr>
                                        <p:cTn id="208" dur="500"/>
                                        <p:tgtEl>
                                          <p:spTgt spid="57">
                                            <p:txEl>
                                              <p:charRg st="1" end="1"/>
                                            </p:txEl>
                                          </p:spTgt>
                                        </p:tgtEl>
                                      </p:cBhvr>
                                    </p:animEffect>
                                  </p:childTnLst>
                                </p:cTn>
                              </p:par>
                            </p:childTnLst>
                          </p:cTn>
                        </p:par>
                        <p:par>
                          <p:cTn id="209" fill="hold">
                            <p:stCondLst>
                              <p:cond delay="24500"/>
                            </p:stCondLst>
                            <p:childTnLst>
                              <p:par>
                                <p:cTn id="210" presetID="10" presetClass="entr" presetSubtype="0" fill="hold" nodeType="afterEffect">
                                  <p:stCondLst>
                                    <p:cond delay="0"/>
                                  </p:stCondLst>
                                  <p:childTnLst>
                                    <p:set>
                                      <p:cBhvr>
                                        <p:cTn id="211" dur="1" fill="hold">
                                          <p:stCondLst>
                                            <p:cond delay="0"/>
                                          </p:stCondLst>
                                        </p:cTn>
                                        <p:tgtEl>
                                          <p:spTgt spid="57">
                                            <p:txEl>
                                              <p:charRg st="1" end="1"/>
                                            </p:txEl>
                                          </p:spTgt>
                                        </p:tgtEl>
                                        <p:attrNameLst>
                                          <p:attrName>style.visibility</p:attrName>
                                        </p:attrNameLst>
                                      </p:cBhvr>
                                      <p:to>
                                        <p:strVal val="visible"/>
                                      </p:to>
                                    </p:set>
                                    <p:animEffect transition="in" filter="fade">
                                      <p:cBhvr>
                                        <p:cTn id="212" dur="500"/>
                                        <p:tgtEl>
                                          <p:spTgt spid="57">
                                            <p:txEl>
                                              <p:charRg st="1" end="1"/>
                                            </p:txEl>
                                          </p:spTgt>
                                        </p:tgtEl>
                                      </p:cBhvr>
                                    </p:animEffect>
                                  </p:childTnLst>
                                </p:cTn>
                              </p:par>
                            </p:childTnLst>
                          </p:cTn>
                        </p:par>
                        <p:par>
                          <p:cTn id="213" fill="hold">
                            <p:stCondLst>
                              <p:cond delay="25000"/>
                            </p:stCondLst>
                            <p:childTnLst>
                              <p:par>
                                <p:cTn id="214" presetID="10" presetClass="entr" presetSubtype="0" fill="hold" nodeType="afterEffect">
                                  <p:stCondLst>
                                    <p:cond delay="0"/>
                                  </p:stCondLst>
                                  <p:childTnLst>
                                    <p:set>
                                      <p:cBhvr>
                                        <p:cTn id="215" dur="1" fill="hold">
                                          <p:stCondLst>
                                            <p:cond delay="0"/>
                                          </p:stCondLst>
                                        </p:cTn>
                                        <p:tgtEl>
                                          <p:spTgt spid="57">
                                            <p:txEl>
                                              <p:charRg st="1" end="1"/>
                                            </p:txEl>
                                          </p:spTgt>
                                        </p:tgtEl>
                                        <p:attrNameLst>
                                          <p:attrName>style.visibility</p:attrName>
                                        </p:attrNameLst>
                                      </p:cBhvr>
                                      <p:to>
                                        <p:strVal val="visible"/>
                                      </p:to>
                                    </p:set>
                                    <p:animEffect transition="in" filter="fade">
                                      <p:cBhvr>
                                        <p:cTn id="216" dur="500"/>
                                        <p:tgtEl>
                                          <p:spTgt spid="57">
                                            <p:txEl>
                                              <p:charRg st="1" end="1"/>
                                            </p:txEl>
                                          </p:spTgt>
                                        </p:tgtEl>
                                      </p:cBhvr>
                                    </p:animEffect>
                                  </p:childTnLst>
                                </p:cTn>
                              </p:par>
                            </p:childTnLst>
                          </p:cTn>
                        </p:par>
                        <p:par>
                          <p:cTn id="217" fill="hold">
                            <p:stCondLst>
                              <p:cond delay="25500"/>
                            </p:stCondLst>
                            <p:childTnLst>
                              <p:par>
                                <p:cTn id="218" presetID="10" presetClass="entr" presetSubtype="0" fill="hold" nodeType="afterEffect">
                                  <p:stCondLst>
                                    <p:cond delay="0"/>
                                  </p:stCondLst>
                                  <p:childTnLst>
                                    <p:set>
                                      <p:cBhvr>
                                        <p:cTn id="219" dur="1" fill="hold">
                                          <p:stCondLst>
                                            <p:cond delay="0"/>
                                          </p:stCondLst>
                                        </p:cTn>
                                        <p:tgtEl>
                                          <p:spTgt spid="58"/>
                                        </p:tgtEl>
                                        <p:attrNameLst>
                                          <p:attrName>style.visibility</p:attrName>
                                        </p:attrNameLst>
                                      </p:cBhvr>
                                      <p:to>
                                        <p:strVal val="visible"/>
                                      </p:to>
                                    </p:set>
                                    <p:animEffect transition="in" filter="fade">
                                      <p:cBhvr>
                                        <p:cTn id="220" dur="250"/>
                                        <p:tgtEl>
                                          <p:spTgt spid="58"/>
                                        </p:tgtEl>
                                      </p:cBhvr>
                                    </p:animEffect>
                                  </p:childTnLst>
                                </p:cTn>
                              </p:par>
                              <p:par>
                                <p:cTn id="221" presetID="10" presetClass="entr" presetSubtype="0" fill="hold" nodeType="withEffect">
                                  <p:stCondLst>
                                    <p:cond delay="0"/>
                                  </p:stCondLst>
                                  <p:childTnLst>
                                    <p:set>
                                      <p:cBhvr>
                                        <p:cTn id="222" dur="1" fill="hold">
                                          <p:stCondLst>
                                            <p:cond delay="0"/>
                                          </p:stCondLst>
                                        </p:cTn>
                                        <p:tgtEl>
                                          <p:spTgt spid="59"/>
                                        </p:tgtEl>
                                        <p:attrNameLst>
                                          <p:attrName>style.visibility</p:attrName>
                                        </p:attrNameLst>
                                      </p:cBhvr>
                                      <p:to>
                                        <p:strVal val="visible"/>
                                      </p:to>
                                    </p:set>
                                    <p:animEffect transition="in" filter="fade">
                                      <p:cBhvr>
                                        <p:cTn id="223" dur="500"/>
                                        <p:tgtEl>
                                          <p:spTgt spid="59"/>
                                        </p:tgtEl>
                                      </p:cBhvr>
                                    </p:animEffect>
                                  </p:childTnLst>
                                </p:cTn>
                              </p:par>
                            </p:childTnLst>
                          </p:cTn>
                        </p:par>
                        <p:par>
                          <p:cTn id="224" fill="hold">
                            <p:stCondLst>
                              <p:cond delay="26000"/>
                            </p:stCondLst>
                            <p:childTnLst>
                              <p:par>
                                <p:cTn id="225" presetID="10" presetClass="entr" presetSubtype="0" fill="hold" nodeType="afterEffect">
                                  <p:stCondLst>
                                    <p:cond delay="0"/>
                                  </p:stCondLst>
                                  <p:childTnLst>
                                    <p:set>
                                      <p:cBhvr>
                                        <p:cTn id="226" dur="1" fill="hold">
                                          <p:stCondLst>
                                            <p:cond delay="0"/>
                                          </p:stCondLst>
                                        </p:cTn>
                                        <p:tgtEl>
                                          <p:spTgt spid="60">
                                            <p:txEl>
                                              <p:pRg st="0" end="0"/>
                                            </p:txEl>
                                          </p:spTgt>
                                        </p:tgtEl>
                                        <p:attrNameLst>
                                          <p:attrName>style.visibility</p:attrName>
                                        </p:attrNameLst>
                                      </p:cBhvr>
                                      <p:to>
                                        <p:strVal val="visible"/>
                                      </p:to>
                                    </p:set>
                                    <p:animEffect transition="in" filter="fade">
                                      <p:cBhvr>
                                        <p:cTn id="227" dur="500"/>
                                        <p:tgtEl>
                                          <p:spTgt spid="60">
                                            <p:txEl>
                                              <p:pRg st="0" end="0"/>
                                            </p:txEl>
                                          </p:spTgt>
                                        </p:tgtEl>
                                      </p:cBhvr>
                                    </p:animEffect>
                                  </p:childTnLst>
                                </p:cTn>
                              </p:par>
                            </p:childTnLst>
                          </p:cTn>
                        </p:par>
                        <p:par>
                          <p:cTn id="228" fill="hold">
                            <p:stCondLst>
                              <p:cond delay="26500"/>
                            </p:stCondLst>
                            <p:childTnLst>
                              <p:par>
                                <p:cTn id="229" presetID="10" presetClass="entr" presetSubtype="0" fill="hold" nodeType="afterEffect">
                                  <p:stCondLst>
                                    <p:cond delay="0"/>
                                  </p:stCondLst>
                                  <p:childTnLst>
                                    <p:set>
                                      <p:cBhvr>
                                        <p:cTn id="230" dur="1" fill="hold">
                                          <p:stCondLst>
                                            <p:cond delay="0"/>
                                          </p:stCondLst>
                                        </p:cTn>
                                        <p:tgtEl>
                                          <p:spTgt spid="60">
                                            <p:txEl>
                                              <p:charRg st="1" end="1"/>
                                            </p:txEl>
                                          </p:spTgt>
                                        </p:tgtEl>
                                        <p:attrNameLst>
                                          <p:attrName>style.visibility</p:attrName>
                                        </p:attrNameLst>
                                      </p:cBhvr>
                                      <p:to>
                                        <p:strVal val="visible"/>
                                      </p:to>
                                    </p:set>
                                    <p:animEffect transition="in" filter="fade">
                                      <p:cBhvr>
                                        <p:cTn id="231" dur="500"/>
                                        <p:tgtEl>
                                          <p:spTgt spid="60">
                                            <p:txEl>
                                              <p:charRg st="1" end="1"/>
                                            </p:txEl>
                                          </p:spTgt>
                                        </p:tgtEl>
                                      </p:cBhvr>
                                    </p:animEffect>
                                  </p:childTnLst>
                                </p:cTn>
                              </p:par>
                            </p:childTnLst>
                          </p:cTn>
                        </p:par>
                        <p:par>
                          <p:cTn id="232" fill="hold">
                            <p:stCondLst>
                              <p:cond delay="27000"/>
                            </p:stCondLst>
                            <p:childTnLst>
                              <p:par>
                                <p:cTn id="233" presetID="10" presetClass="entr" presetSubtype="0" fill="hold" nodeType="afterEffect">
                                  <p:stCondLst>
                                    <p:cond delay="0"/>
                                  </p:stCondLst>
                                  <p:childTnLst>
                                    <p:set>
                                      <p:cBhvr>
                                        <p:cTn id="234" dur="1" fill="hold">
                                          <p:stCondLst>
                                            <p:cond delay="0"/>
                                          </p:stCondLst>
                                        </p:cTn>
                                        <p:tgtEl>
                                          <p:spTgt spid="60">
                                            <p:txEl>
                                              <p:charRg st="1" end="1"/>
                                            </p:txEl>
                                          </p:spTgt>
                                        </p:tgtEl>
                                        <p:attrNameLst>
                                          <p:attrName>style.visibility</p:attrName>
                                        </p:attrNameLst>
                                      </p:cBhvr>
                                      <p:to>
                                        <p:strVal val="visible"/>
                                      </p:to>
                                    </p:set>
                                    <p:animEffect transition="in" filter="fade">
                                      <p:cBhvr>
                                        <p:cTn id="235" dur="500"/>
                                        <p:tgtEl>
                                          <p:spTgt spid="60">
                                            <p:txEl>
                                              <p:charRg st="1" end="1"/>
                                            </p:txEl>
                                          </p:spTgt>
                                        </p:tgtEl>
                                      </p:cBhvr>
                                    </p:animEffect>
                                  </p:childTnLst>
                                </p:cTn>
                              </p:par>
                            </p:childTnLst>
                          </p:cTn>
                        </p:par>
                        <p:par>
                          <p:cTn id="236" fill="hold">
                            <p:stCondLst>
                              <p:cond delay="27500"/>
                            </p:stCondLst>
                            <p:childTnLst>
                              <p:par>
                                <p:cTn id="237" presetID="10" presetClass="entr" presetSubtype="0" fill="hold" nodeType="afterEffect">
                                  <p:stCondLst>
                                    <p:cond delay="0"/>
                                  </p:stCondLst>
                                  <p:childTnLst>
                                    <p:set>
                                      <p:cBhvr>
                                        <p:cTn id="238" dur="1" fill="hold">
                                          <p:stCondLst>
                                            <p:cond delay="0"/>
                                          </p:stCondLst>
                                        </p:cTn>
                                        <p:tgtEl>
                                          <p:spTgt spid="60">
                                            <p:txEl>
                                              <p:charRg st="1" end="1"/>
                                            </p:txEl>
                                          </p:spTgt>
                                        </p:tgtEl>
                                        <p:attrNameLst>
                                          <p:attrName>style.visibility</p:attrName>
                                        </p:attrNameLst>
                                      </p:cBhvr>
                                      <p:to>
                                        <p:strVal val="visible"/>
                                      </p:to>
                                    </p:set>
                                    <p:animEffect transition="in" filter="fade">
                                      <p:cBhvr>
                                        <p:cTn id="239" dur="500"/>
                                        <p:tgtEl>
                                          <p:spTgt spid="60">
                                            <p:txEl>
                                              <p:charRg st="1" end="1"/>
                                            </p:txEl>
                                          </p:spTgt>
                                        </p:tgtEl>
                                      </p:cBhvr>
                                    </p:animEffect>
                                  </p:childTnLst>
                                </p:cTn>
                              </p:par>
                            </p:childTnLst>
                          </p:cTn>
                        </p:par>
                        <p:par>
                          <p:cTn id="240" fill="hold">
                            <p:stCondLst>
                              <p:cond delay="28000"/>
                            </p:stCondLst>
                            <p:childTnLst>
                              <p:par>
                                <p:cTn id="241" presetID="10" presetClass="entr" presetSubtype="0" fill="hold" nodeType="afterEffect">
                                  <p:stCondLst>
                                    <p:cond delay="0"/>
                                  </p:stCondLst>
                                  <p:childTnLst>
                                    <p:set>
                                      <p:cBhvr>
                                        <p:cTn id="242" dur="1" fill="hold">
                                          <p:stCondLst>
                                            <p:cond delay="0"/>
                                          </p:stCondLst>
                                        </p:cTn>
                                        <p:tgtEl>
                                          <p:spTgt spid="60">
                                            <p:txEl>
                                              <p:charRg st="1" end="1"/>
                                            </p:txEl>
                                          </p:spTgt>
                                        </p:tgtEl>
                                        <p:attrNameLst>
                                          <p:attrName>style.visibility</p:attrName>
                                        </p:attrNameLst>
                                      </p:cBhvr>
                                      <p:to>
                                        <p:strVal val="visible"/>
                                      </p:to>
                                    </p:set>
                                    <p:animEffect transition="in" filter="fade">
                                      <p:cBhvr>
                                        <p:cTn id="243" dur="500"/>
                                        <p:tgtEl>
                                          <p:spTgt spid="60">
                                            <p:txEl>
                                              <p:charRg st="1" end="1"/>
                                            </p:txEl>
                                          </p:spTgt>
                                        </p:tgtEl>
                                      </p:cBhvr>
                                    </p:animEffect>
                                  </p:childTnLst>
                                </p:cTn>
                              </p:par>
                            </p:childTnLst>
                          </p:cTn>
                        </p:par>
                        <p:par>
                          <p:cTn id="244" fill="hold">
                            <p:stCondLst>
                              <p:cond delay="28500"/>
                            </p:stCondLst>
                            <p:childTnLst>
                              <p:par>
                                <p:cTn id="245" presetID="10" presetClass="entr" presetSubtype="0" fill="hold" nodeType="afterEffect">
                                  <p:stCondLst>
                                    <p:cond delay="0"/>
                                  </p:stCondLst>
                                  <p:childTnLst>
                                    <p:set>
                                      <p:cBhvr>
                                        <p:cTn id="246" dur="1" fill="hold">
                                          <p:stCondLst>
                                            <p:cond delay="0"/>
                                          </p:stCondLst>
                                        </p:cTn>
                                        <p:tgtEl>
                                          <p:spTgt spid="60">
                                            <p:txEl>
                                              <p:charRg st="1" end="1"/>
                                            </p:txEl>
                                          </p:spTgt>
                                        </p:tgtEl>
                                        <p:attrNameLst>
                                          <p:attrName>style.visibility</p:attrName>
                                        </p:attrNameLst>
                                      </p:cBhvr>
                                      <p:to>
                                        <p:strVal val="visible"/>
                                      </p:to>
                                    </p:set>
                                    <p:animEffect transition="in" filter="fade">
                                      <p:cBhvr>
                                        <p:cTn id="247" dur="500"/>
                                        <p:tgtEl>
                                          <p:spTgt spid="60">
                                            <p:txEl>
                                              <p:charRg st="1" end="1"/>
                                            </p:txEl>
                                          </p:spTgt>
                                        </p:tgtEl>
                                      </p:cBhvr>
                                    </p:animEffect>
                                  </p:childTnLst>
                                </p:cTn>
                              </p:par>
                            </p:childTnLst>
                          </p:cTn>
                        </p:par>
                        <p:par>
                          <p:cTn id="248" fill="hold">
                            <p:stCondLst>
                              <p:cond delay="29000"/>
                            </p:stCondLst>
                            <p:childTnLst>
                              <p:par>
                                <p:cTn id="249" presetID="10" presetClass="entr" presetSubtype="0" fill="hold" nodeType="afterEffect">
                                  <p:stCondLst>
                                    <p:cond delay="0"/>
                                  </p:stCondLst>
                                  <p:childTnLst>
                                    <p:set>
                                      <p:cBhvr>
                                        <p:cTn id="250" dur="1" fill="hold">
                                          <p:stCondLst>
                                            <p:cond delay="0"/>
                                          </p:stCondLst>
                                        </p:cTn>
                                        <p:tgtEl>
                                          <p:spTgt spid="60">
                                            <p:txEl>
                                              <p:charRg st="1" end="1"/>
                                            </p:txEl>
                                          </p:spTgt>
                                        </p:tgtEl>
                                        <p:attrNameLst>
                                          <p:attrName>style.visibility</p:attrName>
                                        </p:attrNameLst>
                                      </p:cBhvr>
                                      <p:to>
                                        <p:strVal val="visible"/>
                                      </p:to>
                                    </p:set>
                                    <p:animEffect transition="in" filter="fade">
                                      <p:cBhvr>
                                        <p:cTn id="251" dur="500"/>
                                        <p:tgtEl>
                                          <p:spTgt spid="60">
                                            <p:txEl>
                                              <p:charRg st="1" end="1"/>
                                            </p:txEl>
                                          </p:spTgt>
                                        </p:tgtEl>
                                      </p:cBhvr>
                                    </p:animEffect>
                                  </p:childTnLst>
                                </p:cTn>
                              </p:par>
                            </p:childTnLst>
                          </p:cTn>
                        </p:par>
                        <p:par>
                          <p:cTn id="252" fill="hold">
                            <p:stCondLst>
                              <p:cond delay="29500"/>
                            </p:stCondLst>
                            <p:childTnLst>
                              <p:par>
                                <p:cTn id="253" presetID="10" presetClass="entr" presetSubtype="0" fill="hold" nodeType="afterEffect">
                                  <p:stCondLst>
                                    <p:cond delay="0"/>
                                  </p:stCondLst>
                                  <p:childTnLst>
                                    <p:set>
                                      <p:cBhvr>
                                        <p:cTn id="254" dur="1" fill="hold">
                                          <p:stCondLst>
                                            <p:cond delay="0"/>
                                          </p:stCondLst>
                                        </p:cTn>
                                        <p:tgtEl>
                                          <p:spTgt spid="60">
                                            <p:txEl>
                                              <p:charRg st="1" end="1"/>
                                            </p:txEl>
                                          </p:spTgt>
                                        </p:tgtEl>
                                        <p:attrNameLst>
                                          <p:attrName>style.visibility</p:attrName>
                                        </p:attrNameLst>
                                      </p:cBhvr>
                                      <p:to>
                                        <p:strVal val="visible"/>
                                      </p:to>
                                    </p:set>
                                    <p:animEffect transition="in" filter="fade">
                                      <p:cBhvr>
                                        <p:cTn id="255" dur="500"/>
                                        <p:tgtEl>
                                          <p:spTgt spid="60">
                                            <p:txEl>
                                              <p:charRg st="1" end="1"/>
                                            </p:txEl>
                                          </p:spTgt>
                                        </p:tgtEl>
                                      </p:cBhvr>
                                    </p:animEffect>
                                  </p:childTnLst>
                                </p:cTn>
                              </p:par>
                            </p:childTnLst>
                          </p:cTn>
                        </p:par>
                        <p:par>
                          <p:cTn id="256" fill="hold">
                            <p:stCondLst>
                              <p:cond delay="30000"/>
                            </p:stCondLst>
                            <p:childTnLst>
                              <p:par>
                                <p:cTn id="257" presetID="10" presetClass="entr" presetSubtype="0" fill="hold" nodeType="afterEffect">
                                  <p:stCondLst>
                                    <p:cond delay="0"/>
                                  </p:stCondLst>
                                  <p:childTnLst>
                                    <p:set>
                                      <p:cBhvr>
                                        <p:cTn id="258" dur="1" fill="hold">
                                          <p:stCondLst>
                                            <p:cond delay="0"/>
                                          </p:stCondLst>
                                        </p:cTn>
                                        <p:tgtEl>
                                          <p:spTgt spid="60">
                                            <p:txEl>
                                              <p:charRg st="1" end="1"/>
                                            </p:txEl>
                                          </p:spTgt>
                                        </p:tgtEl>
                                        <p:attrNameLst>
                                          <p:attrName>style.visibility</p:attrName>
                                        </p:attrNameLst>
                                      </p:cBhvr>
                                      <p:to>
                                        <p:strVal val="visible"/>
                                      </p:to>
                                    </p:set>
                                    <p:animEffect transition="in" filter="fade">
                                      <p:cBhvr>
                                        <p:cTn id="259" dur="500"/>
                                        <p:tgtEl>
                                          <p:spTgt spid="60">
                                            <p:txEl>
                                              <p:charRg st="1" end="1"/>
                                            </p:txEl>
                                          </p:spTgt>
                                        </p:tgtEl>
                                      </p:cBhvr>
                                    </p:animEffect>
                                  </p:childTnLst>
                                </p:cTn>
                              </p:par>
                            </p:childTnLst>
                          </p:cTn>
                        </p:par>
                        <p:par>
                          <p:cTn id="260" fill="hold">
                            <p:stCondLst>
                              <p:cond delay="30500"/>
                            </p:stCondLst>
                            <p:childTnLst>
                              <p:par>
                                <p:cTn id="261" presetID="10" presetClass="entr" presetSubtype="0" fill="hold" nodeType="afterEffect">
                                  <p:stCondLst>
                                    <p:cond delay="0"/>
                                  </p:stCondLst>
                                  <p:childTnLst>
                                    <p:set>
                                      <p:cBhvr>
                                        <p:cTn id="262" dur="1" fill="hold">
                                          <p:stCondLst>
                                            <p:cond delay="0"/>
                                          </p:stCondLst>
                                        </p:cTn>
                                        <p:tgtEl>
                                          <p:spTgt spid="61">
                                            <p:txEl>
                                              <p:pRg st="0" end="0"/>
                                            </p:txEl>
                                          </p:spTgt>
                                        </p:tgtEl>
                                        <p:attrNameLst>
                                          <p:attrName>style.visibility</p:attrName>
                                        </p:attrNameLst>
                                      </p:cBhvr>
                                      <p:to>
                                        <p:strVal val="visible"/>
                                      </p:to>
                                    </p:set>
                                    <p:animEffect transition="in" filter="fade">
                                      <p:cBhvr>
                                        <p:cTn id="263" dur="500"/>
                                        <p:tgtEl>
                                          <p:spTgt spid="61">
                                            <p:txEl>
                                              <p:pRg st="0" end="0"/>
                                            </p:txEl>
                                          </p:spTgt>
                                        </p:tgtEl>
                                      </p:cBhvr>
                                    </p:animEffect>
                                  </p:childTnLst>
                                </p:cTn>
                              </p:par>
                            </p:childTnLst>
                          </p:cTn>
                        </p:par>
                        <p:par>
                          <p:cTn id="264" fill="hold">
                            <p:stCondLst>
                              <p:cond delay="31000"/>
                            </p:stCondLst>
                            <p:childTnLst>
                              <p:par>
                                <p:cTn id="265" presetID="10" presetClass="entr" presetSubtype="0" fill="hold" nodeType="afterEffect">
                                  <p:stCondLst>
                                    <p:cond delay="0"/>
                                  </p:stCondLst>
                                  <p:childTnLst>
                                    <p:set>
                                      <p:cBhvr>
                                        <p:cTn id="266" dur="1" fill="hold">
                                          <p:stCondLst>
                                            <p:cond delay="0"/>
                                          </p:stCondLst>
                                        </p:cTn>
                                        <p:tgtEl>
                                          <p:spTgt spid="61">
                                            <p:txEl>
                                              <p:charRg st="1" end="1"/>
                                            </p:txEl>
                                          </p:spTgt>
                                        </p:tgtEl>
                                        <p:attrNameLst>
                                          <p:attrName>style.visibility</p:attrName>
                                        </p:attrNameLst>
                                      </p:cBhvr>
                                      <p:to>
                                        <p:strVal val="visible"/>
                                      </p:to>
                                    </p:set>
                                    <p:animEffect transition="in" filter="fade">
                                      <p:cBhvr>
                                        <p:cTn id="267" dur="500"/>
                                        <p:tgtEl>
                                          <p:spTgt spid="61">
                                            <p:txEl>
                                              <p:charRg st="1" end="1"/>
                                            </p:txEl>
                                          </p:spTgt>
                                        </p:tgtEl>
                                      </p:cBhvr>
                                    </p:animEffect>
                                  </p:childTnLst>
                                </p:cTn>
                              </p:par>
                            </p:childTnLst>
                          </p:cTn>
                        </p:par>
                        <p:par>
                          <p:cTn id="268" fill="hold">
                            <p:stCondLst>
                              <p:cond delay="31500"/>
                            </p:stCondLst>
                            <p:childTnLst>
                              <p:par>
                                <p:cTn id="269" presetID="10" presetClass="entr" presetSubtype="0" fill="hold" nodeType="afterEffect">
                                  <p:stCondLst>
                                    <p:cond delay="0"/>
                                  </p:stCondLst>
                                  <p:childTnLst>
                                    <p:set>
                                      <p:cBhvr>
                                        <p:cTn id="270" dur="1" fill="hold">
                                          <p:stCondLst>
                                            <p:cond delay="0"/>
                                          </p:stCondLst>
                                        </p:cTn>
                                        <p:tgtEl>
                                          <p:spTgt spid="61">
                                            <p:txEl>
                                              <p:charRg st="1" end="1"/>
                                            </p:txEl>
                                          </p:spTgt>
                                        </p:tgtEl>
                                        <p:attrNameLst>
                                          <p:attrName>style.visibility</p:attrName>
                                        </p:attrNameLst>
                                      </p:cBhvr>
                                      <p:to>
                                        <p:strVal val="visible"/>
                                      </p:to>
                                    </p:set>
                                    <p:animEffect transition="in" filter="fade">
                                      <p:cBhvr>
                                        <p:cTn id="271" dur="500"/>
                                        <p:tgtEl>
                                          <p:spTgt spid="61">
                                            <p:txEl>
                                              <p:charRg st="1" end="1"/>
                                            </p:txEl>
                                          </p:spTgt>
                                        </p:tgtEl>
                                      </p:cBhvr>
                                    </p:animEffect>
                                  </p:childTnLst>
                                </p:cTn>
                              </p:par>
                            </p:childTnLst>
                          </p:cTn>
                        </p:par>
                        <p:par>
                          <p:cTn id="272" fill="hold">
                            <p:stCondLst>
                              <p:cond delay="32000"/>
                            </p:stCondLst>
                            <p:childTnLst>
                              <p:par>
                                <p:cTn id="273" presetID="10" presetClass="entr" presetSubtype="0" fill="hold" nodeType="afterEffect">
                                  <p:stCondLst>
                                    <p:cond delay="0"/>
                                  </p:stCondLst>
                                  <p:childTnLst>
                                    <p:set>
                                      <p:cBhvr>
                                        <p:cTn id="274" dur="1" fill="hold">
                                          <p:stCondLst>
                                            <p:cond delay="0"/>
                                          </p:stCondLst>
                                        </p:cTn>
                                        <p:tgtEl>
                                          <p:spTgt spid="61">
                                            <p:txEl>
                                              <p:charRg st="1" end="1"/>
                                            </p:txEl>
                                          </p:spTgt>
                                        </p:tgtEl>
                                        <p:attrNameLst>
                                          <p:attrName>style.visibility</p:attrName>
                                        </p:attrNameLst>
                                      </p:cBhvr>
                                      <p:to>
                                        <p:strVal val="visible"/>
                                      </p:to>
                                    </p:set>
                                    <p:animEffect transition="in" filter="fade">
                                      <p:cBhvr>
                                        <p:cTn id="275" dur="500"/>
                                        <p:tgtEl>
                                          <p:spTgt spid="61">
                                            <p:txEl>
                                              <p:charRg st="1" end="1"/>
                                            </p:txEl>
                                          </p:spTgt>
                                        </p:tgtEl>
                                      </p:cBhvr>
                                    </p:animEffect>
                                  </p:childTnLst>
                                </p:cTn>
                              </p:par>
                            </p:childTnLst>
                          </p:cTn>
                        </p:par>
                        <p:par>
                          <p:cTn id="276" fill="hold">
                            <p:stCondLst>
                              <p:cond delay="32500"/>
                            </p:stCondLst>
                            <p:childTnLst>
                              <p:par>
                                <p:cTn id="277" presetID="10" presetClass="entr" presetSubtype="0" fill="hold" nodeType="afterEffect">
                                  <p:stCondLst>
                                    <p:cond delay="0"/>
                                  </p:stCondLst>
                                  <p:childTnLst>
                                    <p:set>
                                      <p:cBhvr>
                                        <p:cTn id="278" dur="1" fill="hold">
                                          <p:stCondLst>
                                            <p:cond delay="0"/>
                                          </p:stCondLst>
                                        </p:cTn>
                                        <p:tgtEl>
                                          <p:spTgt spid="61">
                                            <p:txEl>
                                              <p:charRg st="1" end="1"/>
                                            </p:txEl>
                                          </p:spTgt>
                                        </p:tgtEl>
                                        <p:attrNameLst>
                                          <p:attrName>style.visibility</p:attrName>
                                        </p:attrNameLst>
                                      </p:cBhvr>
                                      <p:to>
                                        <p:strVal val="visible"/>
                                      </p:to>
                                    </p:set>
                                    <p:animEffect transition="in" filter="fade">
                                      <p:cBhvr>
                                        <p:cTn id="279" dur="500"/>
                                        <p:tgtEl>
                                          <p:spTgt spid="61">
                                            <p:txEl>
                                              <p:charRg st="1" end="1"/>
                                            </p:txEl>
                                          </p:spTgt>
                                        </p:tgtEl>
                                      </p:cBhvr>
                                    </p:animEffect>
                                  </p:childTnLst>
                                </p:cTn>
                              </p:par>
                            </p:childTnLst>
                          </p:cTn>
                        </p:par>
                        <p:par>
                          <p:cTn id="280" fill="hold">
                            <p:stCondLst>
                              <p:cond delay="33000"/>
                            </p:stCondLst>
                            <p:childTnLst>
                              <p:par>
                                <p:cTn id="281" presetID="10" presetClass="entr" presetSubtype="0" fill="hold" nodeType="afterEffect">
                                  <p:stCondLst>
                                    <p:cond delay="0"/>
                                  </p:stCondLst>
                                  <p:childTnLst>
                                    <p:set>
                                      <p:cBhvr>
                                        <p:cTn id="282" dur="1" fill="hold">
                                          <p:stCondLst>
                                            <p:cond delay="0"/>
                                          </p:stCondLst>
                                        </p:cTn>
                                        <p:tgtEl>
                                          <p:spTgt spid="61">
                                            <p:txEl>
                                              <p:charRg st="1" end="1"/>
                                            </p:txEl>
                                          </p:spTgt>
                                        </p:tgtEl>
                                        <p:attrNameLst>
                                          <p:attrName>style.visibility</p:attrName>
                                        </p:attrNameLst>
                                      </p:cBhvr>
                                      <p:to>
                                        <p:strVal val="visible"/>
                                      </p:to>
                                    </p:set>
                                    <p:animEffect transition="in" filter="fade">
                                      <p:cBhvr>
                                        <p:cTn id="283" dur="500"/>
                                        <p:tgtEl>
                                          <p:spTgt spid="61">
                                            <p:txEl>
                                              <p:charRg st="1" end="1"/>
                                            </p:txEl>
                                          </p:spTgt>
                                        </p:tgtEl>
                                      </p:cBhvr>
                                    </p:animEffect>
                                  </p:childTnLst>
                                </p:cTn>
                              </p:par>
                            </p:childTnLst>
                          </p:cTn>
                        </p:par>
                        <p:par>
                          <p:cTn id="284" fill="hold">
                            <p:stCondLst>
                              <p:cond delay="33500"/>
                            </p:stCondLst>
                            <p:childTnLst>
                              <p:par>
                                <p:cTn id="285" presetID="10" presetClass="entr" presetSubtype="0" fill="hold" nodeType="afterEffect">
                                  <p:stCondLst>
                                    <p:cond delay="0"/>
                                  </p:stCondLst>
                                  <p:childTnLst>
                                    <p:set>
                                      <p:cBhvr>
                                        <p:cTn id="286" dur="1" fill="hold">
                                          <p:stCondLst>
                                            <p:cond delay="0"/>
                                          </p:stCondLst>
                                        </p:cTn>
                                        <p:tgtEl>
                                          <p:spTgt spid="61">
                                            <p:txEl>
                                              <p:charRg st="1" end="1"/>
                                            </p:txEl>
                                          </p:spTgt>
                                        </p:tgtEl>
                                        <p:attrNameLst>
                                          <p:attrName>style.visibility</p:attrName>
                                        </p:attrNameLst>
                                      </p:cBhvr>
                                      <p:to>
                                        <p:strVal val="visible"/>
                                      </p:to>
                                    </p:set>
                                    <p:animEffect transition="in" filter="fade">
                                      <p:cBhvr>
                                        <p:cTn id="287" dur="500"/>
                                        <p:tgtEl>
                                          <p:spTgt spid="61">
                                            <p:txEl>
                                              <p:charRg st="1" end="1"/>
                                            </p:txEl>
                                          </p:spTgt>
                                        </p:tgtEl>
                                      </p:cBhvr>
                                    </p:animEffect>
                                  </p:childTnLst>
                                </p:cTn>
                              </p:par>
                            </p:childTnLst>
                          </p:cTn>
                        </p:par>
                        <p:par>
                          <p:cTn id="288" fill="hold">
                            <p:stCondLst>
                              <p:cond delay="34000"/>
                            </p:stCondLst>
                            <p:childTnLst>
                              <p:par>
                                <p:cTn id="289" presetID="10" presetClass="entr" presetSubtype="0" fill="hold" nodeType="afterEffect">
                                  <p:stCondLst>
                                    <p:cond delay="0"/>
                                  </p:stCondLst>
                                  <p:childTnLst>
                                    <p:set>
                                      <p:cBhvr>
                                        <p:cTn id="290" dur="1" fill="hold">
                                          <p:stCondLst>
                                            <p:cond delay="0"/>
                                          </p:stCondLst>
                                        </p:cTn>
                                        <p:tgtEl>
                                          <p:spTgt spid="61">
                                            <p:txEl>
                                              <p:charRg st="1" end="1"/>
                                            </p:txEl>
                                          </p:spTgt>
                                        </p:tgtEl>
                                        <p:attrNameLst>
                                          <p:attrName>style.visibility</p:attrName>
                                        </p:attrNameLst>
                                      </p:cBhvr>
                                      <p:to>
                                        <p:strVal val="visible"/>
                                      </p:to>
                                    </p:set>
                                    <p:animEffect transition="in" filter="fade">
                                      <p:cBhvr>
                                        <p:cTn id="291" dur="500"/>
                                        <p:tgtEl>
                                          <p:spTgt spid="61">
                                            <p:txEl>
                                              <p:charRg st="1" end="1"/>
                                            </p:txEl>
                                          </p:spTgt>
                                        </p:tgtEl>
                                      </p:cBhvr>
                                    </p:animEffect>
                                  </p:childTnLst>
                                </p:cTn>
                              </p:par>
                            </p:childTnLst>
                          </p:cTn>
                        </p:par>
                        <p:par>
                          <p:cTn id="292" fill="hold">
                            <p:stCondLst>
                              <p:cond delay="34500"/>
                            </p:stCondLst>
                            <p:childTnLst>
                              <p:par>
                                <p:cTn id="293" presetID="10" presetClass="entr" presetSubtype="0" fill="hold" nodeType="afterEffect">
                                  <p:stCondLst>
                                    <p:cond delay="0"/>
                                  </p:stCondLst>
                                  <p:childTnLst>
                                    <p:set>
                                      <p:cBhvr>
                                        <p:cTn id="294" dur="1" fill="hold">
                                          <p:stCondLst>
                                            <p:cond delay="0"/>
                                          </p:stCondLst>
                                        </p:cTn>
                                        <p:tgtEl>
                                          <p:spTgt spid="61">
                                            <p:txEl>
                                              <p:charRg st="1" end="1"/>
                                            </p:txEl>
                                          </p:spTgt>
                                        </p:tgtEl>
                                        <p:attrNameLst>
                                          <p:attrName>style.visibility</p:attrName>
                                        </p:attrNameLst>
                                      </p:cBhvr>
                                      <p:to>
                                        <p:strVal val="visible"/>
                                      </p:to>
                                    </p:set>
                                    <p:animEffect transition="in" filter="fade">
                                      <p:cBhvr>
                                        <p:cTn id="295" dur="500"/>
                                        <p:tgtEl>
                                          <p:spTgt spid="61">
                                            <p:txEl>
                                              <p:charRg st="1" end="1"/>
                                            </p:txEl>
                                          </p:spTgt>
                                        </p:tgtEl>
                                      </p:cBhvr>
                                    </p:animEffect>
                                  </p:childTnLst>
                                </p:cTn>
                              </p:par>
                            </p:childTnLst>
                          </p:cTn>
                        </p:par>
                        <p:par>
                          <p:cTn id="296" fill="hold">
                            <p:stCondLst>
                              <p:cond delay="35000"/>
                            </p:stCondLst>
                            <p:childTnLst>
                              <p:par>
                                <p:cTn id="297" presetID="10" presetClass="entr" presetSubtype="0" fill="hold" nodeType="afterEffect">
                                  <p:stCondLst>
                                    <p:cond delay="0"/>
                                  </p:stCondLst>
                                  <p:childTnLst>
                                    <p:set>
                                      <p:cBhvr>
                                        <p:cTn id="298" dur="1" fill="hold">
                                          <p:stCondLst>
                                            <p:cond delay="0"/>
                                          </p:stCondLst>
                                        </p:cTn>
                                        <p:tgtEl>
                                          <p:spTgt spid="62"/>
                                        </p:tgtEl>
                                        <p:attrNameLst>
                                          <p:attrName>style.visibility</p:attrName>
                                        </p:attrNameLst>
                                      </p:cBhvr>
                                      <p:to>
                                        <p:strVal val="visible"/>
                                      </p:to>
                                    </p:set>
                                    <p:animEffect transition="in" filter="fade">
                                      <p:cBhvr>
                                        <p:cTn id="299" dur="250"/>
                                        <p:tgtEl>
                                          <p:spTgt spid="62"/>
                                        </p:tgtEl>
                                      </p:cBhvr>
                                    </p:animEffect>
                                  </p:childTnLst>
                                </p:cTn>
                              </p:par>
                              <p:par>
                                <p:cTn id="300" presetID="10" presetClass="entr" presetSubtype="0" fill="hold" nodeType="withEffect">
                                  <p:stCondLst>
                                    <p:cond delay="0"/>
                                  </p:stCondLst>
                                  <p:childTnLst>
                                    <p:set>
                                      <p:cBhvr>
                                        <p:cTn id="301" dur="1" fill="hold">
                                          <p:stCondLst>
                                            <p:cond delay="0"/>
                                          </p:stCondLst>
                                        </p:cTn>
                                        <p:tgtEl>
                                          <p:spTgt spid="63"/>
                                        </p:tgtEl>
                                        <p:attrNameLst>
                                          <p:attrName>style.visibility</p:attrName>
                                        </p:attrNameLst>
                                      </p:cBhvr>
                                      <p:to>
                                        <p:strVal val="visible"/>
                                      </p:to>
                                    </p:set>
                                    <p:animEffect transition="in" filter="fade">
                                      <p:cBhvr>
                                        <p:cTn id="302" dur="500"/>
                                        <p:tgtEl>
                                          <p:spTgt spid="63"/>
                                        </p:tgtEl>
                                      </p:cBhvr>
                                    </p:animEffect>
                                  </p:childTnLst>
                                </p:cTn>
                              </p:par>
                            </p:childTnLst>
                          </p:cTn>
                        </p:par>
                        <p:par>
                          <p:cTn id="303" fill="hold">
                            <p:stCondLst>
                              <p:cond delay="35500"/>
                            </p:stCondLst>
                            <p:childTnLst>
                              <p:par>
                                <p:cTn id="304" presetID="10" presetClass="entr" presetSubtype="0" fill="hold" nodeType="afterEffect">
                                  <p:stCondLst>
                                    <p:cond delay="0"/>
                                  </p:stCondLst>
                                  <p:childTnLst>
                                    <p:set>
                                      <p:cBhvr>
                                        <p:cTn id="305" dur="1" fill="hold">
                                          <p:stCondLst>
                                            <p:cond delay="0"/>
                                          </p:stCondLst>
                                        </p:cTn>
                                        <p:tgtEl>
                                          <p:spTgt spid="64">
                                            <p:txEl>
                                              <p:pRg st="0" end="0"/>
                                            </p:txEl>
                                          </p:spTgt>
                                        </p:tgtEl>
                                        <p:attrNameLst>
                                          <p:attrName>style.visibility</p:attrName>
                                        </p:attrNameLst>
                                      </p:cBhvr>
                                      <p:to>
                                        <p:strVal val="visible"/>
                                      </p:to>
                                    </p:set>
                                    <p:animEffect transition="in" filter="fade">
                                      <p:cBhvr>
                                        <p:cTn id="306" dur="500"/>
                                        <p:tgtEl>
                                          <p:spTgt spid="64">
                                            <p:txEl>
                                              <p:pRg st="0" end="0"/>
                                            </p:txEl>
                                          </p:spTgt>
                                        </p:tgtEl>
                                      </p:cBhvr>
                                    </p:animEffect>
                                  </p:childTnLst>
                                </p:cTn>
                              </p:par>
                            </p:childTnLst>
                          </p:cTn>
                        </p:par>
                        <p:par>
                          <p:cTn id="307" fill="hold">
                            <p:stCondLst>
                              <p:cond delay="36000"/>
                            </p:stCondLst>
                            <p:childTnLst>
                              <p:par>
                                <p:cTn id="308" presetID="10" presetClass="entr" presetSubtype="0" fill="hold" nodeType="afterEffect">
                                  <p:stCondLst>
                                    <p:cond delay="0"/>
                                  </p:stCondLst>
                                  <p:childTnLst>
                                    <p:set>
                                      <p:cBhvr>
                                        <p:cTn id="309" dur="1" fill="hold">
                                          <p:stCondLst>
                                            <p:cond delay="0"/>
                                          </p:stCondLst>
                                        </p:cTn>
                                        <p:tgtEl>
                                          <p:spTgt spid="64">
                                            <p:txEl>
                                              <p:charRg st="1" end="1"/>
                                            </p:txEl>
                                          </p:spTgt>
                                        </p:tgtEl>
                                        <p:attrNameLst>
                                          <p:attrName>style.visibility</p:attrName>
                                        </p:attrNameLst>
                                      </p:cBhvr>
                                      <p:to>
                                        <p:strVal val="visible"/>
                                      </p:to>
                                    </p:set>
                                    <p:animEffect transition="in" filter="fade">
                                      <p:cBhvr>
                                        <p:cTn id="310" dur="500"/>
                                        <p:tgtEl>
                                          <p:spTgt spid="64">
                                            <p:txEl>
                                              <p:charRg st="1" end="1"/>
                                            </p:txEl>
                                          </p:spTgt>
                                        </p:tgtEl>
                                      </p:cBhvr>
                                    </p:animEffect>
                                  </p:childTnLst>
                                </p:cTn>
                              </p:par>
                            </p:childTnLst>
                          </p:cTn>
                        </p:par>
                        <p:par>
                          <p:cTn id="311" fill="hold">
                            <p:stCondLst>
                              <p:cond delay="36500"/>
                            </p:stCondLst>
                            <p:childTnLst>
                              <p:par>
                                <p:cTn id="312" presetID="10" presetClass="entr" presetSubtype="0" fill="hold" nodeType="afterEffect">
                                  <p:stCondLst>
                                    <p:cond delay="0"/>
                                  </p:stCondLst>
                                  <p:childTnLst>
                                    <p:set>
                                      <p:cBhvr>
                                        <p:cTn id="313" dur="1" fill="hold">
                                          <p:stCondLst>
                                            <p:cond delay="0"/>
                                          </p:stCondLst>
                                        </p:cTn>
                                        <p:tgtEl>
                                          <p:spTgt spid="64">
                                            <p:txEl>
                                              <p:charRg st="1" end="1"/>
                                            </p:txEl>
                                          </p:spTgt>
                                        </p:tgtEl>
                                        <p:attrNameLst>
                                          <p:attrName>style.visibility</p:attrName>
                                        </p:attrNameLst>
                                      </p:cBhvr>
                                      <p:to>
                                        <p:strVal val="visible"/>
                                      </p:to>
                                    </p:set>
                                    <p:animEffect transition="in" filter="fade">
                                      <p:cBhvr>
                                        <p:cTn id="314" dur="500"/>
                                        <p:tgtEl>
                                          <p:spTgt spid="64">
                                            <p:txEl>
                                              <p:charRg st="1" end="1"/>
                                            </p:txEl>
                                          </p:spTgt>
                                        </p:tgtEl>
                                      </p:cBhvr>
                                    </p:animEffect>
                                  </p:childTnLst>
                                </p:cTn>
                              </p:par>
                            </p:childTnLst>
                          </p:cTn>
                        </p:par>
                        <p:par>
                          <p:cTn id="315" fill="hold">
                            <p:stCondLst>
                              <p:cond delay="37000"/>
                            </p:stCondLst>
                            <p:childTnLst>
                              <p:par>
                                <p:cTn id="316" presetID="10" presetClass="entr" presetSubtype="0" fill="hold" nodeType="afterEffect">
                                  <p:stCondLst>
                                    <p:cond delay="0"/>
                                  </p:stCondLst>
                                  <p:childTnLst>
                                    <p:set>
                                      <p:cBhvr>
                                        <p:cTn id="317" dur="1" fill="hold">
                                          <p:stCondLst>
                                            <p:cond delay="0"/>
                                          </p:stCondLst>
                                        </p:cTn>
                                        <p:tgtEl>
                                          <p:spTgt spid="64">
                                            <p:txEl>
                                              <p:charRg st="1" end="1"/>
                                            </p:txEl>
                                          </p:spTgt>
                                        </p:tgtEl>
                                        <p:attrNameLst>
                                          <p:attrName>style.visibility</p:attrName>
                                        </p:attrNameLst>
                                      </p:cBhvr>
                                      <p:to>
                                        <p:strVal val="visible"/>
                                      </p:to>
                                    </p:set>
                                    <p:animEffect transition="in" filter="fade">
                                      <p:cBhvr>
                                        <p:cTn id="318" dur="500"/>
                                        <p:tgtEl>
                                          <p:spTgt spid="64">
                                            <p:txEl>
                                              <p:charRg st="1" end="1"/>
                                            </p:txEl>
                                          </p:spTgt>
                                        </p:tgtEl>
                                      </p:cBhvr>
                                    </p:animEffect>
                                  </p:childTnLst>
                                </p:cTn>
                              </p:par>
                            </p:childTnLst>
                          </p:cTn>
                        </p:par>
                        <p:par>
                          <p:cTn id="319" fill="hold">
                            <p:stCondLst>
                              <p:cond delay="37500"/>
                            </p:stCondLst>
                            <p:childTnLst>
                              <p:par>
                                <p:cTn id="320" presetID="10" presetClass="entr" presetSubtype="0" fill="hold" nodeType="afterEffect">
                                  <p:stCondLst>
                                    <p:cond delay="0"/>
                                  </p:stCondLst>
                                  <p:childTnLst>
                                    <p:set>
                                      <p:cBhvr>
                                        <p:cTn id="321" dur="1" fill="hold">
                                          <p:stCondLst>
                                            <p:cond delay="0"/>
                                          </p:stCondLst>
                                        </p:cTn>
                                        <p:tgtEl>
                                          <p:spTgt spid="64">
                                            <p:txEl>
                                              <p:charRg st="1" end="1"/>
                                            </p:txEl>
                                          </p:spTgt>
                                        </p:tgtEl>
                                        <p:attrNameLst>
                                          <p:attrName>style.visibility</p:attrName>
                                        </p:attrNameLst>
                                      </p:cBhvr>
                                      <p:to>
                                        <p:strVal val="visible"/>
                                      </p:to>
                                    </p:set>
                                    <p:animEffect transition="in" filter="fade">
                                      <p:cBhvr>
                                        <p:cTn id="322" dur="500"/>
                                        <p:tgtEl>
                                          <p:spTgt spid="64">
                                            <p:txEl>
                                              <p:charRg st="1" end="1"/>
                                            </p:txEl>
                                          </p:spTgt>
                                        </p:tgtEl>
                                      </p:cBhvr>
                                    </p:animEffect>
                                  </p:childTnLst>
                                </p:cTn>
                              </p:par>
                            </p:childTnLst>
                          </p:cTn>
                        </p:par>
                        <p:par>
                          <p:cTn id="323" fill="hold">
                            <p:stCondLst>
                              <p:cond delay="38000"/>
                            </p:stCondLst>
                            <p:childTnLst>
                              <p:par>
                                <p:cTn id="324" presetID="10" presetClass="entr" presetSubtype="0" fill="hold" nodeType="afterEffect">
                                  <p:stCondLst>
                                    <p:cond delay="0"/>
                                  </p:stCondLst>
                                  <p:childTnLst>
                                    <p:set>
                                      <p:cBhvr>
                                        <p:cTn id="325" dur="1" fill="hold">
                                          <p:stCondLst>
                                            <p:cond delay="0"/>
                                          </p:stCondLst>
                                        </p:cTn>
                                        <p:tgtEl>
                                          <p:spTgt spid="64">
                                            <p:txEl>
                                              <p:charRg st="1" end="1"/>
                                            </p:txEl>
                                          </p:spTgt>
                                        </p:tgtEl>
                                        <p:attrNameLst>
                                          <p:attrName>style.visibility</p:attrName>
                                        </p:attrNameLst>
                                      </p:cBhvr>
                                      <p:to>
                                        <p:strVal val="visible"/>
                                      </p:to>
                                    </p:set>
                                    <p:animEffect transition="in" filter="fade">
                                      <p:cBhvr>
                                        <p:cTn id="326" dur="500"/>
                                        <p:tgtEl>
                                          <p:spTgt spid="64">
                                            <p:txEl>
                                              <p:charRg st="1" end="1"/>
                                            </p:txEl>
                                          </p:spTgt>
                                        </p:tgtEl>
                                      </p:cBhvr>
                                    </p:animEffect>
                                  </p:childTnLst>
                                </p:cTn>
                              </p:par>
                            </p:childTnLst>
                          </p:cTn>
                        </p:par>
                        <p:par>
                          <p:cTn id="327" fill="hold">
                            <p:stCondLst>
                              <p:cond delay="38500"/>
                            </p:stCondLst>
                            <p:childTnLst>
                              <p:par>
                                <p:cTn id="328" presetID="10" presetClass="entr" presetSubtype="0" fill="hold" nodeType="afterEffect">
                                  <p:stCondLst>
                                    <p:cond delay="0"/>
                                  </p:stCondLst>
                                  <p:childTnLst>
                                    <p:set>
                                      <p:cBhvr>
                                        <p:cTn id="329" dur="1" fill="hold">
                                          <p:stCondLst>
                                            <p:cond delay="0"/>
                                          </p:stCondLst>
                                        </p:cTn>
                                        <p:tgtEl>
                                          <p:spTgt spid="64">
                                            <p:txEl>
                                              <p:charRg st="1" end="1"/>
                                            </p:txEl>
                                          </p:spTgt>
                                        </p:tgtEl>
                                        <p:attrNameLst>
                                          <p:attrName>style.visibility</p:attrName>
                                        </p:attrNameLst>
                                      </p:cBhvr>
                                      <p:to>
                                        <p:strVal val="visible"/>
                                      </p:to>
                                    </p:set>
                                    <p:animEffect transition="in" filter="fade">
                                      <p:cBhvr>
                                        <p:cTn id="330" dur="500"/>
                                        <p:tgtEl>
                                          <p:spTgt spid="64">
                                            <p:txEl>
                                              <p:charRg st="1" end="1"/>
                                            </p:txEl>
                                          </p:spTgt>
                                        </p:tgtEl>
                                      </p:cBhvr>
                                    </p:animEffect>
                                  </p:childTnLst>
                                </p:cTn>
                              </p:par>
                            </p:childTnLst>
                          </p:cTn>
                        </p:par>
                        <p:par>
                          <p:cTn id="331" fill="hold">
                            <p:stCondLst>
                              <p:cond delay="39000"/>
                            </p:stCondLst>
                            <p:childTnLst>
                              <p:par>
                                <p:cTn id="332" presetID="10" presetClass="entr" presetSubtype="0" fill="hold" nodeType="afterEffect">
                                  <p:stCondLst>
                                    <p:cond delay="0"/>
                                  </p:stCondLst>
                                  <p:childTnLst>
                                    <p:set>
                                      <p:cBhvr>
                                        <p:cTn id="333" dur="1" fill="hold">
                                          <p:stCondLst>
                                            <p:cond delay="0"/>
                                          </p:stCondLst>
                                        </p:cTn>
                                        <p:tgtEl>
                                          <p:spTgt spid="64">
                                            <p:txEl>
                                              <p:charRg st="1" end="1"/>
                                            </p:txEl>
                                          </p:spTgt>
                                        </p:tgtEl>
                                        <p:attrNameLst>
                                          <p:attrName>style.visibility</p:attrName>
                                        </p:attrNameLst>
                                      </p:cBhvr>
                                      <p:to>
                                        <p:strVal val="visible"/>
                                      </p:to>
                                    </p:set>
                                    <p:animEffect transition="in" filter="fade">
                                      <p:cBhvr>
                                        <p:cTn id="334" dur="500"/>
                                        <p:tgtEl>
                                          <p:spTgt spid="64">
                                            <p:txEl>
                                              <p:charRg st="1" end="1"/>
                                            </p:txEl>
                                          </p:spTgt>
                                        </p:tgtEl>
                                      </p:cBhvr>
                                    </p:animEffect>
                                  </p:childTnLst>
                                </p:cTn>
                              </p:par>
                            </p:childTnLst>
                          </p:cTn>
                        </p:par>
                        <p:par>
                          <p:cTn id="335" fill="hold">
                            <p:stCondLst>
                              <p:cond delay="39500"/>
                            </p:stCondLst>
                            <p:childTnLst>
                              <p:par>
                                <p:cTn id="336" presetID="10" presetClass="entr" presetSubtype="0" fill="hold" nodeType="afterEffect">
                                  <p:stCondLst>
                                    <p:cond delay="0"/>
                                  </p:stCondLst>
                                  <p:childTnLst>
                                    <p:set>
                                      <p:cBhvr>
                                        <p:cTn id="337" dur="1" fill="hold">
                                          <p:stCondLst>
                                            <p:cond delay="0"/>
                                          </p:stCondLst>
                                        </p:cTn>
                                        <p:tgtEl>
                                          <p:spTgt spid="64">
                                            <p:txEl>
                                              <p:charRg st="1" end="1"/>
                                            </p:txEl>
                                          </p:spTgt>
                                        </p:tgtEl>
                                        <p:attrNameLst>
                                          <p:attrName>style.visibility</p:attrName>
                                        </p:attrNameLst>
                                      </p:cBhvr>
                                      <p:to>
                                        <p:strVal val="visible"/>
                                      </p:to>
                                    </p:set>
                                    <p:animEffect transition="in" filter="fade">
                                      <p:cBhvr>
                                        <p:cTn id="338" dur="500"/>
                                        <p:tgtEl>
                                          <p:spTgt spid="64">
                                            <p:txEl>
                                              <p:charRg st="1" end="1"/>
                                            </p:txEl>
                                          </p:spTgt>
                                        </p:tgtEl>
                                      </p:cBhvr>
                                    </p:animEffect>
                                  </p:childTnLst>
                                </p:cTn>
                              </p:par>
                            </p:childTnLst>
                          </p:cTn>
                        </p:par>
                        <p:par>
                          <p:cTn id="339" fill="hold">
                            <p:stCondLst>
                              <p:cond delay="40000"/>
                            </p:stCondLst>
                            <p:childTnLst>
                              <p:par>
                                <p:cTn id="340" presetID="10" presetClass="entr" presetSubtype="0" fill="hold" nodeType="afterEffect">
                                  <p:stCondLst>
                                    <p:cond delay="0"/>
                                  </p:stCondLst>
                                  <p:childTnLst>
                                    <p:set>
                                      <p:cBhvr>
                                        <p:cTn id="341" dur="1" fill="hold">
                                          <p:stCondLst>
                                            <p:cond delay="0"/>
                                          </p:stCondLst>
                                        </p:cTn>
                                        <p:tgtEl>
                                          <p:spTgt spid="65">
                                            <p:txEl>
                                              <p:pRg st="0" end="0"/>
                                            </p:txEl>
                                          </p:spTgt>
                                        </p:tgtEl>
                                        <p:attrNameLst>
                                          <p:attrName>style.visibility</p:attrName>
                                        </p:attrNameLst>
                                      </p:cBhvr>
                                      <p:to>
                                        <p:strVal val="visible"/>
                                      </p:to>
                                    </p:set>
                                    <p:animEffect transition="in" filter="fade">
                                      <p:cBhvr>
                                        <p:cTn id="342" dur="500"/>
                                        <p:tgtEl>
                                          <p:spTgt spid="65">
                                            <p:txEl>
                                              <p:pRg st="0" end="0"/>
                                            </p:txEl>
                                          </p:spTgt>
                                        </p:tgtEl>
                                      </p:cBhvr>
                                    </p:animEffect>
                                  </p:childTnLst>
                                </p:cTn>
                              </p:par>
                            </p:childTnLst>
                          </p:cTn>
                        </p:par>
                        <p:par>
                          <p:cTn id="343" fill="hold">
                            <p:stCondLst>
                              <p:cond delay="40500"/>
                            </p:stCondLst>
                            <p:childTnLst>
                              <p:par>
                                <p:cTn id="344" presetID="10" presetClass="entr" presetSubtype="0" fill="hold" nodeType="afterEffect">
                                  <p:stCondLst>
                                    <p:cond delay="0"/>
                                  </p:stCondLst>
                                  <p:childTnLst>
                                    <p:set>
                                      <p:cBhvr>
                                        <p:cTn id="345" dur="1" fill="hold">
                                          <p:stCondLst>
                                            <p:cond delay="0"/>
                                          </p:stCondLst>
                                        </p:cTn>
                                        <p:tgtEl>
                                          <p:spTgt spid="65">
                                            <p:txEl>
                                              <p:charRg st="1" end="1"/>
                                            </p:txEl>
                                          </p:spTgt>
                                        </p:tgtEl>
                                        <p:attrNameLst>
                                          <p:attrName>style.visibility</p:attrName>
                                        </p:attrNameLst>
                                      </p:cBhvr>
                                      <p:to>
                                        <p:strVal val="visible"/>
                                      </p:to>
                                    </p:set>
                                    <p:animEffect transition="in" filter="fade">
                                      <p:cBhvr>
                                        <p:cTn id="346" dur="500"/>
                                        <p:tgtEl>
                                          <p:spTgt spid="65">
                                            <p:txEl>
                                              <p:charRg st="1" end="1"/>
                                            </p:txEl>
                                          </p:spTgt>
                                        </p:tgtEl>
                                      </p:cBhvr>
                                    </p:animEffect>
                                  </p:childTnLst>
                                </p:cTn>
                              </p:par>
                            </p:childTnLst>
                          </p:cTn>
                        </p:par>
                        <p:par>
                          <p:cTn id="347" fill="hold">
                            <p:stCondLst>
                              <p:cond delay="41000"/>
                            </p:stCondLst>
                            <p:childTnLst>
                              <p:par>
                                <p:cTn id="348" presetID="10" presetClass="entr" presetSubtype="0" fill="hold" nodeType="afterEffect">
                                  <p:stCondLst>
                                    <p:cond delay="0"/>
                                  </p:stCondLst>
                                  <p:childTnLst>
                                    <p:set>
                                      <p:cBhvr>
                                        <p:cTn id="349" dur="1" fill="hold">
                                          <p:stCondLst>
                                            <p:cond delay="0"/>
                                          </p:stCondLst>
                                        </p:cTn>
                                        <p:tgtEl>
                                          <p:spTgt spid="65">
                                            <p:txEl>
                                              <p:charRg st="1" end="1"/>
                                            </p:txEl>
                                          </p:spTgt>
                                        </p:tgtEl>
                                        <p:attrNameLst>
                                          <p:attrName>style.visibility</p:attrName>
                                        </p:attrNameLst>
                                      </p:cBhvr>
                                      <p:to>
                                        <p:strVal val="visible"/>
                                      </p:to>
                                    </p:set>
                                    <p:animEffect transition="in" filter="fade">
                                      <p:cBhvr>
                                        <p:cTn id="350" dur="500"/>
                                        <p:tgtEl>
                                          <p:spTgt spid="65">
                                            <p:txEl>
                                              <p:charRg st="1" end="1"/>
                                            </p:txEl>
                                          </p:spTgt>
                                        </p:tgtEl>
                                      </p:cBhvr>
                                    </p:animEffect>
                                  </p:childTnLst>
                                </p:cTn>
                              </p:par>
                            </p:childTnLst>
                          </p:cTn>
                        </p:par>
                        <p:par>
                          <p:cTn id="351" fill="hold">
                            <p:stCondLst>
                              <p:cond delay="41500"/>
                            </p:stCondLst>
                            <p:childTnLst>
                              <p:par>
                                <p:cTn id="352" presetID="10" presetClass="entr" presetSubtype="0" fill="hold" nodeType="afterEffect">
                                  <p:stCondLst>
                                    <p:cond delay="0"/>
                                  </p:stCondLst>
                                  <p:childTnLst>
                                    <p:set>
                                      <p:cBhvr>
                                        <p:cTn id="353" dur="1" fill="hold">
                                          <p:stCondLst>
                                            <p:cond delay="0"/>
                                          </p:stCondLst>
                                        </p:cTn>
                                        <p:tgtEl>
                                          <p:spTgt spid="65">
                                            <p:txEl>
                                              <p:charRg st="1" end="1"/>
                                            </p:txEl>
                                          </p:spTgt>
                                        </p:tgtEl>
                                        <p:attrNameLst>
                                          <p:attrName>style.visibility</p:attrName>
                                        </p:attrNameLst>
                                      </p:cBhvr>
                                      <p:to>
                                        <p:strVal val="visible"/>
                                      </p:to>
                                    </p:set>
                                    <p:animEffect transition="in" filter="fade">
                                      <p:cBhvr>
                                        <p:cTn id="354" dur="500"/>
                                        <p:tgtEl>
                                          <p:spTgt spid="65">
                                            <p:txEl>
                                              <p:charRg st="1" end="1"/>
                                            </p:txEl>
                                          </p:spTgt>
                                        </p:tgtEl>
                                      </p:cBhvr>
                                    </p:animEffect>
                                  </p:childTnLst>
                                </p:cTn>
                              </p:par>
                            </p:childTnLst>
                          </p:cTn>
                        </p:par>
                        <p:par>
                          <p:cTn id="355" fill="hold">
                            <p:stCondLst>
                              <p:cond delay="42000"/>
                            </p:stCondLst>
                            <p:childTnLst>
                              <p:par>
                                <p:cTn id="356" presetID="10" presetClass="entr" presetSubtype="0" fill="hold" nodeType="afterEffect">
                                  <p:stCondLst>
                                    <p:cond delay="0"/>
                                  </p:stCondLst>
                                  <p:childTnLst>
                                    <p:set>
                                      <p:cBhvr>
                                        <p:cTn id="357" dur="1" fill="hold">
                                          <p:stCondLst>
                                            <p:cond delay="0"/>
                                          </p:stCondLst>
                                        </p:cTn>
                                        <p:tgtEl>
                                          <p:spTgt spid="65">
                                            <p:txEl>
                                              <p:charRg st="1" end="1"/>
                                            </p:txEl>
                                          </p:spTgt>
                                        </p:tgtEl>
                                        <p:attrNameLst>
                                          <p:attrName>style.visibility</p:attrName>
                                        </p:attrNameLst>
                                      </p:cBhvr>
                                      <p:to>
                                        <p:strVal val="visible"/>
                                      </p:to>
                                    </p:set>
                                    <p:animEffect transition="in" filter="fade">
                                      <p:cBhvr>
                                        <p:cTn id="358" dur="500"/>
                                        <p:tgtEl>
                                          <p:spTgt spid="65">
                                            <p:txEl>
                                              <p:charRg st="1" end="1"/>
                                            </p:txEl>
                                          </p:spTgt>
                                        </p:tgtEl>
                                      </p:cBhvr>
                                    </p:animEffect>
                                  </p:childTnLst>
                                </p:cTn>
                              </p:par>
                            </p:childTnLst>
                          </p:cTn>
                        </p:par>
                        <p:par>
                          <p:cTn id="359" fill="hold">
                            <p:stCondLst>
                              <p:cond delay="42500"/>
                            </p:stCondLst>
                            <p:childTnLst>
                              <p:par>
                                <p:cTn id="360" presetID="10" presetClass="entr" presetSubtype="0" fill="hold" nodeType="afterEffect">
                                  <p:stCondLst>
                                    <p:cond delay="0"/>
                                  </p:stCondLst>
                                  <p:childTnLst>
                                    <p:set>
                                      <p:cBhvr>
                                        <p:cTn id="361" dur="1" fill="hold">
                                          <p:stCondLst>
                                            <p:cond delay="0"/>
                                          </p:stCondLst>
                                        </p:cTn>
                                        <p:tgtEl>
                                          <p:spTgt spid="65">
                                            <p:txEl>
                                              <p:charRg st="1" end="1"/>
                                            </p:txEl>
                                          </p:spTgt>
                                        </p:tgtEl>
                                        <p:attrNameLst>
                                          <p:attrName>style.visibility</p:attrName>
                                        </p:attrNameLst>
                                      </p:cBhvr>
                                      <p:to>
                                        <p:strVal val="visible"/>
                                      </p:to>
                                    </p:set>
                                    <p:animEffect transition="in" filter="fade">
                                      <p:cBhvr>
                                        <p:cTn id="362" dur="500"/>
                                        <p:tgtEl>
                                          <p:spTgt spid="65">
                                            <p:txEl>
                                              <p:charRg st="1" end="1"/>
                                            </p:txEl>
                                          </p:spTgt>
                                        </p:tgtEl>
                                      </p:cBhvr>
                                    </p:animEffect>
                                  </p:childTnLst>
                                </p:cTn>
                              </p:par>
                            </p:childTnLst>
                          </p:cTn>
                        </p:par>
                        <p:par>
                          <p:cTn id="363" fill="hold">
                            <p:stCondLst>
                              <p:cond delay="43000"/>
                            </p:stCondLst>
                            <p:childTnLst>
                              <p:par>
                                <p:cTn id="364" presetID="10" presetClass="entr" presetSubtype="0" fill="hold" nodeType="afterEffect">
                                  <p:stCondLst>
                                    <p:cond delay="0"/>
                                  </p:stCondLst>
                                  <p:childTnLst>
                                    <p:set>
                                      <p:cBhvr>
                                        <p:cTn id="365" dur="1" fill="hold">
                                          <p:stCondLst>
                                            <p:cond delay="0"/>
                                          </p:stCondLst>
                                        </p:cTn>
                                        <p:tgtEl>
                                          <p:spTgt spid="65">
                                            <p:txEl>
                                              <p:charRg st="1" end="1"/>
                                            </p:txEl>
                                          </p:spTgt>
                                        </p:tgtEl>
                                        <p:attrNameLst>
                                          <p:attrName>style.visibility</p:attrName>
                                        </p:attrNameLst>
                                      </p:cBhvr>
                                      <p:to>
                                        <p:strVal val="visible"/>
                                      </p:to>
                                    </p:set>
                                    <p:animEffect transition="in" filter="fade">
                                      <p:cBhvr>
                                        <p:cTn id="366" dur="500"/>
                                        <p:tgtEl>
                                          <p:spTgt spid="65">
                                            <p:txEl>
                                              <p:charRg st="1" end="1"/>
                                            </p:txEl>
                                          </p:spTgt>
                                        </p:tgtEl>
                                      </p:cBhvr>
                                    </p:animEffect>
                                  </p:childTnLst>
                                </p:cTn>
                              </p:par>
                            </p:childTnLst>
                          </p:cTn>
                        </p:par>
                        <p:par>
                          <p:cTn id="367" fill="hold">
                            <p:stCondLst>
                              <p:cond delay="43500"/>
                            </p:stCondLst>
                            <p:childTnLst>
                              <p:par>
                                <p:cTn id="368" presetID="10" presetClass="entr" presetSubtype="0" fill="hold" nodeType="afterEffect">
                                  <p:stCondLst>
                                    <p:cond delay="0"/>
                                  </p:stCondLst>
                                  <p:childTnLst>
                                    <p:set>
                                      <p:cBhvr>
                                        <p:cTn id="369" dur="1" fill="hold">
                                          <p:stCondLst>
                                            <p:cond delay="0"/>
                                          </p:stCondLst>
                                        </p:cTn>
                                        <p:tgtEl>
                                          <p:spTgt spid="65">
                                            <p:txEl>
                                              <p:charRg st="1" end="1"/>
                                            </p:txEl>
                                          </p:spTgt>
                                        </p:tgtEl>
                                        <p:attrNameLst>
                                          <p:attrName>style.visibility</p:attrName>
                                        </p:attrNameLst>
                                      </p:cBhvr>
                                      <p:to>
                                        <p:strVal val="visible"/>
                                      </p:to>
                                    </p:set>
                                    <p:animEffect transition="in" filter="fade">
                                      <p:cBhvr>
                                        <p:cTn id="370" dur="500"/>
                                        <p:tgtEl>
                                          <p:spTgt spid="65">
                                            <p:txEl>
                                              <p:charRg st="1" end="1"/>
                                            </p:txEl>
                                          </p:spTgt>
                                        </p:tgtEl>
                                      </p:cBhvr>
                                    </p:animEffect>
                                  </p:childTnLst>
                                </p:cTn>
                              </p:par>
                            </p:childTnLst>
                          </p:cTn>
                        </p:par>
                        <p:par>
                          <p:cTn id="371" fill="hold">
                            <p:stCondLst>
                              <p:cond delay="44000"/>
                            </p:stCondLst>
                            <p:childTnLst>
                              <p:par>
                                <p:cTn id="372" presetID="10" presetClass="entr" presetSubtype="0" fill="hold" nodeType="afterEffect">
                                  <p:stCondLst>
                                    <p:cond delay="0"/>
                                  </p:stCondLst>
                                  <p:childTnLst>
                                    <p:set>
                                      <p:cBhvr>
                                        <p:cTn id="373" dur="1" fill="hold">
                                          <p:stCondLst>
                                            <p:cond delay="0"/>
                                          </p:stCondLst>
                                        </p:cTn>
                                        <p:tgtEl>
                                          <p:spTgt spid="65">
                                            <p:txEl>
                                              <p:charRg st="1" end="1"/>
                                            </p:txEl>
                                          </p:spTgt>
                                        </p:tgtEl>
                                        <p:attrNameLst>
                                          <p:attrName>style.visibility</p:attrName>
                                        </p:attrNameLst>
                                      </p:cBhvr>
                                      <p:to>
                                        <p:strVal val="visible"/>
                                      </p:to>
                                    </p:set>
                                    <p:animEffect transition="in" filter="fade">
                                      <p:cBhvr>
                                        <p:cTn id="374" dur="500"/>
                                        <p:tgtEl>
                                          <p:spTgt spid="65">
                                            <p:txEl>
                                              <p:charRg st="1" end="1"/>
                                            </p:txEl>
                                          </p:spTgt>
                                        </p:tgtEl>
                                      </p:cBhvr>
                                    </p:animEffect>
                                  </p:childTnLst>
                                </p:cTn>
                              </p:par>
                            </p:childTnLst>
                          </p:cTn>
                        </p:par>
                        <p:par>
                          <p:cTn id="375" fill="hold">
                            <p:stCondLst>
                              <p:cond delay="44500"/>
                            </p:stCondLst>
                            <p:childTnLst>
                              <p:par>
                                <p:cTn id="376" presetID="10" presetClass="entr" presetSubtype="0" fill="hold" nodeType="afterEffect">
                                  <p:stCondLst>
                                    <p:cond delay="0"/>
                                  </p:stCondLst>
                                  <p:childTnLst>
                                    <p:set>
                                      <p:cBhvr>
                                        <p:cTn id="377" dur="1" fill="hold">
                                          <p:stCondLst>
                                            <p:cond delay="0"/>
                                          </p:stCondLst>
                                        </p:cTn>
                                        <p:tgtEl>
                                          <p:spTgt spid="66"/>
                                        </p:tgtEl>
                                        <p:attrNameLst>
                                          <p:attrName>style.visibility</p:attrName>
                                        </p:attrNameLst>
                                      </p:cBhvr>
                                      <p:to>
                                        <p:strVal val="visible"/>
                                      </p:to>
                                    </p:set>
                                    <p:animEffect transition="in" filter="fade">
                                      <p:cBhvr>
                                        <p:cTn id="378" dur="250"/>
                                        <p:tgtEl>
                                          <p:spTgt spid="66"/>
                                        </p:tgtEl>
                                      </p:cBhvr>
                                    </p:animEffect>
                                  </p:childTnLst>
                                </p:cTn>
                              </p:par>
                              <p:par>
                                <p:cTn id="379" presetID="10" presetClass="entr" presetSubtype="0" fill="hold" nodeType="withEffect">
                                  <p:stCondLst>
                                    <p:cond delay="0"/>
                                  </p:stCondLst>
                                  <p:childTnLst>
                                    <p:set>
                                      <p:cBhvr>
                                        <p:cTn id="380" dur="1" fill="hold">
                                          <p:stCondLst>
                                            <p:cond delay="0"/>
                                          </p:stCondLst>
                                        </p:cTn>
                                        <p:tgtEl>
                                          <p:spTgt spid="67"/>
                                        </p:tgtEl>
                                        <p:attrNameLst>
                                          <p:attrName>style.visibility</p:attrName>
                                        </p:attrNameLst>
                                      </p:cBhvr>
                                      <p:to>
                                        <p:strVal val="visible"/>
                                      </p:to>
                                    </p:set>
                                    <p:animEffect transition="in" filter="fade">
                                      <p:cBhvr>
                                        <p:cTn id="381" dur="500"/>
                                        <p:tgtEl>
                                          <p:spTgt spid="67"/>
                                        </p:tgtEl>
                                      </p:cBhvr>
                                    </p:animEffect>
                                  </p:childTnLst>
                                </p:cTn>
                              </p:par>
                            </p:childTnLst>
                          </p:cTn>
                        </p:par>
                        <p:par>
                          <p:cTn id="382" fill="hold">
                            <p:stCondLst>
                              <p:cond delay="45000"/>
                            </p:stCondLst>
                            <p:childTnLst>
                              <p:par>
                                <p:cTn id="383" presetID="10" presetClass="entr" presetSubtype="0" fill="hold" nodeType="afterEffect">
                                  <p:stCondLst>
                                    <p:cond delay="0"/>
                                  </p:stCondLst>
                                  <p:childTnLst>
                                    <p:set>
                                      <p:cBhvr>
                                        <p:cTn id="384" dur="1" fill="hold">
                                          <p:stCondLst>
                                            <p:cond delay="0"/>
                                          </p:stCondLst>
                                        </p:cTn>
                                        <p:tgtEl>
                                          <p:spTgt spid="68">
                                            <p:txEl>
                                              <p:pRg st="0" end="0"/>
                                            </p:txEl>
                                          </p:spTgt>
                                        </p:tgtEl>
                                        <p:attrNameLst>
                                          <p:attrName>style.visibility</p:attrName>
                                        </p:attrNameLst>
                                      </p:cBhvr>
                                      <p:to>
                                        <p:strVal val="visible"/>
                                      </p:to>
                                    </p:set>
                                    <p:animEffect transition="in" filter="fade">
                                      <p:cBhvr>
                                        <p:cTn id="385" dur="500"/>
                                        <p:tgtEl>
                                          <p:spTgt spid="68">
                                            <p:txEl>
                                              <p:pRg st="0" end="0"/>
                                            </p:txEl>
                                          </p:spTgt>
                                        </p:tgtEl>
                                      </p:cBhvr>
                                    </p:animEffect>
                                  </p:childTnLst>
                                </p:cTn>
                              </p:par>
                            </p:childTnLst>
                          </p:cTn>
                        </p:par>
                        <p:par>
                          <p:cTn id="386" fill="hold">
                            <p:stCondLst>
                              <p:cond delay="45500"/>
                            </p:stCondLst>
                            <p:childTnLst>
                              <p:par>
                                <p:cTn id="387" presetID="10" presetClass="entr" presetSubtype="0" fill="hold" nodeType="afterEffect">
                                  <p:stCondLst>
                                    <p:cond delay="0"/>
                                  </p:stCondLst>
                                  <p:childTnLst>
                                    <p:set>
                                      <p:cBhvr>
                                        <p:cTn id="388" dur="1" fill="hold">
                                          <p:stCondLst>
                                            <p:cond delay="0"/>
                                          </p:stCondLst>
                                        </p:cTn>
                                        <p:tgtEl>
                                          <p:spTgt spid="68">
                                            <p:txEl>
                                              <p:charRg st="1" end="1"/>
                                            </p:txEl>
                                          </p:spTgt>
                                        </p:tgtEl>
                                        <p:attrNameLst>
                                          <p:attrName>style.visibility</p:attrName>
                                        </p:attrNameLst>
                                      </p:cBhvr>
                                      <p:to>
                                        <p:strVal val="visible"/>
                                      </p:to>
                                    </p:set>
                                    <p:animEffect transition="in" filter="fade">
                                      <p:cBhvr>
                                        <p:cTn id="389" dur="500"/>
                                        <p:tgtEl>
                                          <p:spTgt spid="68">
                                            <p:txEl>
                                              <p:charRg st="1" end="1"/>
                                            </p:txEl>
                                          </p:spTgt>
                                        </p:tgtEl>
                                      </p:cBhvr>
                                    </p:animEffect>
                                  </p:childTnLst>
                                </p:cTn>
                              </p:par>
                            </p:childTnLst>
                          </p:cTn>
                        </p:par>
                        <p:par>
                          <p:cTn id="390" fill="hold">
                            <p:stCondLst>
                              <p:cond delay="46000"/>
                            </p:stCondLst>
                            <p:childTnLst>
                              <p:par>
                                <p:cTn id="391" presetID="10" presetClass="entr" presetSubtype="0" fill="hold" nodeType="afterEffect">
                                  <p:stCondLst>
                                    <p:cond delay="0"/>
                                  </p:stCondLst>
                                  <p:childTnLst>
                                    <p:set>
                                      <p:cBhvr>
                                        <p:cTn id="392" dur="1" fill="hold">
                                          <p:stCondLst>
                                            <p:cond delay="0"/>
                                          </p:stCondLst>
                                        </p:cTn>
                                        <p:tgtEl>
                                          <p:spTgt spid="68">
                                            <p:txEl>
                                              <p:charRg st="1" end="1"/>
                                            </p:txEl>
                                          </p:spTgt>
                                        </p:tgtEl>
                                        <p:attrNameLst>
                                          <p:attrName>style.visibility</p:attrName>
                                        </p:attrNameLst>
                                      </p:cBhvr>
                                      <p:to>
                                        <p:strVal val="visible"/>
                                      </p:to>
                                    </p:set>
                                    <p:animEffect transition="in" filter="fade">
                                      <p:cBhvr>
                                        <p:cTn id="393" dur="500"/>
                                        <p:tgtEl>
                                          <p:spTgt spid="68">
                                            <p:txEl>
                                              <p:charRg st="1" end="1"/>
                                            </p:txEl>
                                          </p:spTgt>
                                        </p:tgtEl>
                                      </p:cBhvr>
                                    </p:animEffect>
                                  </p:childTnLst>
                                </p:cTn>
                              </p:par>
                            </p:childTnLst>
                          </p:cTn>
                        </p:par>
                        <p:par>
                          <p:cTn id="394" fill="hold">
                            <p:stCondLst>
                              <p:cond delay="46500"/>
                            </p:stCondLst>
                            <p:childTnLst>
                              <p:par>
                                <p:cTn id="395" presetID="10" presetClass="entr" presetSubtype="0" fill="hold" nodeType="afterEffect">
                                  <p:stCondLst>
                                    <p:cond delay="0"/>
                                  </p:stCondLst>
                                  <p:childTnLst>
                                    <p:set>
                                      <p:cBhvr>
                                        <p:cTn id="396" dur="1" fill="hold">
                                          <p:stCondLst>
                                            <p:cond delay="0"/>
                                          </p:stCondLst>
                                        </p:cTn>
                                        <p:tgtEl>
                                          <p:spTgt spid="68">
                                            <p:txEl>
                                              <p:charRg st="1" end="1"/>
                                            </p:txEl>
                                          </p:spTgt>
                                        </p:tgtEl>
                                        <p:attrNameLst>
                                          <p:attrName>style.visibility</p:attrName>
                                        </p:attrNameLst>
                                      </p:cBhvr>
                                      <p:to>
                                        <p:strVal val="visible"/>
                                      </p:to>
                                    </p:set>
                                    <p:animEffect transition="in" filter="fade">
                                      <p:cBhvr>
                                        <p:cTn id="397" dur="500"/>
                                        <p:tgtEl>
                                          <p:spTgt spid="68">
                                            <p:txEl>
                                              <p:charRg st="1" end="1"/>
                                            </p:txEl>
                                          </p:spTgt>
                                        </p:tgtEl>
                                      </p:cBhvr>
                                    </p:animEffect>
                                  </p:childTnLst>
                                </p:cTn>
                              </p:par>
                            </p:childTnLst>
                          </p:cTn>
                        </p:par>
                        <p:par>
                          <p:cTn id="398" fill="hold">
                            <p:stCondLst>
                              <p:cond delay="47000"/>
                            </p:stCondLst>
                            <p:childTnLst>
                              <p:par>
                                <p:cTn id="399" presetID="10" presetClass="entr" presetSubtype="0" fill="hold" nodeType="afterEffect">
                                  <p:stCondLst>
                                    <p:cond delay="0"/>
                                  </p:stCondLst>
                                  <p:childTnLst>
                                    <p:set>
                                      <p:cBhvr>
                                        <p:cTn id="400" dur="1" fill="hold">
                                          <p:stCondLst>
                                            <p:cond delay="0"/>
                                          </p:stCondLst>
                                        </p:cTn>
                                        <p:tgtEl>
                                          <p:spTgt spid="68">
                                            <p:txEl>
                                              <p:charRg st="1" end="1"/>
                                            </p:txEl>
                                          </p:spTgt>
                                        </p:tgtEl>
                                        <p:attrNameLst>
                                          <p:attrName>style.visibility</p:attrName>
                                        </p:attrNameLst>
                                      </p:cBhvr>
                                      <p:to>
                                        <p:strVal val="visible"/>
                                      </p:to>
                                    </p:set>
                                    <p:animEffect transition="in" filter="fade">
                                      <p:cBhvr>
                                        <p:cTn id="401" dur="500"/>
                                        <p:tgtEl>
                                          <p:spTgt spid="68">
                                            <p:txEl>
                                              <p:charRg st="1" end="1"/>
                                            </p:txEl>
                                          </p:spTgt>
                                        </p:tgtEl>
                                      </p:cBhvr>
                                    </p:animEffect>
                                  </p:childTnLst>
                                </p:cTn>
                              </p:par>
                            </p:childTnLst>
                          </p:cTn>
                        </p:par>
                        <p:par>
                          <p:cTn id="402" fill="hold">
                            <p:stCondLst>
                              <p:cond delay="47500"/>
                            </p:stCondLst>
                            <p:childTnLst>
                              <p:par>
                                <p:cTn id="403" presetID="10" presetClass="entr" presetSubtype="0" fill="hold" nodeType="afterEffect">
                                  <p:stCondLst>
                                    <p:cond delay="0"/>
                                  </p:stCondLst>
                                  <p:childTnLst>
                                    <p:set>
                                      <p:cBhvr>
                                        <p:cTn id="404" dur="1" fill="hold">
                                          <p:stCondLst>
                                            <p:cond delay="0"/>
                                          </p:stCondLst>
                                        </p:cTn>
                                        <p:tgtEl>
                                          <p:spTgt spid="68">
                                            <p:txEl>
                                              <p:charRg st="1" end="1"/>
                                            </p:txEl>
                                          </p:spTgt>
                                        </p:tgtEl>
                                        <p:attrNameLst>
                                          <p:attrName>style.visibility</p:attrName>
                                        </p:attrNameLst>
                                      </p:cBhvr>
                                      <p:to>
                                        <p:strVal val="visible"/>
                                      </p:to>
                                    </p:set>
                                    <p:animEffect transition="in" filter="fade">
                                      <p:cBhvr>
                                        <p:cTn id="405" dur="500"/>
                                        <p:tgtEl>
                                          <p:spTgt spid="68">
                                            <p:txEl>
                                              <p:charRg st="1" end="1"/>
                                            </p:txEl>
                                          </p:spTgt>
                                        </p:tgtEl>
                                      </p:cBhvr>
                                    </p:animEffect>
                                  </p:childTnLst>
                                </p:cTn>
                              </p:par>
                            </p:childTnLst>
                          </p:cTn>
                        </p:par>
                        <p:par>
                          <p:cTn id="406" fill="hold">
                            <p:stCondLst>
                              <p:cond delay="48000"/>
                            </p:stCondLst>
                            <p:childTnLst>
                              <p:par>
                                <p:cTn id="407" presetID="10" presetClass="entr" presetSubtype="0" fill="hold" nodeType="afterEffect">
                                  <p:stCondLst>
                                    <p:cond delay="0"/>
                                  </p:stCondLst>
                                  <p:childTnLst>
                                    <p:set>
                                      <p:cBhvr>
                                        <p:cTn id="408" dur="1" fill="hold">
                                          <p:stCondLst>
                                            <p:cond delay="0"/>
                                          </p:stCondLst>
                                        </p:cTn>
                                        <p:tgtEl>
                                          <p:spTgt spid="68">
                                            <p:txEl>
                                              <p:charRg st="1" end="1"/>
                                            </p:txEl>
                                          </p:spTgt>
                                        </p:tgtEl>
                                        <p:attrNameLst>
                                          <p:attrName>style.visibility</p:attrName>
                                        </p:attrNameLst>
                                      </p:cBhvr>
                                      <p:to>
                                        <p:strVal val="visible"/>
                                      </p:to>
                                    </p:set>
                                    <p:animEffect transition="in" filter="fade">
                                      <p:cBhvr>
                                        <p:cTn id="409" dur="500"/>
                                        <p:tgtEl>
                                          <p:spTgt spid="68">
                                            <p:txEl>
                                              <p:charRg st="1" end="1"/>
                                            </p:txEl>
                                          </p:spTgt>
                                        </p:tgtEl>
                                      </p:cBhvr>
                                    </p:animEffect>
                                  </p:childTnLst>
                                </p:cTn>
                              </p:par>
                            </p:childTnLst>
                          </p:cTn>
                        </p:par>
                        <p:par>
                          <p:cTn id="410" fill="hold">
                            <p:stCondLst>
                              <p:cond delay="48500"/>
                            </p:stCondLst>
                            <p:childTnLst>
                              <p:par>
                                <p:cTn id="411" presetID="10" presetClass="entr" presetSubtype="0" fill="hold" nodeType="afterEffect">
                                  <p:stCondLst>
                                    <p:cond delay="0"/>
                                  </p:stCondLst>
                                  <p:childTnLst>
                                    <p:set>
                                      <p:cBhvr>
                                        <p:cTn id="412" dur="1" fill="hold">
                                          <p:stCondLst>
                                            <p:cond delay="0"/>
                                          </p:stCondLst>
                                        </p:cTn>
                                        <p:tgtEl>
                                          <p:spTgt spid="68">
                                            <p:txEl>
                                              <p:charRg st="1" end="1"/>
                                            </p:txEl>
                                          </p:spTgt>
                                        </p:tgtEl>
                                        <p:attrNameLst>
                                          <p:attrName>style.visibility</p:attrName>
                                        </p:attrNameLst>
                                      </p:cBhvr>
                                      <p:to>
                                        <p:strVal val="visible"/>
                                      </p:to>
                                    </p:set>
                                    <p:animEffect transition="in" filter="fade">
                                      <p:cBhvr>
                                        <p:cTn id="413" dur="500"/>
                                        <p:tgtEl>
                                          <p:spTgt spid="68">
                                            <p:txEl>
                                              <p:charRg st="1" end="1"/>
                                            </p:txEl>
                                          </p:spTgt>
                                        </p:tgtEl>
                                      </p:cBhvr>
                                    </p:animEffect>
                                  </p:childTnLst>
                                </p:cTn>
                              </p:par>
                            </p:childTnLst>
                          </p:cTn>
                        </p:par>
                        <p:par>
                          <p:cTn id="414" fill="hold">
                            <p:stCondLst>
                              <p:cond delay="49000"/>
                            </p:stCondLst>
                            <p:childTnLst>
                              <p:par>
                                <p:cTn id="415" presetID="10" presetClass="entr" presetSubtype="0" fill="hold" nodeType="afterEffect">
                                  <p:stCondLst>
                                    <p:cond delay="0"/>
                                  </p:stCondLst>
                                  <p:childTnLst>
                                    <p:set>
                                      <p:cBhvr>
                                        <p:cTn id="416" dur="1" fill="hold">
                                          <p:stCondLst>
                                            <p:cond delay="0"/>
                                          </p:stCondLst>
                                        </p:cTn>
                                        <p:tgtEl>
                                          <p:spTgt spid="68">
                                            <p:txEl>
                                              <p:charRg st="1" end="1"/>
                                            </p:txEl>
                                          </p:spTgt>
                                        </p:tgtEl>
                                        <p:attrNameLst>
                                          <p:attrName>style.visibility</p:attrName>
                                        </p:attrNameLst>
                                      </p:cBhvr>
                                      <p:to>
                                        <p:strVal val="visible"/>
                                      </p:to>
                                    </p:set>
                                    <p:animEffect transition="in" filter="fade">
                                      <p:cBhvr>
                                        <p:cTn id="417" dur="500"/>
                                        <p:tgtEl>
                                          <p:spTgt spid="68">
                                            <p:txEl>
                                              <p:charRg st="1" end="1"/>
                                            </p:txEl>
                                          </p:spTgt>
                                        </p:tgtEl>
                                      </p:cBhvr>
                                    </p:animEffect>
                                  </p:childTnLst>
                                </p:cTn>
                              </p:par>
                            </p:childTnLst>
                          </p:cTn>
                        </p:par>
                        <p:par>
                          <p:cTn id="418" fill="hold">
                            <p:stCondLst>
                              <p:cond delay="49500"/>
                            </p:stCondLst>
                            <p:childTnLst>
                              <p:par>
                                <p:cTn id="419" presetID="10" presetClass="entr" presetSubtype="0" fill="hold" nodeType="afterEffect">
                                  <p:stCondLst>
                                    <p:cond delay="0"/>
                                  </p:stCondLst>
                                  <p:childTnLst>
                                    <p:set>
                                      <p:cBhvr>
                                        <p:cTn id="420" dur="1" fill="hold">
                                          <p:stCondLst>
                                            <p:cond delay="0"/>
                                          </p:stCondLst>
                                        </p:cTn>
                                        <p:tgtEl>
                                          <p:spTgt spid="69">
                                            <p:txEl>
                                              <p:pRg st="0" end="0"/>
                                            </p:txEl>
                                          </p:spTgt>
                                        </p:tgtEl>
                                        <p:attrNameLst>
                                          <p:attrName>style.visibility</p:attrName>
                                        </p:attrNameLst>
                                      </p:cBhvr>
                                      <p:to>
                                        <p:strVal val="visible"/>
                                      </p:to>
                                    </p:set>
                                    <p:animEffect transition="in" filter="fade">
                                      <p:cBhvr>
                                        <p:cTn id="421" dur="500"/>
                                        <p:tgtEl>
                                          <p:spTgt spid="69">
                                            <p:txEl>
                                              <p:pRg st="0" end="0"/>
                                            </p:txEl>
                                          </p:spTgt>
                                        </p:tgtEl>
                                      </p:cBhvr>
                                    </p:animEffect>
                                  </p:childTnLst>
                                </p:cTn>
                              </p:par>
                            </p:childTnLst>
                          </p:cTn>
                        </p:par>
                        <p:par>
                          <p:cTn id="422" fill="hold">
                            <p:stCondLst>
                              <p:cond delay="50000"/>
                            </p:stCondLst>
                            <p:childTnLst>
                              <p:par>
                                <p:cTn id="423" presetID="10" presetClass="entr" presetSubtype="0" fill="hold" nodeType="afterEffect">
                                  <p:stCondLst>
                                    <p:cond delay="0"/>
                                  </p:stCondLst>
                                  <p:childTnLst>
                                    <p:set>
                                      <p:cBhvr>
                                        <p:cTn id="424" dur="1" fill="hold">
                                          <p:stCondLst>
                                            <p:cond delay="0"/>
                                          </p:stCondLst>
                                        </p:cTn>
                                        <p:tgtEl>
                                          <p:spTgt spid="69">
                                            <p:txEl>
                                              <p:charRg st="1" end="1"/>
                                            </p:txEl>
                                          </p:spTgt>
                                        </p:tgtEl>
                                        <p:attrNameLst>
                                          <p:attrName>style.visibility</p:attrName>
                                        </p:attrNameLst>
                                      </p:cBhvr>
                                      <p:to>
                                        <p:strVal val="visible"/>
                                      </p:to>
                                    </p:set>
                                    <p:animEffect transition="in" filter="fade">
                                      <p:cBhvr>
                                        <p:cTn id="425" dur="500"/>
                                        <p:tgtEl>
                                          <p:spTgt spid="69">
                                            <p:txEl>
                                              <p:charRg st="1" end="1"/>
                                            </p:txEl>
                                          </p:spTgt>
                                        </p:tgtEl>
                                      </p:cBhvr>
                                    </p:animEffect>
                                  </p:childTnLst>
                                </p:cTn>
                              </p:par>
                            </p:childTnLst>
                          </p:cTn>
                        </p:par>
                        <p:par>
                          <p:cTn id="426" fill="hold">
                            <p:stCondLst>
                              <p:cond delay="50500"/>
                            </p:stCondLst>
                            <p:childTnLst>
                              <p:par>
                                <p:cTn id="427" presetID="10" presetClass="entr" presetSubtype="0" fill="hold" nodeType="afterEffect">
                                  <p:stCondLst>
                                    <p:cond delay="0"/>
                                  </p:stCondLst>
                                  <p:childTnLst>
                                    <p:set>
                                      <p:cBhvr>
                                        <p:cTn id="428" dur="1" fill="hold">
                                          <p:stCondLst>
                                            <p:cond delay="0"/>
                                          </p:stCondLst>
                                        </p:cTn>
                                        <p:tgtEl>
                                          <p:spTgt spid="69">
                                            <p:txEl>
                                              <p:charRg st="1" end="1"/>
                                            </p:txEl>
                                          </p:spTgt>
                                        </p:tgtEl>
                                        <p:attrNameLst>
                                          <p:attrName>style.visibility</p:attrName>
                                        </p:attrNameLst>
                                      </p:cBhvr>
                                      <p:to>
                                        <p:strVal val="visible"/>
                                      </p:to>
                                    </p:set>
                                    <p:animEffect transition="in" filter="fade">
                                      <p:cBhvr>
                                        <p:cTn id="429" dur="500"/>
                                        <p:tgtEl>
                                          <p:spTgt spid="69">
                                            <p:txEl>
                                              <p:charRg st="1" end="1"/>
                                            </p:txEl>
                                          </p:spTgt>
                                        </p:tgtEl>
                                      </p:cBhvr>
                                    </p:animEffect>
                                  </p:childTnLst>
                                </p:cTn>
                              </p:par>
                            </p:childTnLst>
                          </p:cTn>
                        </p:par>
                        <p:par>
                          <p:cTn id="430" fill="hold">
                            <p:stCondLst>
                              <p:cond delay="51000"/>
                            </p:stCondLst>
                            <p:childTnLst>
                              <p:par>
                                <p:cTn id="431" presetID="10" presetClass="entr" presetSubtype="0" fill="hold" nodeType="afterEffect">
                                  <p:stCondLst>
                                    <p:cond delay="0"/>
                                  </p:stCondLst>
                                  <p:childTnLst>
                                    <p:set>
                                      <p:cBhvr>
                                        <p:cTn id="432" dur="1" fill="hold">
                                          <p:stCondLst>
                                            <p:cond delay="0"/>
                                          </p:stCondLst>
                                        </p:cTn>
                                        <p:tgtEl>
                                          <p:spTgt spid="69">
                                            <p:txEl>
                                              <p:charRg st="1" end="1"/>
                                            </p:txEl>
                                          </p:spTgt>
                                        </p:tgtEl>
                                        <p:attrNameLst>
                                          <p:attrName>style.visibility</p:attrName>
                                        </p:attrNameLst>
                                      </p:cBhvr>
                                      <p:to>
                                        <p:strVal val="visible"/>
                                      </p:to>
                                    </p:set>
                                    <p:animEffect transition="in" filter="fade">
                                      <p:cBhvr>
                                        <p:cTn id="433" dur="500"/>
                                        <p:tgtEl>
                                          <p:spTgt spid="69">
                                            <p:txEl>
                                              <p:charRg st="1" end="1"/>
                                            </p:txEl>
                                          </p:spTgt>
                                        </p:tgtEl>
                                      </p:cBhvr>
                                    </p:animEffect>
                                  </p:childTnLst>
                                </p:cTn>
                              </p:par>
                            </p:childTnLst>
                          </p:cTn>
                        </p:par>
                        <p:par>
                          <p:cTn id="434" fill="hold">
                            <p:stCondLst>
                              <p:cond delay="51500"/>
                            </p:stCondLst>
                            <p:childTnLst>
                              <p:par>
                                <p:cTn id="435" presetID="10" presetClass="entr" presetSubtype="0" fill="hold" nodeType="afterEffect">
                                  <p:stCondLst>
                                    <p:cond delay="0"/>
                                  </p:stCondLst>
                                  <p:childTnLst>
                                    <p:set>
                                      <p:cBhvr>
                                        <p:cTn id="436" dur="1" fill="hold">
                                          <p:stCondLst>
                                            <p:cond delay="0"/>
                                          </p:stCondLst>
                                        </p:cTn>
                                        <p:tgtEl>
                                          <p:spTgt spid="69">
                                            <p:txEl>
                                              <p:charRg st="1" end="1"/>
                                            </p:txEl>
                                          </p:spTgt>
                                        </p:tgtEl>
                                        <p:attrNameLst>
                                          <p:attrName>style.visibility</p:attrName>
                                        </p:attrNameLst>
                                      </p:cBhvr>
                                      <p:to>
                                        <p:strVal val="visible"/>
                                      </p:to>
                                    </p:set>
                                    <p:animEffect transition="in" filter="fade">
                                      <p:cBhvr>
                                        <p:cTn id="437" dur="500"/>
                                        <p:tgtEl>
                                          <p:spTgt spid="69">
                                            <p:txEl>
                                              <p:charRg st="1" end="1"/>
                                            </p:txEl>
                                          </p:spTgt>
                                        </p:tgtEl>
                                      </p:cBhvr>
                                    </p:animEffect>
                                  </p:childTnLst>
                                </p:cTn>
                              </p:par>
                            </p:childTnLst>
                          </p:cTn>
                        </p:par>
                        <p:par>
                          <p:cTn id="438" fill="hold">
                            <p:stCondLst>
                              <p:cond delay="52000"/>
                            </p:stCondLst>
                            <p:childTnLst>
                              <p:par>
                                <p:cTn id="439" presetID="10" presetClass="entr" presetSubtype="0" fill="hold" nodeType="afterEffect">
                                  <p:stCondLst>
                                    <p:cond delay="0"/>
                                  </p:stCondLst>
                                  <p:childTnLst>
                                    <p:set>
                                      <p:cBhvr>
                                        <p:cTn id="440" dur="1" fill="hold">
                                          <p:stCondLst>
                                            <p:cond delay="0"/>
                                          </p:stCondLst>
                                        </p:cTn>
                                        <p:tgtEl>
                                          <p:spTgt spid="69">
                                            <p:txEl>
                                              <p:charRg st="1" end="1"/>
                                            </p:txEl>
                                          </p:spTgt>
                                        </p:tgtEl>
                                        <p:attrNameLst>
                                          <p:attrName>style.visibility</p:attrName>
                                        </p:attrNameLst>
                                      </p:cBhvr>
                                      <p:to>
                                        <p:strVal val="visible"/>
                                      </p:to>
                                    </p:set>
                                    <p:animEffect transition="in" filter="fade">
                                      <p:cBhvr>
                                        <p:cTn id="441" dur="500"/>
                                        <p:tgtEl>
                                          <p:spTgt spid="69">
                                            <p:txEl>
                                              <p:charRg st="1" end="1"/>
                                            </p:txEl>
                                          </p:spTgt>
                                        </p:tgtEl>
                                      </p:cBhvr>
                                    </p:animEffect>
                                  </p:childTnLst>
                                </p:cTn>
                              </p:par>
                            </p:childTnLst>
                          </p:cTn>
                        </p:par>
                        <p:par>
                          <p:cTn id="442" fill="hold">
                            <p:stCondLst>
                              <p:cond delay="52500"/>
                            </p:stCondLst>
                            <p:childTnLst>
                              <p:par>
                                <p:cTn id="443" presetID="10" presetClass="entr" presetSubtype="0" fill="hold" nodeType="afterEffect">
                                  <p:stCondLst>
                                    <p:cond delay="0"/>
                                  </p:stCondLst>
                                  <p:childTnLst>
                                    <p:set>
                                      <p:cBhvr>
                                        <p:cTn id="444" dur="1" fill="hold">
                                          <p:stCondLst>
                                            <p:cond delay="0"/>
                                          </p:stCondLst>
                                        </p:cTn>
                                        <p:tgtEl>
                                          <p:spTgt spid="69">
                                            <p:txEl>
                                              <p:charRg st="1" end="1"/>
                                            </p:txEl>
                                          </p:spTgt>
                                        </p:tgtEl>
                                        <p:attrNameLst>
                                          <p:attrName>style.visibility</p:attrName>
                                        </p:attrNameLst>
                                      </p:cBhvr>
                                      <p:to>
                                        <p:strVal val="visible"/>
                                      </p:to>
                                    </p:set>
                                    <p:animEffect transition="in" filter="fade">
                                      <p:cBhvr>
                                        <p:cTn id="445" dur="500"/>
                                        <p:tgtEl>
                                          <p:spTgt spid="69">
                                            <p:txEl>
                                              <p:charRg st="1" end="1"/>
                                            </p:txEl>
                                          </p:spTgt>
                                        </p:tgtEl>
                                      </p:cBhvr>
                                    </p:animEffect>
                                  </p:childTnLst>
                                </p:cTn>
                              </p:par>
                            </p:childTnLst>
                          </p:cTn>
                        </p:par>
                        <p:par>
                          <p:cTn id="446" fill="hold">
                            <p:stCondLst>
                              <p:cond delay="53000"/>
                            </p:stCondLst>
                            <p:childTnLst>
                              <p:par>
                                <p:cTn id="447" presetID="10" presetClass="entr" presetSubtype="0" fill="hold" nodeType="afterEffect">
                                  <p:stCondLst>
                                    <p:cond delay="0"/>
                                  </p:stCondLst>
                                  <p:childTnLst>
                                    <p:set>
                                      <p:cBhvr>
                                        <p:cTn id="448" dur="1" fill="hold">
                                          <p:stCondLst>
                                            <p:cond delay="0"/>
                                          </p:stCondLst>
                                        </p:cTn>
                                        <p:tgtEl>
                                          <p:spTgt spid="69">
                                            <p:txEl>
                                              <p:charRg st="1" end="1"/>
                                            </p:txEl>
                                          </p:spTgt>
                                        </p:tgtEl>
                                        <p:attrNameLst>
                                          <p:attrName>style.visibility</p:attrName>
                                        </p:attrNameLst>
                                      </p:cBhvr>
                                      <p:to>
                                        <p:strVal val="visible"/>
                                      </p:to>
                                    </p:set>
                                    <p:animEffect transition="in" filter="fade">
                                      <p:cBhvr>
                                        <p:cTn id="449" dur="500"/>
                                        <p:tgtEl>
                                          <p:spTgt spid="69">
                                            <p:txEl>
                                              <p:charRg st="1" end="1"/>
                                            </p:txEl>
                                          </p:spTgt>
                                        </p:tgtEl>
                                      </p:cBhvr>
                                    </p:animEffect>
                                  </p:childTnLst>
                                </p:cTn>
                              </p:par>
                            </p:childTnLst>
                          </p:cTn>
                        </p:par>
                        <p:par>
                          <p:cTn id="450" fill="hold">
                            <p:stCondLst>
                              <p:cond delay="53500"/>
                            </p:stCondLst>
                            <p:childTnLst>
                              <p:par>
                                <p:cTn id="451" presetID="10" presetClass="entr" presetSubtype="0" fill="hold" nodeType="afterEffect">
                                  <p:stCondLst>
                                    <p:cond delay="0"/>
                                  </p:stCondLst>
                                  <p:childTnLst>
                                    <p:set>
                                      <p:cBhvr>
                                        <p:cTn id="452" dur="1" fill="hold">
                                          <p:stCondLst>
                                            <p:cond delay="0"/>
                                          </p:stCondLst>
                                        </p:cTn>
                                        <p:tgtEl>
                                          <p:spTgt spid="69">
                                            <p:txEl>
                                              <p:charRg st="1" end="1"/>
                                            </p:txEl>
                                          </p:spTgt>
                                        </p:tgtEl>
                                        <p:attrNameLst>
                                          <p:attrName>style.visibility</p:attrName>
                                        </p:attrNameLst>
                                      </p:cBhvr>
                                      <p:to>
                                        <p:strVal val="visible"/>
                                      </p:to>
                                    </p:set>
                                    <p:animEffect transition="in" filter="fade">
                                      <p:cBhvr>
                                        <p:cTn id="453" dur="500"/>
                                        <p:tgtEl>
                                          <p:spTgt spid="6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tx" preserve="1">
  <p:cSld name="Title and Conten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4" name="Google Shape;74;p11"/>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5" name="Google Shape;75;p11"/>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62548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reserve="1">
  <p:cSld name="Section Header">
    <p:spTree>
      <p:nvGrpSpPr>
        <p:cNvPr id="1" name="Shape 76"/>
        <p:cNvGrpSpPr/>
        <p:nvPr/>
      </p:nvGrpSpPr>
      <p:grpSpPr>
        <a:xfrm>
          <a:off x="0" y="0"/>
          <a:ext cx="0" cy="0"/>
          <a:chOff x="0" y="0"/>
          <a:chExt cx="0" cy="0"/>
        </a:xfrm>
      </p:grpSpPr>
      <p:sp>
        <p:nvSpPr>
          <p:cNvPr id="77" name="Google Shape;77;p13"/>
          <p:cNvSpPr txBox="1">
            <a:spLocks noGrp="1"/>
          </p:cNvSpPr>
          <p:nvPr>
            <p:ph type="title"/>
          </p:nvPr>
        </p:nvSpPr>
        <p:spPr>
          <a:xfrm>
            <a:off x="831850" y="1709738"/>
            <a:ext cx="10515600" cy="28527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8" name="Google Shape;78;p13"/>
          <p:cNvSpPr txBox="1">
            <a:spLocks noGrp="1"/>
          </p:cNvSpPr>
          <p:nvPr>
            <p:ph type="body" idx="1"/>
          </p:nvPr>
        </p:nvSpPr>
        <p:spPr>
          <a:xfrm>
            <a:off x="831850" y="4589462"/>
            <a:ext cx="10515600" cy="15003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Arial"/>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Arial"/>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Arial"/>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Arial"/>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Arial"/>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9" name="Google Shape;79;p13"/>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74022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reserve="1">
  <p:cSld name="Comparison">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839787"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2" name="Google Shape;82;p14"/>
          <p:cNvSpPr txBox="1">
            <a:spLocks noGrp="1"/>
          </p:cNvSpPr>
          <p:nvPr>
            <p:ph type="body" idx="1"/>
          </p:nvPr>
        </p:nvSpPr>
        <p:spPr>
          <a:xfrm>
            <a:off x="839787" y="1681163"/>
            <a:ext cx="5157900" cy="823800"/>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Arial"/>
              <a:buNone/>
              <a:defRPr sz="2400" b="1"/>
            </a:lvl1pPr>
            <a:lvl2pPr marL="914400" lvl="1" indent="-228600" algn="l">
              <a:lnSpc>
                <a:spcPct val="90000"/>
              </a:lnSpc>
              <a:spcBef>
                <a:spcPts val="1000"/>
              </a:spcBef>
              <a:spcAft>
                <a:spcPts val="0"/>
              </a:spcAft>
              <a:buClr>
                <a:srgbClr val="000000"/>
              </a:buClr>
              <a:buSzPts val="2400"/>
              <a:buFont typeface="Arial"/>
              <a:buNone/>
              <a:defRPr sz="2400" b="1"/>
            </a:lvl2pPr>
            <a:lvl3pPr marL="1371600" lvl="2" indent="-228600" algn="l">
              <a:lnSpc>
                <a:spcPct val="90000"/>
              </a:lnSpc>
              <a:spcBef>
                <a:spcPts val="1000"/>
              </a:spcBef>
              <a:spcAft>
                <a:spcPts val="0"/>
              </a:spcAft>
              <a:buClr>
                <a:srgbClr val="000000"/>
              </a:buClr>
              <a:buSzPts val="2400"/>
              <a:buFont typeface="Arial"/>
              <a:buNone/>
              <a:defRPr sz="2400" b="1"/>
            </a:lvl3pPr>
            <a:lvl4pPr marL="1828800" lvl="3" indent="-228600" algn="l">
              <a:lnSpc>
                <a:spcPct val="90000"/>
              </a:lnSpc>
              <a:spcBef>
                <a:spcPts val="1000"/>
              </a:spcBef>
              <a:spcAft>
                <a:spcPts val="0"/>
              </a:spcAft>
              <a:buClr>
                <a:srgbClr val="000000"/>
              </a:buClr>
              <a:buSzPts val="2400"/>
              <a:buFont typeface="Arial"/>
              <a:buNone/>
              <a:defRPr sz="2400" b="1"/>
            </a:lvl4pPr>
            <a:lvl5pPr marL="2286000" lvl="4" indent="-228600" algn="l">
              <a:lnSpc>
                <a:spcPct val="90000"/>
              </a:lnSpc>
              <a:spcBef>
                <a:spcPts val="1000"/>
              </a:spcBef>
              <a:spcAft>
                <a:spcPts val="0"/>
              </a:spcAft>
              <a:buClr>
                <a:srgbClr val="000000"/>
              </a:buClr>
              <a:buSzPts val="2400"/>
              <a:buFont typeface="Arial"/>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3" name="Google Shape;83;p14"/>
          <p:cNvSpPr txBox="1">
            <a:spLocks noGrp="1"/>
          </p:cNvSpPr>
          <p:nvPr>
            <p:ph type="body" idx="2"/>
          </p:nvPr>
        </p:nvSpPr>
        <p:spPr>
          <a:xfrm>
            <a:off x="6172200" y="1681163"/>
            <a:ext cx="5183100" cy="823800"/>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4" name="Google Shape;84;p14"/>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40476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7" name="Google Shape;87;p15"/>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7586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Shape 88"/>
        <p:cNvGrpSpPr/>
        <p:nvPr/>
      </p:nvGrpSpPr>
      <p:grpSpPr>
        <a:xfrm>
          <a:off x="0" y="0"/>
          <a:ext cx="0" cy="0"/>
          <a:chOff x="0" y="0"/>
          <a:chExt cx="0" cy="0"/>
        </a:xfrm>
      </p:grpSpPr>
      <p:sp>
        <p:nvSpPr>
          <p:cNvPr id="89" name="Google Shape;89;p16"/>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865833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reserve="1">
  <p:cSld name="Content with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2" name="Google Shape;92;p17"/>
          <p:cNvSpPr txBox="1">
            <a:spLocks noGrp="1"/>
          </p:cNvSpPr>
          <p:nvPr>
            <p:ph type="body" idx="1"/>
          </p:nvPr>
        </p:nvSpPr>
        <p:spPr>
          <a:xfrm>
            <a:off x="5183187" y="987425"/>
            <a:ext cx="6172200" cy="4873500"/>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3" name="Google Shape;93;p17"/>
          <p:cNvSpPr txBox="1">
            <a:spLocks noGrp="1"/>
          </p:cNvSpPr>
          <p:nvPr>
            <p:ph type="body" idx="2"/>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4" name="Google Shape;94;p17"/>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365745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reserve="1">
  <p:cSld name="Picture with Caption">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7" name="Google Shape;97;p18"/>
          <p:cNvSpPr>
            <a:spLocks noGrp="1"/>
          </p:cNvSpPr>
          <p:nvPr>
            <p:ph type="pic" idx="2"/>
          </p:nvPr>
        </p:nvSpPr>
        <p:spPr>
          <a:xfrm>
            <a:off x="5183187" y="987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R="0" lvl="1"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R="0" lvl="5"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R="0" lvl="6"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R="0" lvl="7"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R="0" lvl="8"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98" name="Google Shape;98;p18"/>
          <p:cNvSpPr txBox="1">
            <a:spLocks noGrp="1"/>
          </p:cNvSpPr>
          <p:nvPr>
            <p:ph type="body" idx="1"/>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Arial"/>
              <a:buNone/>
              <a:defRPr sz="1600"/>
            </a:lvl1pPr>
            <a:lvl2pPr marL="914400" lvl="1" indent="-228600" algn="l">
              <a:lnSpc>
                <a:spcPct val="90000"/>
              </a:lnSpc>
              <a:spcBef>
                <a:spcPts val="1000"/>
              </a:spcBef>
              <a:spcAft>
                <a:spcPts val="0"/>
              </a:spcAft>
              <a:buClr>
                <a:srgbClr val="000000"/>
              </a:buClr>
              <a:buSzPts val="1600"/>
              <a:buFont typeface="Arial"/>
              <a:buNone/>
              <a:defRPr sz="1600"/>
            </a:lvl2pPr>
            <a:lvl3pPr marL="1371600" lvl="2" indent="-228600" algn="l">
              <a:lnSpc>
                <a:spcPct val="90000"/>
              </a:lnSpc>
              <a:spcBef>
                <a:spcPts val="1000"/>
              </a:spcBef>
              <a:spcAft>
                <a:spcPts val="0"/>
              </a:spcAft>
              <a:buClr>
                <a:srgbClr val="000000"/>
              </a:buClr>
              <a:buSzPts val="1600"/>
              <a:buFont typeface="Arial"/>
              <a:buNone/>
              <a:defRPr sz="1600"/>
            </a:lvl3pPr>
            <a:lvl4pPr marL="1828800" lvl="3" indent="-228600" algn="l">
              <a:lnSpc>
                <a:spcPct val="90000"/>
              </a:lnSpc>
              <a:spcBef>
                <a:spcPts val="1000"/>
              </a:spcBef>
              <a:spcAft>
                <a:spcPts val="0"/>
              </a:spcAft>
              <a:buClr>
                <a:srgbClr val="000000"/>
              </a:buClr>
              <a:buSzPts val="1600"/>
              <a:buFont typeface="Arial"/>
              <a:buNone/>
              <a:defRPr sz="1600"/>
            </a:lvl4pPr>
            <a:lvl5pPr marL="2286000" lvl="4" indent="-228600" algn="l">
              <a:lnSpc>
                <a:spcPct val="90000"/>
              </a:lnSpc>
              <a:spcBef>
                <a:spcPts val="1000"/>
              </a:spcBef>
              <a:spcAft>
                <a:spcPts val="0"/>
              </a:spcAft>
              <a:buClr>
                <a:srgbClr val="000000"/>
              </a:buClr>
              <a:buSzPts val="1600"/>
              <a:buFont typeface="Arial"/>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9" name="Google Shape;99;p18"/>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244955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preserve="1">
  <p:cSld name="Title and Vertical Text">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2" name="Google Shape;102;p1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3" name="Google Shape;103;p1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798796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preserve="1">
  <p:cSld name="Vertical Title and Text">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8724900" y="365125"/>
            <a:ext cx="2628900" cy="58119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6" name="Google Shape;106;p20"/>
          <p:cNvSpPr txBox="1">
            <a:spLocks noGrp="1"/>
          </p:cNvSpPr>
          <p:nvPr>
            <p:ph type="body" idx="1"/>
          </p:nvPr>
        </p:nvSpPr>
        <p:spPr>
          <a:xfrm>
            <a:off x="838200" y="365125"/>
            <a:ext cx="7734300" cy="581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7" name="Google Shape;107;p2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3823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preserve="1">
  <p:cSld name="Title 2">
    <p:spTree>
      <p:nvGrpSpPr>
        <p:cNvPr id="1" name="Shape 108"/>
        <p:cNvGrpSpPr/>
        <p:nvPr/>
      </p:nvGrpSpPr>
      <p:grpSpPr>
        <a:xfrm>
          <a:off x="0" y="0"/>
          <a:ext cx="0" cy="0"/>
          <a:chOff x="0" y="0"/>
          <a:chExt cx="0" cy="0"/>
        </a:xfrm>
      </p:grpSpPr>
      <p:sp>
        <p:nvSpPr>
          <p:cNvPr id="109" name="Google Shape;109;ge35c07f9d5_0_198"/>
          <p:cNvSpPr/>
          <p:nvPr/>
        </p:nvSpPr>
        <p:spPr>
          <a:xfrm>
            <a:off x="0" y="2400300"/>
            <a:ext cx="12192000" cy="2057400"/>
          </a:xfrm>
          <a:prstGeom prst="rect">
            <a:avLst/>
          </a:prstGeom>
          <a:gradFill>
            <a:gsLst>
              <a:gs pos="0">
                <a:srgbClr val="FFFFFF">
                  <a:alpha val="89411"/>
                </a:srgbClr>
              </a:gs>
              <a:gs pos="25000">
                <a:srgbClr val="FFFFFF">
                  <a:alpha val="40392"/>
                </a:srgbClr>
              </a:gs>
              <a:gs pos="51000">
                <a:srgbClr val="FFFFFF">
                  <a:alpha val="0"/>
                </a:srgbClr>
              </a:gs>
              <a:gs pos="80000">
                <a:srgbClr val="FFFFFF">
                  <a:alpha val="392"/>
                </a:srgbClr>
              </a:gs>
              <a:gs pos="100000">
                <a:srgbClr val="FFFFFF">
                  <a:alpha val="49411"/>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0" name="Google Shape;110;ge35c07f9d5_0_198"/>
          <p:cNvSpPr txBox="1">
            <a:spLocks noGrp="1"/>
          </p:cNvSpPr>
          <p:nvPr>
            <p:ph type="title"/>
          </p:nvPr>
        </p:nvSpPr>
        <p:spPr>
          <a:xfrm>
            <a:off x="609600" y="2648638"/>
            <a:ext cx="109728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64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1" name="Google Shape;111;ge35c07f9d5_0_198"/>
          <p:cNvSpPr txBox="1">
            <a:spLocks noGrp="1"/>
          </p:cNvSpPr>
          <p:nvPr>
            <p:ph type="body" idx="1"/>
          </p:nvPr>
        </p:nvSpPr>
        <p:spPr>
          <a:xfrm>
            <a:off x="605780" y="3639702"/>
            <a:ext cx="109803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4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2" name="Google Shape;112;ge35c07f9d5_0_198"/>
          <p:cNvSpPr txBox="1">
            <a:spLocks noGrp="1"/>
          </p:cNvSpPr>
          <p:nvPr>
            <p:ph type="body" idx="2"/>
          </p:nvPr>
        </p:nvSpPr>
        <p:spPr>
          <a:xfrm>
            <a:off x="605780" y="4526407"/>
            <a:ext cx="10980300" cy="432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accent2"/>
              </a:buClr>
              <a:buSzPts val="2800"/>
              <a:buFont typeface="Arial"/>
              <a:buNone/>
              <a:defRPr sz="1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8114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xEl>
                                              <p:pRg st="0" end="0"/>
                                            </p:txEl>
                                          </p:spTgt>
                                        </p:tgtEl>
                                        <p:attrNameLst>
                                          <p:attrName>style.visibility</p:attrName>
                                        </p:attrNameLst>
                                      </p:cBhvr>
                                      <p:to>
                                        <p:strVal val="visible"/>
                                      </p:to>
                                    </p:set>
                                    <p:animEffect transition="in" filter="fade">
                                      <p:cBhvr>
                                        <p:cTn id="10" dur="1000"/>
                                        <p:tgtEl>
                                          <p:spTgt spid="11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xEl>
                                              <p:charRg st="1" end="1"/>
                                            </p:txEl>
                                          </p:spTgt>
                                        </p:tgtEl>
                                        <p:attrNameLst>
                                          <p:attrName>style.visibility</p:attrName>
                                        </p:attrNameLst>
                                      </p:cBhvr>
                                      <p:to>
                                        <p:strVal val="visible"/>
                                      </p:to>
                                    </p:set>
                                    <p:animEffect transition="in" filter="fade">
                                      <p:cBhvr>
                                        <p:cTn id="13" dur="1000"/>
                                        <p:tgtEl>
                                          <p:spTgt spid="111">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1">
                                            <p:txEl>
                                              <p:charRg st="1" end="1"/>
                                            </p:txEl>
                                          </p:spTgt>
                                        </p:tgtEl>
                                        <p:attrNameLst>
                                          <p:attrName>style.visibility</p:attrName>
                                        </p:attrNameLst>
                                      </p:cBhvr>
                                      <p:to>
                                        <p:strVal val="visible"/>
                                      </p:to>
                                    </p:set>
                                    <p:animEffect transition="in" filter="fade">
                                      <p:cBhvr>
                                        <p:cTn id="16" dur="1000"/>
                                        <p:tgtEl>
                                          <p:spTgt spid="111">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1">
                                            <p:txEl>
                                              <p:charRg st="1" end="1"/>
                                            </p:txEl>
                                          </p:spTgt>
                                        </p:tgtEl>
                                        <p:attrNameLst>
                                          <p:attrName>style.visibility</p:attrName>
                                        </p:attrNameLst>
                                      </p:cBhvr>
                                      <p:to>
                                        <p:strVal val="visible"/>
                                      </p:to>
                                    </p:set>
                                    <p:animEffect transition="in" filter="fade">
                                      <p:cBhvr>
                                        <p:cTn id="19" dur="1000"/>
                                        <p:tgtEl>
                                          <p:spTgt spid="111">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1">
                                            <p:txEl>
                                              <p:charRg st="1" end="1"/>
                                            </p:txEl>
                                          </p:spTgt>
                                        </p:tgtEl>
                                        <p:attrNameLst>
                                          <p:attrName>style.visibility</p:attrName>
                                        </p:attrNameLst>
                                      </p:cBhvr>
                                      <p:to>
                                        <p:strVal val="visible"/>
                                      </p:to>
                                    </p:set>
                                    <p:animEffect transition="in" filter="fade">
                                      <p:cBhvr>
                                        <p:cTn id="22" dur="1000"/>
                                        <p:tgtEl>
                                          <p:spTgt spid="111">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1">
                                            <p:txEl>
                                              <p:charRg st="1" end="1"/>
                                            </p:txEl>
                                          </p:spTgt>
                                        </p:tgtEl>
                                        <p:attrNameLst>
                                          <p:attrName>style.visibility</p:attrName>
                                        </p:attrNameLst>
                                      </p:cBhvr>
                                      <p:to>
                                        <p:strVal val="visible"/>
                                      </p:to>
                                    </p:set>
                                    <p:animEffect transition="in" filter="fade">
                                      <p:cBhvr>
                                        <p:cTn id="25" dur="1000"/>
                                        <p:tgtEl>
                                          <p:spTgt spid="111">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1">
                                            <p:txEl>
                                              <p:charRg st="1" end="1"/>
                                            </p:txEl>
                                          </p:spTgt>
                                        </p:tgtEl>
                                        <p:attrNameLst>
                                          <p:attrName>style.visibility</p:attrName>
                                        </p:attrNameLst>
                                      </p:cBhvr>
                                      <p:to>
                                        <p:strVal val="visible"/>
                                      </p:to>
                                    </p:set>
                                    <p:animEffect transition="in" filter="fade">
                                      <p:cBhvr>
                                        <p:cTn id="28" dur="1000"/>
                                        <p:tgtEl>
                                          <p:spTgt spid="111">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1">
                                            <p:txEl>
                                              <p:charRg st="1" end="1"/>
                                            </p:txEl>
                                          </p:spTgt>
                                        </p:tgtEl>
                                        <p:attrNameLst>
                                          <p:attrName>style.visibility</p:attrName>
                                        </p:attrNameLst>
                                      </p:cBhvr>
                                      <p:to>
                                        <p:strVal val="visible"/>
                                      </p:to>
                                    </p:set>
                                    <p:animEffect transition="in" filter="fade">
                                      <p:cBhvr>
                                        <p:cTn id="31" dur="1000"/>
                                        <p:tgtEl>
                                          <p:spTgt spid="111">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xEl>
                                              <p:charRg st="1" end="1"/>
                                            </p:txEl>
                                          </p:spTgt>
                                        </p:tgtEl>
                                        <p:attrNameLst>
                                          <p:attrName>style.visibility</p:attrName>
                                        </p:attrNameLst>
                                      </p:cBhvr>
                                      <p:to>
                                        <p:strVal val="visible"/>
                                      </p:to>
                                    </p:set>
                                    <p:animEffect transition="in" filter="fade">
                                      <p:cBhvr>
                                        <p:cTn id="34" dur="1000"/>
                                        <p:tgtEl>
                                          <p:spTgt spid="111">
                                            <p:txEl>
                                              <p:char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1000"/>
                                        <p:tgtEl>
                                          <p:spTgt spid="109"/>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fade">
                                      <p:cBhvr>
                                        <p:cTn id="4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Keywords" preserve="1">
  <p:cSld name="Keywords">
    <p:spTree>
      <p:nvGrpSpPr>
        <p:cNvPr id="1" name="Shape 113"/>
        <p:cNvGrpSpPr/>
        <p:nvPr/>
      </p:nvGrpSpPr>
      <p:grpSpPr>
        <a:xfrm>
          <a:off x="0" y="0"/>
          <a:ext cx="0" cy="0"/>
          <a:chOff x="0" y="0"/>
          <a:chExt cx="0" cy="0"/>
        </a:xfrm>
      </p:grpSpPr>
      <p:sp>
        <p:nvSpPr>
          <p:cNvPr id="114" name="Google Shape;114;ge35c07f9d5_0_942"/>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5" name="Google Shape;115;ge35c07f9d5_0_94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116" name="Google Shape;116;ge35c07f9d5_0_94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117" name="Google Shape;117;ge35c07f9d5_0_942"/>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8" name="Google Shape;118;ge35c07f9d5_0_942"/>
          <p:cNvSpPr/>
          <p:nvPr/>
        </p:nvSpPr>
        <p:spPr>
          <a:xfrm>
            <a:off x="0" y="2526979"/>
            <a:ext cx="12192000" cy="1298700"/>
          </a:xfrm>
          <a:prstGeom prst="rect">
            <a:avLst/>
          </a:prstGeom>
          <a:gradFill>
            <a:gsLst>
              <a:gs pos="0">
                <a:srgbClr val="FFFFFF">
                  <a:alpha val="83137"/>
                </a:srgbClr>
              </a:gs>
              <a:gs pos="24000">
                <a:srgbClr val="FFFFFF">
                  <a:alpha val="30196"/>
                </a:srgbClr>
              </a:gs>
              <a:gs pos="67000">
                <a:srgbClr val="FFFFFF">
                  <a:alpha val="4313"/>
                </a:srgbClr>
              </a:gs>
              <a:gs pos="100000">
                <a:srgbClr val="FFFFFF">
                  <a:alpha val="64313"/>
                </a:srgbClr>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9" name="Google Shape;119;ge35c07f9d5_0_942"/>
          <p:cNvSpPr/>
          <p:nvPr/>
        </p:nvSpPr>
        <p:spPr>
          <a:xfrm rot="-2699792">
            <a:off x="2373610" y="2786242"/>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0" name="Google Shape;120;ge35c07f9d5_0_942"/>
          <p:cNvSpPr/>
          <p:nvPr/>
        </p:nvSpPr>
        <p:spPr>
          <a:xfrm>
            <a:off x="5324189" y="221559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1" name="Google Shape;121;ge35c07f9d5_0_942"/>
          <p:cNvSpPr/>
          <p:nvPr/>
        </p:nvSpPr>
        <p:spPr>
          <a:xfrm rot="10800000">
            <a:off x="2287646" y="3825555"/>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2" name="Google Shape;122;ge35c07f9d5_0_942"/>
          <p:cNvSpPr/>
          <p:nvPr/>
        </p:nvSpPr>
        <p:spPr>
          <a:xfrm rot="-2699792">
            <a:off x="4247049" y="2785931"/>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3" name="Google Shape;123;ge35c07f9d5_0_942"/>
          <p:cNvSpPr/>
          <p:nvPr/>
        </p:nvSpPr>
        <p:spPr>
          <a:xfrm>
            <a:off x="7197627" y="221528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4" name="Google Shape;124;ge35c07f9d5_0_942"/>
          <p:cNvSpPr/>
          <p:nvPr/>
        </p:nvSpPr>
        <p:spPr>
          <a:xfrm rot="10800000">
            <a:off x="4161086" y="3825244"/>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5" name="Google Shape;125;ge35c07f9d5_0_942"/>
          <p:cNvSpPr/>
          <p:nvPr/>
        </p:nvSpPr>
        <p:spPr>
          <a:xfrm rot="-2699792">
            <a:off x="6120487" y="2799769"/>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6" name="Google Shape;126;ge35c07f9d5_0_942"/>
          <p:cNvSpPr/>
          <p:nvPr/>
        </p:nvSpPr>
        <p:spPr>
          <a:xfrm>
            <a:off x="9071064" y="2229125"/>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7" name="Google Shape;127;ge35c07f9d5_0_942"/>
          <p:cNvSpPr/>
          <p:nvPr/>
        </p:nvSpPr>
        <p:spPr>
          <a:xfrm rot="10800000">
            <a:off x="6034524"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8" name="Google Shape;128;ge35c07f9d5_0_942"/>
          <p:cNvSpPr/>
          <p:nvPr/>
        </p:nvSpPr>
        <p:spPr>
          <a:xfrm rot="-2699792">
            <a:off x="7993927" y="279977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9" name="Google Shape;129;ge35c07f9d5_0_942"/>
          <p:cNvSpPr/>
          <p:nvPr/>
        </p:nvSpPr>
        <p:spPr>
          <a:xfrm>
            <a:off x="10944504" y="222912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0" name="Google Shape;130;ge35c07f9d5_0_942"/>
          <p:cNvSpPr/>
          <p:nvPr/>
        </p:nvSpPr>
        <p:spPr>
          <a:xfrm rot="10800000">
            <a:off x="7907962"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1" name="Google Shape;131;ge35c07f9d5_0_942"/>
          <p:cNvSpPr/>
          <p:nvPr/>
        </p:nvSpPr>
        <p:spPr>
          <a:xfrm rot="-2699792">
            <a:off x="500172" y="278562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2" name="Google Shape;132;ge35c07f9d5_0_942"/>
          <p:cNvSpPr/>
          <p:nvPr/>
        </p:nvSpPr>
        <p:spPr>
          <a:xfrm>
            <a:off x="3450749" y="221497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3" name="Google Shape;133;ge35c07f9d5_0_942"/>
          <p:cNvSpPr/>
          <p:nvPr/>
        </p:nvSpPr>
        <p:spPr>
          <a:xfrm rot="10800000">
            <a:off x="414208" y="382493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4" name="Google Shape;134;ge35c07f9d5_0_942"/>
          <p:cNvSpPr txBox="1">
            <a:spLocks noGrp="1"/>
          </p:cNvSpPr>
          <p:nvPr>
            <p:ph type="body" idx="2"/>
          </p:nvPr>
        </p:nvSpPr>
        <p:spPr>
          <a:xfrm rot="-2700000">
            <a:off x="1077631"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5" name="Google Shape;135;ge35c07f9d5_0_942"/>
          <p:cNvSpPr txBox="1">
            <a:spLocks noGrp="1"/>
          </p:cNvSpPr>
          <p:nvPr>
            <p:ph type="body" idx="3"/>
          </p:nvPr>
        </p:nvSpPr>
        <p:spPr>
          <a:xfrm rot="-2700000">
            <a:off x="2954977"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6" name="Google Shape;136;ge35c07f9d5_0_942"/>
          <p:cNvSpPr txBox="1">
            <a:spLocks noGrp="1"/>
          </p:cNvSpPr>
          <p:nvPr>
            <p:ph type="body" idx="4"/>
          </p:nvPr>
        </p:nvSpPr>
        <p:spPr>
          <a:xfrm rot="-2700000">
            <a:off x="483232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7" name="Google Shape;137;ge35c07f9d5_0_942"/>
          <p:cNvSpPr txBox="1">
            <a:spLocks noGrp="1"/>
          </p:cNvSpPr>
          <p:nvPr>
            <p:ph type="body" idx="5"/>
          </p:nvPr>
        </p:nvSpPr>
        <p:spPr>
          <a:xfrm rot="-2700000">
            <a:off x="6709670"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8" name="Google Shape;138;ge35c07f9d5_0_942"/>
          <p:cNvSpPr txBox="1">
            <a:spLocks noGrp="1"/>
          </p:cNvSpPr>
          <p:nvPr>
            <p:ph type="body" idx="6"/>
          </p:nvPr>
        </p:nvSpPr>
        <p:spPr>
          <a:xfrm rot="-2700000">
            <a:off x="858701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9" name="Google Shape;139;ge35c07f9d5_0_942"/>
          <p:cNvSpPr txBox="1">
            <a:spLocks noGrp="1"/>
          </p:cNvSpPr>
          <p:nvPr>
            <p:ph type="body" idx="7"/>
          </p:nvPr>
        </p:nvSpPr>
        <p:spPr>
          <a:xfrm>
            <a:off x="795544"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0" name="Google Shape;140;ge35c07f9d5_0_942"/>
          <p:cNvSpPr txBox="1">
            <a:spLocks noGrp="1"/>
          </p:cNvSpPr>
          <p:nvPr>
            <p:ph type="body" idx="8"/>
          </p:nvPr>
        </p:nvSpPr>
        <p:spPr>
          <a:xfrm>
            <a:off x="791839"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141" name="Google Shape;141;ge35c07f9d5_0_942"/>
          <p:cNvPicPr preferRelativeResize="0"/>
          <p:nvPr/>
        </p:nvPicPr>
        <p:blipFill rotWithShape="1">
          <a:blip r:embed="rId2" cstate="print">
            <a:alphaModFix/>
          </a:blip>
          <a:srcRect/>
          <a:stretch/>
        </p:blipFill>
        <p:spPr>
          <a:xfrm>
            <a:off x="1907626" y="4940635"/>
            <a:ext cx="5417400" cy="396000"/>
          </a:xfrm>
          <a:prstGeom prst="rect">
            <a:avLst/>
          </a:prstGeom>
          <a:noFill/>
          <a:ln>
            <a:noFill/>
          </a:ln>
        </p:spPr>
      </p:pic>
      <p:sp>
        <p:nvSpPr>
          <p:cNvPr id="142" name="Google Shape;142;ge35c07f9d5_0_942"/>
          <p:cNvSpPr txBox="1">
            <a:spLocks noGrp="1"/>
          </p:cNvSpPr>
          <p:nvPr>
            <p:ph type="body" idx="9"/>
          </p:nvPr>
        </p:nvSpPr>
        <p:spPr>
          <a:xfrm>
            <a:off x="6293565"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3" name="Google Shape;143;ge35c07f9d5_0_942"/>
          <p:cNvSpPr txBox="1">
            <a:spLocks noGrp="1"/>
          </p:cNvSpPr>
          <p:nvPr>
            <p:ph type="body" idx="13"/>
          </p:nvPr>
        </p:nvSpPr>
        <p:spPr>
          <a:xfrm>
            <a:off x="6289860"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5371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500"/>
                                        <p:tgtEl>
                                          <p:spTgt spid="1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7">
                                            <p:txEl>
                                              <p:charRg st="1" end="1"/>
                                            </p:txEl>
                                          </p:spTgt>
                                        </p:tgtEl>
                                        <p:attrNameLst>
                                          <p:attrName>style.visibility</p:attrName>
                                        </p:attrNameLst>
                                      </p:cBhvr>
                                      <p:to>
                                        <p:strVal val="visible"/>
                                      </p:to>
                                    </p:set>
                                    <p:animEffect transition="in" filter="fade">
                                      <p:cBhvr>
                                        <p:cTn id="10" dur="500"/>
                                        <p:tgtEl>
                                          <p:spTgt spid="1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7">
                                            <p:txEl>
                                              <p:charRg st="1" end="1"/>
                                            </p:txEl>
                                          </p:spTgt>
                                        </p:tgtEl>
                                        <p:attrNameLst>
                                          <p:attrName>style.visibility</p:attrName>
                                        </p:attrNameLst>
                                      </p:cBhvr>
                                      <p:to>
                                        <p:strVal val="visible"/>
                                      </p:to>
                                    </p:set>
                                    <p:animEffect transition="in" filter="fade">
                                      <p:cBhvr>
                                        <p:cTn id="13" dur="500"/>
                                        <p:tgtEl>
                                          <p:spTgt spid="1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7">
                                            <p:txEl>
                                              <p:charRg st="1" end="1"/>
                                            </p:txEl>
                                          </p:spTgt>
                                        </p:tgtEl>
                                        <p:attrNameLst>
                                          <p:attrName>style.visibility</p:attrName>
                                        </p:attrNameLst>
                                      </p:cBhvr>
                                      <p:to>
                                        <p:strVal val="visible"/>
                                      </p:to>
                                    </p:set>
                                    <p:animEffect transition="in" filter="fade">
                                      <p:cBhvr>
                                        <p:cTn id="16" dur="500"/>
                                        <p:tgtEl>
                                          <p:spTgt spid="1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xEl>
                                              <p:charRg st="1" end="1"/>
                                            </p:txEl>
                                          </p:spTgt>
                                        </p:tgtEl>
                                        <p:attrNameLst>
                                          <p:attrName>style.visibility</p:attrName>
                                        </p:attrNameLst>
                                      </p:cBhvr>
                                      <p:to>
                                        <p:strVal val="visible"/>
                                      </p:to>
                                    </p:set>
                                    <p:animEffect transition="in" filter="fade">
                                      <p:cBhvr>
                                        <p:cTn id="19" dur="500"/>
                                        <p:tgtEl>
                                          <p:spTgt spid="1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7">
                                            <p:txEl>
                                              <p:charRg st="1" end="1"/>
                                            </p:txEl>
                                          </p:spTgt>
                                        </p:tgtEl>
                                        <p:attrNameLst>
                                          <p:attrName>style.visibility</p:attrName>
                                        </p:attrNameLst>
                                      </p:cBhvr>
                                      <p:to>
                                        <p:strVal val="visible"/>
                                      </p:to>
                                    </p:set>
                                    <p:animEffect transition="in" filter="fade">
                                      <p:cBhvr>
                                        <p:cTn id="22" dur="500"/>
                                        <p:tgtEl>
                                          <p:spTgt spid="1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7">
                                            <p:txEl>
                                              <p:charRg st="1" end="1"/>
                                            </p:txEl>
                                          </p:spTgt>
                                        </p:tgtEl>
                                        <p:attrNameLst>
                                          <p:attrName>style.visibility</p:attrName>
                                        </p:attrNameLst>
                                      </p:cBhvr>
                                      <p:to>
                                        <p:strVal val="visible"/>
                                      </p:to>
                                    </p:set>
                                    <p:animEffect transition="in" filter="fade">
                                      <p:cBhvr>
                                        <p:cTn id="25" dur="500"/>
                                        <p:tgtEl>
                                          <p:spTgt spid="1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7">
                                            <p:txEl>
                                              <p:charRg st="1" end="1"/>
                                            </p:txEl>
                                          </p:spTgt>
                                        </p:tgtEl>
                                        <p:attrNameLst>
                                          <p:attrName>style.visibility</p:attrName>
                                        </p:attrNameLst>
                                      </p:cBhvr>
                                      <p:to>
                                        <p:strVal val="visible"/>
                                      </p:to>
                                    </p:set>
                                    <p:animEffect transition="in" filter="fade">
                                      <p:cBhvr>
                                        <p:cTn id="28" dur="500"/>
                                        <p:tgtEl>
                                          <p:spTgt spid="1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7">
                                            <p:txEl>
                                              <p:charRg st="1" end="1"/>
                                            </p:txEl>
                                          </p:spTgt>
                                        </p:tgtEl>
                                        <p:attrNameLst>
                                          <p:attrName>style.visibility</p:attrName>
                                        </p:attrNameLst>
                                      </p:cBhvr>
                                      <p:to>
                                        <p:strVal val="visible"/>
                                      </p:to>
                                    </p:set>
                                    <p:animEffect transition="in" filter="fade">
                                      <p:cBhvr>
                                        <p:cTn id="31" dur="500"/>
                                        <p:tgtEl>
                                          <p:spTgt spid="117">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fade">
                                      <p:cBhvr>
                                        <p:cTn id="35" dur="500"/>
                                        <p:tgtEl>
                                          <p:spTgt spid="118"/>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fade">
                                      <p:cBhvr>
                                        <p:cTn id="39" dur="250"/>
                                        <p:tgtEl>
                                          <p:spTgt spid="133"/>
                                        </p:tgtEl>
                                      </p:cBhvr>
                                    </p:animEffect>
                                  </p:childTnLst>
                                </p:cTn>
                              </p:par>
                            </p:childTnLst>
                          </p:cTn>
                        </p:par>
                        <p:par>
                          <p:cTn id="40" fill="hold">
                            <p:stCondLst>
                              <p:cond delay="1250"/>
                            </p:stCondLst>
                            <p:childTnLst>
                              <p:par>
                                <p:cTn id="41" presetID="10" presetClass="entr" presetSubtype="0" fill="hold" nodeType="after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nodeType="withEffect">
                                  <p:stCondLst>
                                    <p:cond delay="0"/>
                                  </p:stCondLst>
                                  <p:childTnLst>
                                    <p:set>
                                      <p:cBhvr>
                                        <p:cTn id="45" dur="1" fill="hold">
                                          <p:stCondLst>
                                            <p:cond delay="0"/>
                                          </p:stCondLst>
                                        </p:cTn>
                                        <p:tgtEl>
                                          <p:spTgt spid="134">
                                            <p:txEl>
                                              <p:pRg st="0" end="0"/>
                                            </p:txEl>
                                          </p:spTgt>
                                        </p:tgtEl>
                                        <p:attrNameLst>
                                          <p:attrName>style.visibility</p:attrName>
                                        </p:attrNameLst>
                                      </p:cBhvr>
                                      <p:to>
                                        <p:strVal val="visible"/>
                                      </p:to>
                                    </p:set>
                                    <p:animEffect transition="in" filter="fade">
                                      <p:cBhvr>
                                        <p:cTn id="46" dur="500"/>
                                        <p:tgtEl>
                                          <p:spTgt spid="134">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34">
                                            <p:txEl>
                                              <p:charRg st="1" end="1"/>
                                            </p:txEl>
                                          </p:spTgt>
                                        </p:tgtEl>
                                        <p:attrNameLst>
                                          <p:attrName>style.visibility</p:attrName>
                                        </p:attrNameLst>
                                      </p:cBhvr>
                                      <p:to>
                                        <p:strVal val="visible"/>
                                      </p:to>
                                    </p:set>
                                    <p:animEffect transition="in" filter="fade">
                                      <p:cBhvr>
                                        <p:cTn id="49" dur="500"/>
                                        <p:tgtEl>
                                          <p:spTgt spid="134">
                                            <p:txEl>
                                              <p:char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34">
                                            <p:txEl>
                                              <p:charRg st="1" end="1"/>
                                            </p:txEl>
                                          </p:spTgt>
                                        </p:tgtEl>
                                        <p:attrNameLst>
                                          <p:attrName>style.visibility</p:attrName>
                                        </p:attrNameLst>
                                      </p:cBhvr>
                                      <p:to>
                                        <p:strVal val="visible"/>
                                      </p:to>
                                    </p:set>
                                    <p:animEffect transition="in" filter="fade">
                                      <p:cBhvr>
                                        <p:cTn id="52" dur="500"/>
                                        <p:tgtEl>
                                          <p:spTgt spid="134">
                                            <p:txEl>
                                              <p:charRg st="1" end="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34">
                                            <p:txEl>
                                              <p:charRg st="1" end="1"/>
                                            </p:txEl>
                                          </p:spTgt>
                                        </p:tgtEl>
                                        <p:attrNameLst>
                                          <p:attrName>style.visibility</p:attrName>
                                        </p:attrNameLst>
                                      </p:cBhvr>
                                      <p:to>
                                        <p:strVal val="visible"/>
                                      </p:to>
                                    </p:set>
                                    <p:animEffect transition="in" filter="fade">
                                      <p:cBhvr>
                                        <p:cTn id="55" dur="500"/>
                                        <p:tgtEl>
                                          <p:spTgt spid="134">
                                            <p:txEl>
                                              <p:charRg st="1" end="1"/>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34">
                                            <p:txEl>
                                              <p:charRg st="1" end="1"/>
                                            </p:txEl>
                                          </p:spTgt>
                                        </p:tgtEl>
                                        <p:attrNameLst>
                                          <p:attrName>style.visibility</p:attrName>
                                        </p:attrNameLst>
                                      </p:cBhvr>
                                      <p:to>
                                        <p:strVal val="visible"/>
                                      </p:to>
                                    </p:set>
                                    <p:animEffect transition="in" filter="fade">
                                      <p:cBhvr>
                                        <p:cTn id="58" dur="500"/>
                                        <p:tgtEl>
                                          <p:spTgt spid="134">
                                            <p:txEl>
                                              <p:char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134">
                                            <p:txEl>
                                              <p:charRg st="1" end="1"/>
                                            </p:txEl>
                                          </p:spTgt>
                                        </p:tgtEl>
                                        <p:attrNameLst>
                                          <p:attrName>style.visibility</p:attrName>
                                        </p:attrNameLst>
                                      </p:cBhvr>
                                      <p:to>
                                        <p:strVal val="visible"/>
                                      </p:to>
                                    </p:set>
                                    <p:animEffect transition="in" filter="fade">
                                      <p:cBhvr>
                                        <p:cTn id="61" dur="500"/>
                                        <p:tgtEl>
                                          <p:spTgt spid="134">
                                            <p:txEl>
                                              <p:charRg st="1" end="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134">
                                            <p:txEl>
                                              <p:charRg st="1" end="1"/>
                                            </p:txEl>
                                          </p:spTgt>
                                        </p:tgtEl>
                                        <p:attrNameLst>
                                          <p:attrName>style.visibility</p:attrName>
                                        </p:attrNameLst>
                                      </p:cBhvr>
                                      <p:to>
                                        <p:strVal val="visible"/>
                                      </p:to>
                                    </p:set>
                                    <p:animEffect transition="in" filter="fade">
                                      <p:cBhvr>
                                        <p:cTn id="64" dur="500"/>
                                        <p:tgtEl>
                                          <p:spTgt spid="134">
                                            <p:txEl>
                                              <p:charRg st="1" end="1"/>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134">
                                            <p:txEl>
                                              <p:charRg st="1" end="1"/>
                                            </p:txEl>
                                          </p:spTgt>
                                        </p:tgtEl>
                                        <p:attrNameLst>
                                          <p:attrName>style.visibility</p:attrName>
                                        </p:attrNameLst>
                                      </p:cBhvr>
                                      <p:to>
                                        <p:strVal val="visible"/>
                                      </p:to>
                                    </p:set>
                                    <p:animEffect transition="in" filter="fade">
                                      <p:cBhvr>
                                        <p:cTn id="67" dur="500"/>
                                        <p:tgtEl>
                                          <p:spTgt spid="134">
                                            <p:txEl>
                                              <p:char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134">
                                            <p:txEl>
                                              <p:charRg st="1" end="1"/>
                                            </p:txEl>
                                          </p:spTgt>
                                        </p:tgtEl>
                                        <p:attrNameLst>
                                          <p:attrName>style.visibility</p:attrName>
                                        </p:attrNameLst>
                                      </p:cBhvr>
                                      <p:to>
                                        <p:strVal val="visible"/>
                                      </p:to>
                                    </p:set>
                                    <p:animEffect transition="in" filter="fade">
                                      <p:cBhvr>
                                        <p:cTn id="70" dur="500"/>
                                        <p:tgtEl>
                                          <p:spTgt spid="134">
                                            <p:txEl>
                                              <p:charRg st="1" end="1"/>
                                            </p:txEl>
                                          </p:spTgt>
                                        </p:tgtEl>
                                      </p:cBhvr>
                                    </p:animEffect>
                                  </p:childTnLst>
                                </p:cTn>
                              </p:par>
                            </p:childTnLst>
                          </p:cTn>
                        </p:par>
                        <p:par>
                          <p:cTn id="71" fill="hold">
                            <p:stCondLst>
                              <p:cond delay="1750"/>
                            </p:stCondLst>
                            <p:childTnLst>
                              <p:par>
                                <p:cTn id="72" presetID="10" presetClass="entr" presetSubtype="0" fill="hold" nodeType="afterEffect">
                                  <p:stCondLst>
                                    <p:cond delay="0"/>
                                  </p:stCondLst>
                                  <p:childTnLst>
                                    <p:set>
                                      <p:cBhvr>
                                        <p:cTn id="73" dur="1" fill="hold">
                                          <p:stCondLst>
                                            <p:cond delay="0"/>
                                          </p:stCondLst>
                                        </p:cTn>
                                        <p:tgtEl>
                                          <p:spTgt spid="132"/>
                                        </p:tgtEl>
                                        <p:attrNameLst>
                                          <p:attrName>style.visibility</p:attrName>
                                        </p:attrNameLst>
                                      </p:cBhvr>
                                      <p:to>
                                        <p:strVal val="visible"/>
                                      </p:to>
                                    </p:set>
                                    <p:animEffect transition="in" filter="fade">
                                      <p:cBhvr>
                                        <p:cTn id="74" dur="250"/>
                                        <p:tgtEl>
                                          <p:spTgt spid="132"/>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24"/>
                                        </p:tgtEl>
                                        <p:attrNameLst>
                                          <p:attrName>style.visibility</p:attrName>
                                        </p:attrNameLst>
                                      </p:cBhvr>
                                      <p:to>
                                        <p:strVal val="visible"/>
                                      </p:to>
                                    </p:set>
                                    <p:animEffect transition="in" filter="fade">
                                      <p:cBhvr>
                                        <p:cTn id="78" dur="250"/>
                                        <p:tgtEl>
                                          <p:spTgt spid="124"/>
                                        </p:tgtEl>
                                      </p:cBhvr>
                                    </p:animEffect>
                                  </p:childTnLst>
                                </p:cTn>
                              </p:par>
                            </p:childTnLst>
                          </p:cTn>
                        </p:par>
                        <p:par>
                          <p:cTn id="79" fill="hold">
                            <p:stCondLst>
                              <p:cond delay="2250"/>
                            </p:stCondLst>
                            <p:childTnLst>
                              <p:par>
                                <p:cTn id="80" presetID="10" presetClass="entr" presetSubtype="0" fill="hold" nodeType="afterEffect">
                                  <p:stCondLst>
                                    <p:cond delay="0"/>
                                  </p:stCondLst>
                                  <p:childTnLst>
                                    <p:set>
                                      <p:cBhvr>
                                        <p:cTn id="81" dur="1" fill="hold">
                                          <p:stCondLst>
                                            <p:cond delay="0"/>
                                          </p:stCondLst>
                                        </p:cTn>
                                        <p:tgtEl>
                                          <p:spTgt spid="122"/>
                                        </p:tgtEl>
                                        <p:attrNameLst>
                                          <p:attrName>style.visibility</p:attrName>
                                        </p:attrNameLst>
                                      </p:cBhvr>
                                      <p:to>
                                        <p:strVal val="visible"/>
                                      </p:to>
                                    </p:set>
                                    <p:animEffect transition="in" filter="fade">
                                      <p:cBhvr>
                                        <p:cTn id="82" dur="500"/>
                                        <p:tgtEl>
                                          <p:spTgt spid="122"/>
                                        </p:tgtEl>
                                      </p:cBhvr>
                                    </p:animEffect>
                                  </p:childTnLst>
                                </p:cTn>
                              </p:par>
                              <p:par>
                                <p:cTn id="83" presetID="10" presetClass="entr" presetSubtype="0" fill="hold" nodeType="withEffect">
                                  <p:stCondLst>
                                    <p:cond delay="0"/>
                                  </p:stCondLst>
                                  <p:childTnLst>
                                    <p:set>
                                      <p:cBhvr>
                                        <p:cTn id="84" dur="1" fill="hold">
                                          <p:stCondLst>
                                            <p:cond delay="0"/>
                                          </p:stCondLst>
                                        </p:cTn>
                                        <p:tgtEl>
                                          <p:spTgt spid="136">
                                            <p:txEl>
                                              <p:pRg st="0" end="0"/>
                                            </p:txEl>
                                          </p:spTgt>
                                        </p:tgtEl>
                                        <p:attrNameLst>
                                          <p:attrName>style.visibility</p:attrName>
                                        </p:attrNameLst>
                                      </p:cBhvr>
                                      <p:to>
                                        <p:strVal val="visible"/>
                                      </p:to>
                                    </p:set>
                                    <p:animEffect transition="in" filter="fade">
                                      <p:cBhvr>
                                        <p:cTn id="85" dur="500"/>
                                        <p:tgtEl>
                                          <p:spTgt spid="136">
                                            <p:txEl>
                                              <p:pRg st="0" end="0"/>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136">
                                            <p:txEl>
                                              <p:charRg st="1" end="1"/>
                                            </p:txEl>
                                          </p:spTgt>
                                        </p:tgtEl>
                                        <p:attrNameLst>
                                          <p:attrName>style.visibility</p:attrName>
                                        </p:attrNameLst>
                                      </p:cBhvr>
                                      <p:to>
                                        <p:strVal val="visible"/>
                                      </p:to>
                                    </p:set>
                                    <p:animEffect transition="in" filter="fade">
                                      <p:cBhvr>
                                        <p:cTn id="88" dur="500"/>
                                        <p:tgtEl>
                                          <p:spTgt spid="136">
                                            <p:txEl>
                                              <p:charRg st="1" end="1"/>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136">
                                            <p:txEl>
                                              <p:charRg st="1" end="1"/>
                                            </p:txEl>
                                          </p:spTgt>
                                        </p:tgtEl>
                                        <p:attrNameLst>
                                          <p:attrName>style.visibility</p:attrName>
                                        </p:attrNameLst>
                                      </p:cBhvr>
                                      <p:to>
                                        <p:strVal val="visible"/>
                                      </p:to>
                                    </p:set>
                                    <p:animEffect transition="in" filter="fade">
                                      <p:cBhvr>
                                        <p:cTn id="91" dur="500"/>
                                        <p:tgtEl>
                                          <p:spTgt spid="136">
                                            <p:txEl>
                                              <p:charRg st="1" end="1"/>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136">
                                            <p:txEl>
                                              <p:charRg st="1" end="1"/>
                                            </p:txEl>
                                          </p:spTgt>
                                        </p:tgtEl>
                                        <p:attrNameLst>
                                          <p:attrName>style.visibility</p:attrName>
                                        </p:attrNameLst>
                                      </p:cBhvr>
                                      <p:to>
                                        <p:strVal val="visible"/>
                                      </p:to>
                                    </p:set>
                                    <p:animEffect transition="in" filter="fade">
                                      <p:cBhvr>
                                        <p:cTn id="94" dur="500"/>
                                        <p:tgtEl>
                                          <p:spTgt spid="136">
                                            <p:txEl>
                                              <p:charRg st="1" end="1"/>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136">
                                            <p:txEl>
                                              <p:charRg st="1" end="1"/>
                                            </p:txEl>
                                          </p:spTgt>
                                        </p:tgtEl>
                                        <p:attrNameLst>
                                          <p:attrName>style.visibility</p:attrName>
                                        </p:attrNameLst>
                                      </p:cBhvr>
                                      <p:to>
                                        <p:strVal val="visible"/>
                                      </p:to>
                                    </p:set>
                                    <p:animEffect transition="in" filter="fade">
                                      <p:cBhvr>
                                        <p:cTn id="97" dur="500"/>
                                        <p:tgtEl>
                                          <p:spTgt spid="136">
                                            <p:txEl>
                                              <p:charRg st="1" end="1"/>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136">
                                            <p:txEl>
                                              <p:charRg st="1" end="1"/>
                                            </p:txEl>
                                          </p:spTgt>
                                        </p:tgtEl>
                                        <p:attrNameLst>
                                          <p:attrName>style.visibility</p:attrName>
                                        </p:attrNameLst>
                                      </p:cBhvr>
                                      <p:to>
                                        <p:strVal val="visible"/>
                                      </p:to>
                                    </p:set>
                                    <p:animEffect transition="in" filter="fade">
                                      <p:cBhvr>
                                        <p:cTn id="100" dur="500"/>
                                        <p:tgtEl>
                                          <p:spTgt spid="136">
                                            <p:txEl>
                                              <p:charRg st="1" end="1"/>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136">
                                            <p:txEl>
                                              <p:charRg st="1" end="1"/>
                                            </p:txEl>
                                          </p:spTgt>
                                        </p:tgtEl>
                                        <p:attrNameLst>
                                          <p:attrName>style.visibility</p:attrName>
                                        </p:attrNameLst>
                                      </p:cBhvr>
                                      <p:to>
                                        <p:strVal val="visible"/>
                                      </p:to>
                                    </p:set>
                                    <p:animEffect transition="in" filter="fade">
                                      <p:cBhvr>
                                        <p:cTn id="103" dur="500"/>
                                        <p:tgtEl>
                                          <p:spTgt spid="136">
                                            <p:txEl>
                                              <p:charRg st="1" end="1"/>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136">
                                            <p:txEl>
                                              <p:charRg st="1" end="1"/>
                                            </p:txEl>
                                          </p:spTgt>
                                        </p:tgtEl>
                                        <p:attrNameLst>
                                          <p:attrName>style.visibility</p:attrName>
                                        </p:attrNameLst>
                                      </p:cBhvr>
                                      <p:to>
                                        <p:strVal val="visible"/>
                                      </p:to>
                                    </p:set>
                                    <p:animEffect transition="in" filter="fade">
                                      <p:cBhvr>
                                        <p:cTn id="106" dur="500"/>
                                        <p:tgtEl>
                                          <p:spTgt spid="136">
                                            <p:txEl>
                                              <p:charRg st="1" end="1"/>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136">
                                            <p:txEl>
                                              <p:charRg st="1" end="1"/>
                                            </p:txEl>
                                          </p:spTgt>
                                        </p:tgtEl>
                                        <p:attrNameLst>
                                          <p:attrName>style.visibility</p:attrName>
                                        </p:attrNameLst>
                                      </p:cBhvr>
                                      <p:to>
                                        <p:strVal val="visible"/>
                                      </p:to>
                                    </p:set>
                                    <p:animEffect transition="in" filter="fade">
                                      <p:cBhvr>
                                        <p:cTn id="109" dur="500"/>
                                        <p:tgtEl>
                                          <p:spTgt spid="136">
                                            <p:txEl>
                                              <p:charRg st="1" end="1"/>
                                            </p:txEl>
                                          </p:spTgt>
                                        </p:tgtEl>
                                      </p:cBhvr>
                                    </p:animEffect>
                                  </p:childTnLst>
                                </p:cTn>
                              </p:par>
                            </p:childTnLst>
                          </p:cTn>
                        </p:par>
                        <p:par>
                          <p:cTn id="110" fill="hold">
                            <p:stCondLst>
                              <p:cond delay="2750"/>
                            </p:stCondLst>
                            <p:childTnLst>
                              <p:par>
                                <p:cTn id="111" presetID="10" presetClass="entr" presetSubtype="0" fill="hold" nodeType="afterEffect">
                                  <p:stCondLst>
                                    <p:cond delay="0"/>
                                  </p:stCondLst>
                                  <p:childTnLst>
                                    <p:set>
                                      <p:cBhvr>
                                        <p:cTn id="112" dur="1" fill="hold">
                                          <p:stCondLst>
                                            <p:cond delay="0"/>
                                          </p:stCondLst>
                                        </p:cTn>
                                        <p:tgtEl>
                                          <p:spTgt spid="123"/>
                                        </p:tgtEl>
                                        <p:attrNameLst>
                                          <p:attrName>style.visibility</p:attrName>
                                        </p:attrNameLst>
                                      </p:cBhvr>
                                      <p:to>
                                        <p:strVal val="visible"/>
                                      </p:to>
                                    </p:set>
                                    <p:animEffect transition="in" filter="fade">
                                      <p:cBhvr>
                                        <p:cTn id="113" dur="250"/>
                                        <p:tgtEl>
                                          <p:spTgt spid="123"/>
                                        </p:tgtEl>
                                      </p:cBhvr>
                                    </p:animEffect>
                                  </p:childTnLst>
                                </p:cTn>
                              </p:par>
                            </p:childTnLst>
                          </p:cTn>
                        </p:par>
                        <p:par>
                          <p:cTn id="114" fill="hold">
                            <p:stCondLst>
                              <p:cond delay="3000"/>
                            </p:stCondLst>
                            <p:childTnLst>
                              <p:par>
                                <p:cTn id="115" presetID="10" presetClass="entr" presetSubtype="0" fill="hold" nodeType="afterEffect">
                                  <p:stCondLst>
                                    <p:cond delay="0"/>
                                  </p:stCondLst>
                                  <p:childTnLst>
                                    <p:set>
                                      <p:cBhvr>
                                        <p:cTn id="116" dur="1" fill="hold">
                                          <p:stCondLst>
                                            <p:cond delay="0"/>
                                          </p:stCondLst>
                                        </p:cTn>
                                        <p:tgtEl>
                                          <p:spTgt spid="130"/>
                                        </p:tgtEl>
                                        <p:attrNameLst>
                                          <p:attrName>style.visibility</p:attrName>
                                        </p:attrNameLst>
                                      </p:cBhvr>
                                      <p:to>
                                        <p:strVal val="visible"/>
                                      </p:to>
                                    </p:set>
                                    <p:animEffect transition="in" filter="fade">
                                      <p:cBhvr>
                                        <p:cTn id="117" dur="250"/>
                                        <p:tgtEl>
                                          <p:spTgt spid="130"/>
                                        </p:tgtEl>
                                      </p:cBhvr>
                                    </p:animEffect>
                                  </p:childTnLst>
                                </p:cTn>
                              </p:par>
                            </p:childTnLst>
                          </p:cTn>
                        </p:par>
                        <p:par>
                          <p:cTn id="118" fill="hold">
                            <p:stCondLst>
                              <p:cond delay="3250"/>
                            </p:stCondLst>
                            <p:childTnLst>
                              <p:par>
                                <p:cTn id="119" presetID="10" presetClass="entr" presetSubtype="0" fill="hold" nodeType="afterEffect">
                                  <p:stCondLst>
                                    <p:cond delay="0"/>
                                  </p:stCondLst>
                                  <p:childTnLst>
                                    <p:set>
                                      <p:cBhvr>
                                        <p:cTn id="120" dur="1" fill="hold">
                                          <p:stCondLst>
                                            <p:cond delay="0"/>
                                          </p:stCondLst>
                                        </p:cTn>
                                        <p:tgtEl>
                                          <p:spTgt spid="128"/>
                                        </p:tgtEl>
                                        <p:attrNameLst>
                                          <p:attrName>style.visibility</p:attrName>
                                        </p:attrNameLst>
                                      </p:cBhvr>
                                      <p:to>
                                        <p:strVal val="visible"/>
                                      </p:to>
                                    </p:set>
                                    <p:animEffect transition="in" filter="fade">
                                      <p:cBhvr>
                                        <p:cTn id="121" dur="500"/>
                                        <p:tgtEl>
                                          <p:spTgt spid="128"/>
                                        </p:tgtEl>
                                      </p:cBhvr>
                                    </p:animEffect>
                                  </p:childTnLst>
                                </p:cTn>
                              </p:par>
                              <p:par>
                                <p:cTn id="122" presetID="10" presetClass="entr" presetSubtype="0" fill="hold" nodeType="withEffect">
                                  <p:stCondLst>
                                    <p:cond delay="0"/>
                                  </p:stCondLst>
                                  <p:childTnLst>
                                    <p:set>
                                      <p:cBhvr>
                                        <p:cTn id="123" dur="1" fill="hold">
                                          <p:stCondLst>
                                            <p:cond delay="0"/>
                                          </p:stCondLst>
                                        </p:cTn>
                                        <p:tgtEl>
                                          <p:spTgt spid="138">
                                            <p:txEl>
                                              <p:pRg st="0" end="0"/>
                                            </p:txEl>
                                          </p:spTgt>
                                        </p:tgtEl>
                                        <p:attrNameLst>
                                          <p:attrName>style.visibility</p:attrName>
                                        </p:attrNameLst>
                                      </p:cBhvr>
                                      <p:to>
                                        <p:strVal val="visible"/>
                                      </p:to>
                                    </p:set>
                                    <p:animEffect transition="in" filter="fade">
                                      <p:cBhvr>
                                        <p:cTn id="124" dur="500"/>
                                        <p:tgtEl>
                                          <p:spTgt spid="138">
                                            <p:txEl>
                                              <p:pRg st="0" end="0"/>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138">
                                            <p:txEl>
                                              <p:charRg st="1" end="1"/>
                                            </p:txEl>
                                          </p:spTgt>
                                        </p:tgtEl>
                                        <p:attrNameLst>
                                          <p:attrName>style.visibility</p:attrName>
                                        </p:attrNameLst>
                                      </p:cBhvr>
                                      <p:to>
                                        <p:strVal val="visible"/>
                                      </p:to>
                                    </p:set>
                                    <p:animEffect transition="in" filter="fade">
                                      <p:cBhvr>
                                        <p:cTn id="127" dur="500"/>
                                        <p:tgtEl>
                                          <p:spTgt spid="138">
                                            <p:txEl>
                                              <p:charRg st="1" end="1"/>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138">
                                            <p:txEl>
                                              <p:charRg st="1" end="1"/>
                                            </p:txEl>
                                          </p:spTgt>
                                        </p:tgtEl>
                                        <p:attrNameLst>
                                          <p:attrName>style.visibility</p:attrName>
                                        </p:attrNameLst>
                                      </p:cBhvr>
                                      <p:to>
                                        <p:strVal val="visible"/>
                                      </p:to>
                                    </p:set>
                                    <p:animEffect transition="in" filter="fade">
                                      <p:cBhvr>
                                        <p:cTn id="130" dur="500"/>
                                        <p:tgtEl>
                                          <p:spTgt spid="138">
                                            <p:txEl>
                                              <p:charRg st="1" end="1"/>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138">
                                            <p:txEl>
                                              <p:charRg st="1" end="1"/>
                                            </p:txEl>
                                          </p:spTgt>
                                        </p:tgtEl>
                                        <p:attrNameLst>
                                          <p:attrName>style.visibility</p:attrName>
                                        </p:attrNameLst>
                                      </p:cBhvr>
                                      <p:to>
                                        <p:strVal val="visible"/>
                                      </p:to>
                                    </p:set>
                                    <p:animEffect transition="in" filter="fade">
                                      <p:cBhvr>
                                        <p:cTn id="133" dur="500"/>
                                        <p:tgtEl>
                                          <p:spTgt spid="138">
                                            <p:txEl>
                                              <p:charRg st="1" end="1"/>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138">
                                            <p:txEl>
                                              <p:charRg st="1" end="1"/>
                                            </p:txEl>
                                          </p:spTgt>
                                        </p:tgtEl>
                                        <p:attrNameLst>
                                          <p:attrName>style.visibility</p:attrName>
                                        </p:attrNameLst>
                                      </p:cBhvr>
                                      <p:to>
                                        <p:strVal val="visible"/>
                                      </p:to>
                                    </p:set>
                                    <p:animEffect transition="in" filter="fade">
                                      <p:cBhvr>
                                        <p:cTn id="136" dur="500"/>
                                        <p:tgtEl>
                                          <p:spTgt spid="138">
                                            <p:txEl>
                                              <p:charRg st="1" end="1"/>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138">
                                            <p:txEl>
                                              <p:charRg st="1" end="1"/>
                                            </p:txEl>
                                          </p:spTgt>
                                        </p:tgtEl>
                                        <p:attrNameLst>
                                          <p:attrName>style.visibility</p:attrName>
                                        </p:attrNameLst>
                                      </p:cBhvr>
                                      <p:to>
                                        <p:strVal val="visible"/>
                                      </p:to>
                                    </p:set>
                                    <p:animEffect transition="in" filter="fade">
                                      <p:cBhvr>
                                        <p:cTn id="139" dur="500"/>
                                        <p:tgtEl>
                                          <p:spTgt spid="138">
                                            <p:txEl>
                                              <p:charRg st="1" end="1"/>
                                            </p:txEl>
                                          </p:spTgt>
                                        </p:tgtEl>
                                      </p:cBhvr>
                                    </p:animEffect>
                                  </p:childTnLst>
                                </p:cTn>
                              </p:par>
                              <p:par>
                                <p:cTn id="140" presetID="10" presetClass="entr" presetSubtype="0" fill="hold" nodeType="withEffect">
                                  <p:stCondLst>
                                    <p:cond delay="0"/>
                                  </p:stCondLst>
                                  <p:childTnLst>
                                    <p:set>
                                      <p:cBhvr>
                                        <p:cTn id="141" dur="1" fill="hold">
                                          <p:stCondLst>
                                            <p:cond delay="0"/>
                                          </p:stCondLst>
                                        </p:cTn>
                                        <p:tgtEl>
                                          <p:spTgt spid="138">
                                            <p:txEl>
                                              <p:charRg st="1" end="1"/>
                                            </p:txEl>
                                          </p:spTgt>
                                        </p:tgtEl>
                                        <p:attrNameLst>
                                          <p:attrName>style.visibility</p:attrName>
                                        </p:attrNameLst>
                                      </p:cBhvr>
                                      <p:to>
                                        <p:strVal val="visible"/>
                                      </p:to>
                                    </p:set>
                                    <p:animEffect transition="in" filter="fade">
                                      <p:cBhvr>
                                        <p:cTn id="142" dur="500"/>
                                        <p:tgtEl>
                                          <p:spTgt spid="138">
                                            <p:txEl>
                                              <p:charRg st="1" end="1"/>
                                            </p:txEl>
                                          </p:spTgt>
                                        </p:tgtEl>
                                      </p:cBhvr>
                                    </p:animEffect>
                                  </p:childTnLst>
                                </p:cTn>
                              </p:par>
                              <p:par>
                                <p:cTn id="143" presetID="10" presetClass="entr" presetSubtype="0" fill="hold" nodeType="withEffect">
                                  <p:stCondLst>
                                    <p:cond delay="0"/>
                                  </p:stCondLst>
                                  <p:childTnLst>
                                    <p:set>
                                      <p:cBhvr>
                                        <p:cTn id="144" dur="1" fill="hold">
                                          <p:stCondLst>
                                            <p:cond delay="0"/>
                                          </p:stCondLst>
                                        </p:cTn>
                                        <p:tgtEl>
                                          <p:spTgt spid="138">
                                            <p:txEl>
                                              <p:charRg st="1" end="1"/>
                                            </p:txEl>
                                          </p:spTgt>
                                        </p:tgtEl>
                                        <p:attrNameLst>
                                          <p:attrName>style.visibility</p:attrName>
                                        </p:attrNameLst>
                                      </p:cBhvr>
                                      <p:to>
                                        <p:strVal val="visible"/>
                                      </p:to>
                                    </p:set>
                                    <p:animEffect transition="in" filter="fade">
                                      <p:cBhvr>
                                        <p:cTn id="145" dur="500"/>
                                        <p:tgtEl>
                                          <p:spTgt spid="138">
                                            <p:txEl>
                                              <p:charRg st="1" end="1"/>
                                            </p:txEl>
                                          </p:spTgt>
                                        </p:tgtEl>
                                      </p:cBhvr>
                                    </p:animEffect>
                                  </p:childTnLst>
                                </p:cTn>
                              </p:par>
                              <p:par>
                                <p:cTn id="146" presetID="10" presetClass="entr" presetSubtype="0" fill="hold" nodeType="withEffect">
                                  <p:stCondLst>
                                    <p:cond delay="0"/>
                                  </p:stCondLst>
                                  <p:childTnLst>
                                    <p:set>
                                      <p:cBhvr>
                                        <p:cTn id="147" dur="1" fill="hold">
                                          <p:stCondLst>
                                            <p:cond delay="0"/>
                                          </p:stCondLst>
                                        </p:cTn>
                                        <p:tgtEl>
                                          <p:spTgt spid="138">
                                            <p:txEl>
                                              <p:charRg st="1" end="1"/>
                                            </p:txEl>
                                          </p:spTgt>
                                        </p:tgtEl>
                                        <p:attrNameLst>
                                          <p:attrName>style.visibility</p:attrName>
                                        </p:attrNameLst>
                                      </p:cBhvr>
                                      <p:to>
                                        <p:strVal val="visible"/>
                                      </p:to>
                                    </p:set>
                                    <p:animEffect transition="in" filter="fade">
                                      <p:cBhvr>
                                        <p:cTn id="148" dur="500"/>
                                        <p:tgtEl>
                                          <p:spTgt spid="138">
                                            <p:txEl>
                                              <p:charRg st="1" end="1"/>
                                            </p:txEl>
                                          </p:spTgt>
                                        </p:tgtEl>
                                      </p:cBhvr>
                                    </p:animEffect>
                                  </p:childTnLst>
                                </p:cTn>
                              </p:par>
                            </p:childTnLst>
                          </p:cTn>
                        </p:par>
                        <p:par>
                          <p:cTn id="149" fill="hold">
                            <p:stCondLst>
                              <p:cond delay="3750"/>
                            </p:stCondLst>
                            <p:childTnLst>
                              <p:par>
                                <p:cTn id="150" presetID="10" presetClass="entr" presetSubtype="0" fill="hold" nodeType="afterEffect">
                                  <p:stCondLst>
                                    <p:cond delay="0"/>
                                  </p:stCondLst>
                                  <p:childTnLst>
                                    <p:set>
                                      <p:cBhvr>
                                        <p:cTn id="151" dur="1" fill="hold">
                                          <p:stCondLst>
                                            <p:cond delay="0"/>
                                          </p:stCondLst>
                                        </p:cTn>
                                        <p:tgtEl>
                                          <p:spTgt spid="129"/>
                                        </p:tgtEl>
                                        <p:attrNameLst>
                                          <p:attrName>style.visibility</p:attrName>
                                        </p:attrNameLst>
                                      </p:cBhvr>
                                      <p:to>
                                        <p:strVal val="visible"/>
                                      </p:to>
                                    </p:set>
                                    <p:animEffect transition="in" filter="fade">
                                      <p:cBhvr>
                                        <p:cTn id="152" dur="250"/>
                                        <p:tgtEl>
                                          <p:spTgt spid="129"/>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21"/>
                                        </p:tgtEl>
                                        <p:attrNameLst>
                                          <p:attrName>style.visibility</p:attrName>
                                        </p:attrNameLst>
                                      </p:cBhvr>
                                      <p:to>
                                        <p:strVal val="visible"/>
                                      </p:to>
                                    </p:set>
                                    <p:animEffect transition="in" filter="fade">
                                      <p:cBhvr>
                                        <p:cTn id="156" dur="250"/>
                                        <p:tgtEl>
                                          <p:spTgt spid="121"/>
                                        </p:tgtEl>
                                      </p:cBhvr>
                                    </p:animEffect>
                                  </p:childTnLst>
                                </p:cTn>
                              </p:par>
                            </p:childTnLst>
                          </p:cTn>
                        </p:par>
                        <p:par>
                          <p:cTn id="157" fill="hold">
                            <p:stCondLst>
                              <p:cond delay="4250"/>
                            </p:stCondLst>
                            <p:childTnLst>
                              <p:par>
                                <p:cTn id="158" presetID="10" presetClass="entr" presetSubtype="0" fill="hold" nodeType="afterEffect">
                                  <p:stCondLst>
                                    <p:cond delay="0"/>
                                  </p:stCondLst>
                                  <p:childTnLst>
                                    <p:set>
                                      <p:cBhvr>
                                        <p:cTn id="159" dur="1" fill="hold">
                                          <p:stCondLst>
                                            <p:cond delay="0"/>
                                          </p:stCondLst>
                                        </p:cTn>
                                        <p:tgtEl>
                                          <p:spTgt spid="119"/>
                                        </p:tgtEl>
                                        <p:attrNameLst>
                                          <p:attrName>style.visibility</p:attrName>
                                        </p:attrNameLst>
                                      </p:cBhvr>
                                      <p:to>
                                        <p:strVal val="visible"/>
                                      </p:to>
                                    </p:set>
                                    <p:animEffect transition="in" filter="fade">
                                      <p:cBhvr>
                                        <p:cTn id="160" dur="500"/>
                                        <p:tgtEl>
                                          <p:spTgt spid="119"/>
                                        </p:tgtEl>
                                      </p:cBhvr>
                                    </p:animEffect>
                                  </p:childTnLst>
                                </p:cTn>
                              </p:par>
                              <p:par>
                                <p:cTn id="161" presetID="10" presetClass="entr" presetSubtype="0" fill="hold" nodeType="withEffect">
                                  <p:stCondLst>
                                    <p:cond delay="0"/>
                                  </p:stCondLst>
                                  <p:childTnLst>
                                    <p:set>
                                      <p:cBhvr>
                                        <p:cTn id="162" dur="1" fill="hold">
                                          <p:stCondLst>
                                            <p:cond delay="0"/>
                                          </p:stCondLst>
                                        </p:cTn>
                                        <p:tgtEl>
                                          <p:spTgt spid="135">
                                            <p:txEl>
                                              <p:pRg st="0" end="0"/>
                                            </p:txEl>
                                          </p:spTgt>
                                        </p:tgtEl>
                                        <p:attrNameLst>
                                          <p:attrName>style.visibility</p:attrName>
                                        </p:attrNameLst>
                                      </p:cBhvr>
                                      <p:to>
                                        <p:strVal val="visible"/>
                                      </p:to>
                                    </p:set>
                                    <p:animEffect transition="in" filter="fade">
                                      <p:cBhvr>
                                        <p:cTn id="163" dur="500"/>
                                        <p:tgtEl>
                                          <p:spTgt spid="135">
                                            <p:txEl>
                                              <p:pRg st="0" end="0"/>
                                            </p:txEl>
                                          </p:spTgt>
                                        </p:tgtEl>
                                      </p:cBhvr>
                                    </p:animEffect>
                                  </p:childTnLst>
                                </p:cTn>
                              </p:par>
                              <p:par>
                                <p:cTn id="164" presetID="10" presetClass="entr" presetSubtype="0" fill="hold" nodeType="withEffect">
                                  <p:stCondLst>
                                    <p:cond delay="0"/>
                                  </p:stCondLst>
                                  <p:childTnLst>
                                    <p:set>
                                      <p:cBhvr>
                                        <p:cTn id="165" dur="1" fill="hold">
                                          <p:stCondLst>
                                            <p:cond delay="0"/>
                                          </p:stCondLst>
                                        </p:cTn>
                                        <p:tgtEl>
                                          <p:spTgt spid="135">
                                            <p:txEl>
                                              <p:charRg st="1" end="1"/>
                                            </p:txEl>
                                          </p:spTgt>
                                        </p:tgtEl>
                                        <p:attrNameLst>
                                          <p:attrName>style.visibility</p:attrName>
                                        </p:attrNameLst>
                                      </p:cBhvr>
                                      <p:to>
                                        <p:strVal val="visible"/>
                                      </p:to>
                                    </p:set>
                                    <p:animEffect transition="in" filter="fade">
                                      <p:cBhvr>
                                        <p:cTn id="166" dur="500"/>
                                        <p:tgtEl>
                                          <p:spTgt spid="135">
                                            <p:txEl>
                                              <p:charRg st="1" end="1"/>
                                            </p:txEl>
                                          </p:spTgt>
                                        </p:tgtEl>
                                      </p:cBhvr>
                                    </p:animEffect>
                                  </p:childTnLst>
                                </p:cTn>
                              </p:par>
                              <p:par>
                                <p:cTn id="167" presetID="10" presetClass="entr" presetSubtype="0" fill="hold" nodeType="withEffect">
                                  <p:stCondLst>
                                    <p:cond delay="0"/>
                                  </p:stCondLst>
                                  <p:childTnLst>
                                    <p:set>
                                      <p:cBhvr>
                                        <p:cTn id="168" dur="1" fill="hold">
                                          <p:stCondLst>
                                            <p:cond delay="0"/>
                                          </p:stCondLst>
                                        </p:cTn>
                                        <p:tgtEl>
                                          <p:spTgt spid="135">
                                            <p:txEl>
                                              <p:charRg st="1" end="1"/>
                                            </p:txEl>
                                          </p:spTgt>
                                        </p:tgtEl>
                                        <p:attrNameLst>
                                          <p:attrName>style.visibility</p:attrName>
                                        </p:attrNameLst>
                                      </p:cBhvr>
                                      <p:to>
                                        <p:strVal val="visible"/>
                                      </p:to>
                                    </p:set>
                                    <p:animEffect transition="in" filter="fade">
                                      <p:cBhvr>
                                        <p:cTn id="169" dur="500"/>
                                        <p:tgtEl>
                                          <p:spTgt spid="135">
                                            <p:txEl>
                                              <p:charRg st="1" end="1"/>
                                            </p:txEl>
                                          </p:spTgt>
                                        </p:tgtEl>
                                      </p:cBhvr>
                                    </p:animEffect>
                                  </p:childTnLst>
                                </p:cTn>
                              </p:par>
                              <p:par>
                                <p:cTn id="170" presetID="10" presetClass="entr" presetSubtype="0" fill="hold" nodeType="withEffect">
                                  <p:stCondLst>
                                    <p:cond delay="0"/>
                                  </p:stCondLst>
                                  <p:childTnLst>
                                    <p:set>
                                      <p:cBhvr>
                                        <p:cTn id="171" dur="1" fill="hold">
                                          <p:stCondLst>
                                            <p:cond delay="0"/>
                                          </p:stCondLst>
                                        </p:cTn>
                                        <p:tgtEl>
                                          <p:spTgt spid="135">
                                            <p:txEl>
                                              <p:charRg st="1" end="1"/>
                                            </p:txEl>
                                          </p:spTgt>
                                        </p:tgtEl>
                                        <p:attrNameLst>
                                          <p:attrName>style.visibility</p:attrName>
                                        </p:attrNameLst>
                                      </p:cBhvr>
                                      <p:to>
                                        <p:strVal val="visible"/>
                                      </p:to>
                                    </p:set>
                                    <p:animEffect transition="in" filter="fade">
                                      <p:cBhvr>
                                        <p:cTn id="172" dur="500"/>
                                        <p:tgtEl>
                                          <p:spTgt spid="135">
                                            <p:txEl>
                                              <p:charRg st="1" end="1"/>
                                            </p:txEl>
                                          </p:spTgt>
                                        </p:tgtEl>
                                      </p:cBhvr>
                                    </p:animEffect>
                                  </p:childTnLst>
                                </p:cTn>
                              </p:par>
                              <p:par>
                                <p:cTn id="173" presetID="10" presetClass="entr" presetSubtype="0" fill="hold" nodeType="withEffect">
                                  <p:stCondLst>
                                    <p:cond delay="0"/>
                                  </p:stCondLst>
                                  <p:childTnLst>
                                    <p:set>
                                      <p:cBhvr>
                                        <p:cTn id="174" dur="1" fill="hold">
                                          <p:stCondLst>
                                            <p:cond delay="0"/>
                                          </p:stCondLst>
                                        </p:cTn>
                                        <p:tgtEl>
                                          <p:spTgt spid="135">
                                            <p:txEl>
                                              <p:charRg st="1" end="1"/>
                                            </p:txEl>
                                          </p:spTgt>
                                        </p:tgtEl>
                                        <p:attrNameLst>
                                          <p:attrName>style.visibility</p:attrName>
                                        </p:attrNameLst>
                                      </p:cBhvr>
                                      <p:to>
                                        <p:strVal val="visible"/>
                                      </p:to>
                                    </p:set>
                                    <p:animEffect transition="in" filter="fade">
                                      <p:cBhvr>
                                        <p:cTn id="175" dur="500"/>
                                        <p:tgtEl>
                                          <p:spTgt spid="135">
                                            <p:txEl>
                                              <p:charRg st="1" end="1"/>
                                            </p:txEl>
                                          </p:spTgt>
                                        </p:tgtEl>
                                      </p:cBhvr>
                                    </p:animEffect>
                                  </p:childTnLst>
                                </p:cTn>
                              </p:par>
                              <p:par>
                                <p:cTn id="176" presetID="10" presetClass="entr" presetSubtype="0" fill="hold" nodeType="withEffect">
                                  <p:stCondLst>
                                    <p:cond delay="0"/>
                                  </p:stCondLst>
                                  <p:childTnLst>
                                    <p:set>
                                      <p:cBhvr>
                                        <p:cTn id="177" dur="1" fill="hold">
                                          <p:stCondLst>
                                            <p:cond delay="0"/>
                                          </p:stCondLst>
                                        </p:cTn>
                                        <p:tgtEl>
                                          <p:spTgt spid="135">
                                            <p:txEl>
                                              <p:charRg st="1" end="1"/>
                                            </p:txEl>
                                          </p:spTgt>
                                        </p:tgtEl>
                                        <p:attrNameLst>
                                          <p:attrName>style.visibility</p:attrName>
                                        </p:attrNameLst>
                                      </p:cBhvr>
                                      <p:to>
                                        <p:strVal val="visible"/>
                                      </p:to>
                                    </p:set>
                                    <p:animEffect transition="in" filter="fade">
                                      <p:cBhvr>
                                        <p:cTn id="178" dur="500"/>
                                        <p:tgtEl>
                                          <p:spTgt spid="135">
                                            <p:txEl>
                                              <p:charRg st="1" end="1"/>
                                            </p:txEl>
                                          </p:spTgt>
                                        </p:tgtEl>
                                      </p:cBhvr>
                                    </p:animEffect>
                                  </p:childTnLst>
                                </p:cTn>
                              </p:par>
                              <p:par>
                                <p:cTn id="179" presetID="10" presetClass="entr" presetSubtype="0" fill="hold" nodeType="withEffect">
                                  <p:stCondLst>
                                    <p:cond delay="0"/>
                                  </p:stCondLst>
                                  <p:childTnLst>
                                    <p:set>
                                      <p:cBhvr>
                                        <p:cTn id="180" dur="1" fill="hold">
                                          <p:stCondLst>
                                            <p:cond delay="0"/>
                                          </p:stCondLst>
                                        </p:cTn>
                                        <p:tgtEl>
                                          <p:spTgt spid="135">
                                            <p:txEl>
                                              <p:charRg st="1" end="1"/>
                                            </p:txEl>
                                          </p:spTgt>
                                        </p:tgtEl>
                                        <p:attrNameLst>
                                          <p:attrName>style.visibility</p:attrName>
                                        </p:attrNameLst>
                                      </p:cBhvr>
                                      <p:to>
                                        <p:strVal val="visible"/>
                                      </p:to>
                                    </p:set>
                                    <p:animEffect transition="in" filter="fade">
                                      <p:cBhvr>
                                        <p:cTn id="181" dur="500"/>
                                        <p:tgtEl>
                                          <p:spTgt spid="135">
                                            <p:txEl>
                                              <p:charRg st="1" end="1"/>
                                            </p:txEl>
                                          </p:spTgt>
                                        </p:tgtEl>
                                      </p:cBhvr>
                                    </p:animEffect>
                                  </p:childTnLst>
                                </p:cTn>
                              </p:par>
                              <p:par>
                                <p:cTn id="182" presetID="10" presetClass="entr" presetSubtype="0" fill="hold" nodeType="withEffect">
                                  <p:stCondLst>
                                    <p:cond delay="0"/>
                                  </p:stCondLst>
                                  <p:childTnLst>
                                    <p:set>
                                      <p:cBhvr>
                                        <p:cTn id="183" dur="1" fill="hold">
                                          <p:stCondLst>
                                            <p:cond delay="0"/>
                                          </p:stCondLst>
                                        </p:cTn>
                                        <p:tgtEl>
                                          <p:spTgt spid="135">
                                            <p:txEl>
                                              <p:charRg st="1" end="1"/>
                                            </p:txEl>
                                          </p:spTgt>
                                        </p:tgtEl>
                                        <p:attrNameLst>
                                          <p:attrName>style.visibility</p:attrName>
                                        </p:attrNameLst>
                                      </p:cBhvr>
                                      <p:to>
                                        <p:strVal val="visible"/>
                                      </p:to>
                                    </p:set>
                                    <p:animEffect transition="in" filter="fade">
                                      <p:cBhvr>
                                        <p:cTn id="184" dur="500"/>
                                        <p:tgtEl>
                                          <p:spTgt spid="135">
                                            <p:txEl>
                                              <p:charRg st="1" end="1"/>
                                            </p:txEl>
                                          </p:spTgt>
                                        </p:tgtEl>
                                      </p:cBhvr>
                                    </p:animEffect>
                                  </p:childTnLst>
                                </p:cTn>
                              </p:par>
                              <p:par>
                                <p:cTn id="185" presetID="10" presetClass="entr" presetSubtype="0" fill="hold" nodeType="withEffect">
                                  <p:stCondLst>
                                    <p:cond delay="0"/>
                                  </p:stCondLst>
                                  <p:childTnLst>
                                    <p:set>
                                      <p:cBhvr>
                                        <p:cTn id="186" dur="1" fill="hold">
                                          <p:stCondLst>
                                            <p:cond delay="0"/>
                                          </p:stCondLst>
                                        </p:cTn>
                                        <p:tgtEl>
                                          <p:spTgt spid="135">
                                            <p:txEl>
                                              <p:charRg st="1" end="1"/>
                                            </p:txEl>
                                          </p:spTgt>
                                        </p:tgtEl>
                                        <p:attrNameLst>
                                          <p:attrName>style.visibility</p:attrName>
                                        </p:attrNameLst>
                                      </p:cBhvr>
                                      <p:to>
                                        <p:strVal val="visible"/>
                                      </p:to>
                                    </p:set>
                                    <p:animEffect transition="in" filter="fade">
                                      <p:cBhvr>
                                        <p:cTn id="187" dur="500"/>
                                        <p:tgtEl>
                                          <p:spTgt spid="135">
                                            <p:txEl>
                                              <p:charRg st="1" end="1"/>
                                            </p:txEl>
                                          </p:spTgt>
                                        </p:tgtEl>
                                      </p:cBhvr>
                                    </p:animEffect>
                                  </p:childTnLst>
                                </p:cTn>
                              </p:par>
                            </p:childTnLst>
                          </p:cTn>
                        </p:par>
                        <p:par>
                          <p:cTn id="188" fill="hold">
                            <p:stCondLst>
                              <p:cond delay="4750"/>
                            </p:stCondLst>
                            <p:childTnLst>
                              <p:par>
                                <p:cTn id="189" presetID="10" presetClass="entr" presetSubtype="0" fill="hold" nodeType="afterEffect">
                                  <p:stCondLst>
                                    <p:cond delay="0"/>
                                  </p:stCondLst>
                                  <p:childTnLst>
                                    <p:set>
                                      <p:cBhvr>
                                        <p:cTn id="190" dur="1" fill="hold">
                                          <p:stCondLst>
                                            <p:cond delay="0"/>
                                          </p:stCondLst>
                                        </p:cTn>
                                        <p:tgtEl>
                                          <p:spTgt spid="120"/>
                                        </p:tgtEl>
                                        <p:attrNameLst>
                                          <p:attrName>style.visibility</p:attrName>
                                        </p:attrNameLst>
                                      </p:cBhvr>
                                      <p:to>
                                        <p:strVal val="visible"/>
                                      </p:to>
                                    </p:set>
                                    <p:animEffect transition="in" filter="fade">
                                      <p:cBhvr>
                                        <p:cTn id="191" dur="250"/>
                                        <p:tgtEl>
                                          <p:spTgt spid="120"/>
                                        </p:tgtEl>
                                      </p:cBhvr>
                                    </p:animEffect>
                                  </p:childTnLst>
                                </p:cTn>
                              </p:par>
                            </p:childTnLst>
                          </p:cTn>
                        </p:par>
                        <p:par>
                          <p:cTn id="192" fill="hold">
                            <p:stCondLst>
                              <p:cond delay="5000"/>
                            </p:stCondLst>
                            <p:childTnLst>
                              <p:par>
                                <p:cTn id="193" presetID="10" presetClass="entr" presetSubtype="0" fill="hold" nodeType="afterEffect">
                                  <p:stCondLst>
                                    <p:cond delay="0"/>
                                  </p:stCondLst>
                                  <p:childTnLst>
                                    <p:set>
                                      <p:cBhvr>
                                        <p:cTn id="194" dur="1" fill="hold">
                                          <p:stCondLst>
                                            <p:cond delay="0"/>
                                          </p:stCondLst>
                                        </p:cTn>
                                        <p:tgtEl>
                                          <p:spTgt spid="127"/>
                                        </p:tgtEl>
                                        <p:attrNameLst>
                                          <p:attrName>style.visibility</p:attrName>
                                        </p:attrNameLst>
                                      </p:cBhvr>
                                      <p:to>
                                        <p:strVal val="visible"/>
                                      </p:to>
                                    </p:set>
                                    <p:animEffect transition="in" filter="fade">
                                      <p:cBhvr>
                                        <p:cTn id="195" dur="250"/>
                                        <p:tgtEl>
                                          <p:spTgt spid="127"/>
                                        </p:tgtEl>
                                      </p:cBhvr>
                                    </p:animEffect>
                                  </p:childTnLst>
                                </p:cTn>
                              </p:par>
                            </p:childTnLst>
                          </p:cTn>
                        </p:par>
                        <p:par>
                          <p:cTn id="196" fill="hold">
                            <p:stCondLst>
                              <p:cond delay="5250"/>
                            </p:stCondLst>
                            <p:childTnLst>
                              <p:par>
                                <p:cTn id="197" presetID="10" presetClass="entr" presetSubtype="0" fill="hold" nodeType="afterEffect">
                                  <p:stCondLst>
                                    <p:cond delay="0"/>
                                  </p:stCondLst>
                                  <p:childTnLst>
                                    <p:set>
                                      <p:cBhvr>
                                        <p:cTn id="198" dur="1" fill="hold">
                                          <p:stCondLst>
                                            <p:cond delay="0"/>
                                          </p:stCondLst>
                                        </p:cTn>
                                        <p:tgtEl>
                                          <p:spTgt spid="125"/>
                                        </p:tgtEl>
                                        <p:attrNameLst>
                                          <p:attrName>style.visibility</p:attrName>
                                        </p:attrNameLst>
                                      </p:cBhvr>
                                      <p:to>
                                        <p:strVal val="visible"/>
                                      </p:to>
                                    </p:set>
                                    <p:animEffect transition="in" filter="fade">
                                      <p:cBhvr>
                                        <p:cTn id="199" dur="500"/>
                                        <p:tgtEl>
                                          <p:spTgt spid="125"/>
                                        </p:tgtEl>
                                      </p:cBhvr>
                                    </p:animEffect>
                                  </p:childTnLst>
                                </p:cTn>
                              </p:par>
                              <p:par>
                                <p:cTn id="200" presetID="10" presetClass="entr" presetSubtype="0" fill="hold" nodeType="withEffect">
                                  <p:stCondLst>
                                    <p:cond delay="0"/>
                                  </p:stCondLst>
                                  <p:childTnLst>
                                    <p:set>
                                      <p:cBhvr>
                                        <p:cTn id="201" dur="1" fill="hold">
                                          <p:stCondLst>
                                            <p:cond delay="0"/>
                                          </p:stCondLst>
                                        </p:cTn>
                                        <p:tgtEl>
                                          <p:spTgt spid="137">
                                            <p:txEl>
                                              <p:pRg st="0" end="0"/>
                                            </p:txEl>
                                          </p:spTgt>
                                        </p:tgtEl>
                                        <p:attrNameLst>
                                          <p:attrName>style.visibility</p:attrName>
                                        </p:attrNameLst>
                                      </p:cBhvr>
                                      <p:to>
                                        <p:strVal val="visible"/>
                                      </p:to>
                                    </p:set>
                                    <p:animEffect transition="in" filter="fade">
                                      <p:cBhvr>
                                        <p:cTn id="202" dur="500"/>
                                        <p:tgtEl>
                                          <p:spTgt spid="137">
                                            <p:txEl>
                                              <p:pRg st="0" end="0"/>
                                            </p:txEl>
                                          </p:spTgt>
                                        </p:tgtEl>
                                      </p:cBhvr>
                                    </p:animEffect>
                                  </p:childTnLst>
                                </p:cTn>
                              </p:par>
                              <p:par>
                                <p:cTn id="203" presetID="10" presetClass="entr" presetSubtype="0" fill="hold" nodeType="withEffect">
                                  <p:stCondLst>
                                    <p:cond delay="0"/>
                                  </p:stCondLst>
                                  <p:childTnLst>
                                    <p:set>
                                      <p:cBhvr>
                                        <p:cTn id="204" dur="1" fill="hold">
                                          <p:stCondLst>
                                            <p:cond delay="0"/>
                                          </p:stCondLst>
                                        </p:cTn>
                                        <p:tgtEl>
                                          <p:spTgt spid="137">
                                            <p:txEl>
                                              <p:charRg st="1" end="1"/>
                                            </p:txEl>
                                          </p:spTgt>
                                        </p:tgtEl>
                                        <p:attrNameLst>
                                          <p:attrName>style.visibility</p:attrName>
                                        </p:attrNameLst>
                                      </p:cBhvr>
                                      <p:to>
                                        <p:strVal val="visible"/>
                                      </p:to>
                                    </p:set>
                                    <p:animEffect transition="in" filter="fade">
                                      <p:cBhvr>
                                        <p:cTn id="205" dur="500"/>
                                        <p:tgtEl>
                                          <p:spTgt spid="137">
                                            <p:txEl>
                                              <p:charRg st="1" end="1"/>
                                            </p:txEl>
                                          </p:spTgt>
                                        </p:tgtEl>
                                      </p:cBhvr>
                                    </p:animEffect>
                                  </p:childTnLst>
                                </p:cTn>
                              </p:par>
                              <p:par>
                                <p:cTn id="206" presetID="10" presetClass="entr" presetSubtype="0" fill="hold" nodeType="withEffect">
                                  <p:stCondLst>
                                    <p:cond delay="0"/>
                                  </p:stCondLst>
                                  <p:childTnLst>
                                    <p:set>
                                      <p:cBhvr>
                                        <p:cTn id="207" dur="1" fill="hold">
                                          <p:stCondLst>
                                            <p:cond delay="0"/>
                                          </p:stCondLst>
                                        </p:cTn>
                                        <p:tgtEl>
                                          <p:spTgt spid="137">
                                            <p:txEl>
                                              <p:charRg st="1" end="1"/>
                                            </p:txEl>
                                          </p:spTgt>
                                        </p:tgtEl>
                                        <p:attrNameLst>
                                          <p:attrName>style.visibility</p:attrName>
                                        </p:attrNameLst>
                                      </p:cBhvr>
                                      <p:to>
                                        <p:strVal val="visible"/>
                                      </p:to>
                                    </p:set>
                                    <p:animEffect transition="in" filter="fade">
                                      <p:cBhvr>
                                        <p:cTn id="208" dur="500"/>
                                        <p:tgtEl>
                                          <p:spTgt spid="137">
                                            <p:txEl>
                                              <p:charRg st="1" end="1"/>
                                            </p:txEl>
                                          </p:spTgt>
                                        </p:tgtEl>
                                      </p:cBhvr>
                                    </p:animEffect>
                                  </p:childTnLst>
                                </p:cTn>
                              </p:par>
                              <p:par>
                                <p:cTn id="209" presetID="10" presetClass="entr" presetSubtype="0" fill="hold" nodeType="withEffect">
                                  <p:stCondLst>
                                    <p:cond delay="0"/>
                                  </p:stCondLst>
                                  <p:childTnLst>
                                    <p:set>
                                      <p:cBhvr>
                                        <p:cTn id="210" dur="1" fill="hold">
                                          <p:stCondLst>
                                            <p:cond delay="0"/>
                                          </p:stCondLst>
                                        </p:cTn>
                                        <p:tgtEl>
                                          <p:spTgt spid="137">
                                            <p:txEl>
                                              <p:charRg st="1" end="1"/>
                                            </p:txEl>
                                          </p:spTgt>
                                        </p:tgtEl>
                                        <p:attrNameLst>
                                          <p:attrName>style.visibility</p:attrName>
                                        </p:attrNameLst>
                                      </p:cBhvr>
                                      <p:to>
                                        <p:strVal val="visible"/>
                                      </p:to>
                                    </p:set>
                                    <p:animEffect transition="in" filter="fade">
                                      <p:cBhvr>
                                        <p:cTn id="211" dur="500"/>
                                        <p:tgtEl>
                                          <p:spTgt spid="137">
                                            <p:txEl>
                                              <p:charRg st="1" end="1"/>
                                            </p:txEl>
                                          </p:spTgt>
                                        </p:tgtEl>
                                      </p:cBhvr>
                                    </p:animEffect>
                                  </p:childTnLst>
                                </p:cTn>
                              </p:par>
                              <p:par>
                                <p:cTn id="212" presetID="10" presetClass="entr" presetSubtype="0" fill="hold" nodeType="withEffect">
                                  <p:stCondLst>
                                    <p:cond delay="0"/>
                                  </p:stCondLst>
                                  <p:childTnLst>
                                    <p:set>
                                      <p:cBhvr>
                                        <p:cTn id="213" dur="1" fill="hold">
                                          <p:stCondLst>
                                            <p:cond delay="0"/>
                                          </p:stCondLst>
                                        </p:cTn>
                                        <p:tgtEl>
                                          <p:spTgt spid="137">
                                            <p:txEl>
                                              <p:charRg st="1" end="1"/>
                                            </p:txEl>
                                          </p:spTgt>
                                        </p:tgtEl>
                                        <p:attrNameLst>
                                          <p:attrName>style.visibility</p:attrName>
                                        </p:attrNameLst>
                                      </p:cBhvr>
                                      <p:to>
                                        <p:strVal val="visible"/>
                                      </p:to>
                                    </p:set>
                                    <p:animEffect transition="in" filter="fade">
                                      <p:cBhvr>
                                        <p:cTn id="214" dur="500"/>
                                        <p:tgtEl>
                                          <p:spTgt spid="137">
                                            <p:txEl>
                                              <p:charRg st="1" end="1"/>
                                            </p:txEl>
                                          </p:spTgt>
                                        </p:tgtEl>
                                      </p:cBhvr>
                                    </p:animEffect>
                                  </p:childTnLst>
                                </p:cTn>
                              </p:par>
                              <p:par>
                                <p:cTn id="215" presetID="10" presetClass="entr" presetSubtype="0" fill="hold" nodeType="withEffect">
                                  <p:stCondLst>
                                    <p:cond delay="0"/>
                                  </p:stCondLst>
                                  <p:childTnLst>
                                    <p:set>
                                      <p:cBhvr>
                                        <p:cTn id="216" dur="1" fill="hold">
                                          <p:stCondLst>
                                            <p:cond delay="0"/>
                                          </p:stCondLst>
                                        </p:cTn>
                                        <p:tgtEl>
                                          <p:spTgt spid="137">
                                            <p:txEl>
                                              <p:charRg st="1" end="1"/>
                                            </p:txEl>
                                          </p:spTgt>
                                        </p:tgtEl>
                                        <p:attrNameLst>
                                          <p:attrName>style.visibility</p:attrName>
                                        </p:attrNameLst>
                                      </p:cBhvr>
                                      <p:to>
                                        <p:strVal val="visible"/>
                                      </p:to>
                                    </p:set>
                                    <p:animEffect transition="in" filter="fade">
                                      <p:cBhvr>
                                        <p:cTn id="217" dur="500"/>
                                        <p:tgtEl>
                                          <p:spTgt spid="137">
                                            <p:txEl>
                                              <p:charRg st="1" end="1"/>
                                            </p:txEl>
                                          </p:spTgt>
                                        </p:tgtEl>
                                      </p:cBhvr>
                                    </p:animEffect>
                                  </p:childTnLst>
                                </p:cTn>
                              </p:par>
                              <p:par>
                                <p:cTn id="218" presetID="10" presetClass="entr" presetSubtype="0" fill="hold" nodeType="withEffect">
                                  <p:stCondLst>
                                    <p:cond delay="0"/>
                                  </p:stCondLst>
                                  <p:childTnLst>
                                    <p:set>
                                      <p:cBhvr>
                                        <p:cTn id="219" dur="1" fill="hold">
                                          <p:stCondLst>
                                            <p:cond delay="0"/>
                                          </p:stCondLst>
                                        </p:cTn>
                                        <p:tgtEl>
                                          <p:spTgt spid="137">
                                            <p:txEl>
                                              <p:charRg st="1" end="1"/>
                                            </p:txEl>
                                          </p:spTgt>
                                        </p:tgtEl>
                                        <p:attrNameLst>
                                          <p:attrName>style.visibility</p:attrName>
                                        </p:attrNameLst>
                                      </p:cBhvr>
                                      <p:to>
                                        <p:strVal val="visible"/>
                                      </p:to>
                                    </p:set>
                                    <p:animEffect transition="in" filter="fade">
                                      <p:cBhvr>
                                        <p:cTn id="220" dur="500"/>
                                        <p:tgtEl>
                                          <p:spTgt spid="137">
                                            <p:txEl>
                                              <p:charRg st="1" end="1"/>
                                            </p:txEl>
                                          </p:spTgt>
                                        </p:tgtEl>
                                      </p:cBhvr>
                                    </p:animEffect>
                                  </p:childTnLst>
                                </p:cTn>
                              </p:par>
                              <p:par>
                                <p:cTn id="221" presetID="10" presetClass="entr" presetSubtype="0" fill="hold" nodeType="withEffect">
                                  <p:stCondLst>
                                    <p:cond delay="0"/>
                                  </p:stCondLst>
                                  <p:childTnLst>
                                    <p:set>
                                      <p:cBhvr>
                                        <p:cTn id="222" dur="1" fill="hold">
                                          <p:stCondLst>
                                            <p:cond delay="0"/>
                                          </p:stCondLst>
                                        </p:cTn>
                                        <p:tgtEl>
                                          <p:spTgt spid="137">
                                            <p:txEl>
                                              <p:charRg st="1" end="1"/>
                                            </p:txEl>
                                          </p:spTgt>
                                        </p:tgtEl>
                                        <p:attrNameLst>
                                          <p:attrName>style.visibility</p:attrName>
                                        </p:attrNameLst>
                                      </p:cBhvr>
                                      <p:to>
                                        <p:strVal val="visible"/>
                                      </p:to>
                                    </p:set>
                                    <p:animEffect transition="in" filter="fade">
                                      <p:cBhvr>
                                        <p:cTn id="223" dur="500"/>
                                        <p:tgtEl>
                                          <p:spTgt spid="137">
                                            <p:txEl>
                                              <p:charRg st="1" end="1"/>
                                            </p:txEl>
                                          </p:spTgt>
                                        </p:tgtEl>
                                      </p:cBhvr>
                                    </p:animEffect>
                                  </p:childTnLst>
                                </p:cTn>
                              </p:par>
                              <p:par>
                                <p:cTn id="224" presetID="10" presetClass="entr" presetSubtype="0" fill="hold" nodeType="withEffect">
                                  <p:stCondLst>
                                    <p:cond delay="0"/>
                                  </p:stCondLst>
                                  <p:childTnLst>
                                    <p:set>
                                      <p:cBhvr>
                                        <p:cTn id="225" dur="1" fill="hold">
                                          <p:stCondLst>
                                            <p:cond delay="0"/>
                                          </p:stCondLst>
                                        </p:cTn>
                                        <p:tgtEl>
                                          <p:spTgt spid="137">
                                            <p:txEl>
                                              <p:charRg st="1" end="1"/>
                                            </p:txEl>
                                          </p:spTgt>
                                        </p:tgtEl>
                                        <p:attrNameLst>
                                          <p:attrName>style.visibility</p:attrName>
                                        </p:attrNameLst>
                                      </p:cBhvr>
                                      <p:to>
                                        <p:strVal val="visible"/>
                                      </p:to>
                                    </p:set>
                                    <p:animEffect transition="in" filter="fade">
                                      <p:cBhvr>
                                        <p:cTn id="226" dur="500"/>
                                        <p:tgtEl>
                                          <p:spTgt spid="137">
                                            <p:txEl>
                                              <p:charRg st="1" end="1"/>
                                            </p:txEl>
                                          </p:spTgt>
                                        </p:tgtEl>
                                      </p:cBhvr>
                                    </p:animEffect>
                                  </p:childTnLst>
                                </p:cTn>
                              </p:par>
                            </p:childTnLst>
                          </p:cTn>
                        </p:par>
                        <p:par>
                          <p:cTn id="227" fill="hold">
                            <p:stCondLst>
                              <p:cond delay="5750"/>
                            </p:stCondLst>
                            <p:childTnLst>
                              <p:par>
                                <p:cTn id="228" presetID="10" presetClass="entr" presetSubtype="0" fill="hold" nodeType="afterEffect">
                                  <p:stCondLst>
                                    <p:cond delay="0"/>
                                  </p:stCondLst>
                                  <p:childTnLst>
                                    <p:set>
                                      <p:cBhvr>
                                        <p:cTn id="229" dur="1" fill="hold">
                                          <p:stCondLst>
                                            <p:cond delay="0"/>
                                          </p:stCondLst>
                                        </p:cTn>
                                        <p:tgtEl>
                                          <p:spTgt spid="126"/>
                                        </p:tgtEl>
                                        <p:attrNameLst>
                                          <p:attrName>style.visibility</p:attrName>
                                        </p:attrNameLst>
                                      </p:cBhvr>
                                      <p:to>
                                        <p:strVal val="visible"/>
                                      </p:to>
                                    </p:set>
                                    <p:animEffect transition="in" filter="fade">
                                      <p:cBhvr>
                                        <p:cTn id="230" dur="250"/>
                                        <p:tgtEl>
                                          <p:spTgt spid="126"/>
                                        </p:tgtEl>
                                      </p:cBhvr>
                                    </p:animEffect>
                                  </p:childTnLst>
                                </p:cTn>
                              </p:par>
                            </p:childTnLst>
                          </p:cTn>
                        </p:par>
                        <p:par>
                          <p:cTn id="231" fill="hold">
                            <p:stCondLst>
                              <p:cond delay="6000"/>
                            </p:stCondLst>
                            <p:childTnLst>
                              <p:par>
                                <p:cTn id="232" presetID="10" presetClass="entr" presetSubtype="0" fill="hold" nodeType="afterEffect">
                                  <p:stCondLst>
                                    <p:cond delay="0"/>
                                  </p:stCondLst>
                                  <p:childTnLst>
                                    <p:set>
                                      <p:cBhvr>
                                        <p:cTn id="233" dur="1" fill="hold">
                                          <p:stCondLst>
                                            <p:cond delay="0"/>
                                          </p:stCondLst>
                                        </p:cTn>
                                        <p:tgtEl>
                                          <p:spTgt spid="139">
                                            <p:txEl>
                                              <p:pRg st="0" end="0"/>
                                            </p:txEl>
                                          </p:spTgt>
                                        </p:tgtEl>
                                        <p:attrNameLst>
                                          <p:attrName>style.visibility</p:attrName>
                                        </p:attrNameLst>
                                      </p:cBhvr>
                                      <p:to>
                                        <p:strVal val="visible"/>
                                      </p:to>
                                    </p:set>
                                    <p:animEffect transition="in" filter="fade">
                                      <p:cBhvr>
                                        <p:cTn id="234" dur="500"/>
                                        <p:tgtEl>
                                          <p:spTgt spid="139">
                                            <p:txEl>
                                              <p:pRg st="0" end="0"/>
                                            </p:txEl>
                                          </p:spTgt>
                                        </p:tgtEl>
                                      </p:cBhvr>
                                    </p:animEffect>
                                  </p:childTnLst>
                                </p:cTn>
                              </p:par>
                            </p:childTnLst>
                          </p:cTn>
                        </p:par>
                        <p:par>
                          <p:cTn id="235" fill="hold">
                            <p:stCondLst>
                              <p:cond delay="6500"/>
                            </p:stCondLst>
                            <p:childTnLst>
                              <p:par>
                                <p:cTn id="236" presetID="10" presetClass="entr" presetSubtype="0" fill="hold" nodeType="afterEffect">
                                  <p:stCondLst>
                                    <p:cond delay="0"/>
                                  </p:stCondLst>
                                  <p:childTnLst>
                                    <p:set>
                                      <p:cBhvr>
                                        <p:cTn id="237" dur="1" fill="hold">
                                          <p:stCondLst>
                                            <p:cond delay="0"/>
                                          </p:stCondLst>
                                        </p:cTn>
                                        <p:tgtEl>
                                          <p:spTgt spid="139">
                                            <p:txEl>
                                              <p:charRg st="1" end="1"/>
                                            </p:txEl>
                                          </p:spTgt>
                                        </p:tgtEl>
                                        <p:attrNameLst>
                                          <p:attrName>style.visibility</p:attrName>
                                        </p:attrNameLst>
                                      </p:cBhvr>
                                      <p:to>
                                        <p:strVal val="visible"/>
                                      </p:to>
                                    </p:set>
                                    <p:animEffect transition="in" filter="fade">
                                      <p:cBhvr>
                                        <p:cTn id="238" dur="500"/>
                                        <p:tgtEl>
                                          <p:spTgt spid="139">
                                            <p:txEl>
                                              <p:charRg st="1" end="1"/>
                                            </p:txEl>
                                          </p:spTgt>
                                        </p:tgtEl>
                                      </p:cBhvr>
                                    </p:animEffect>
                                  </p:childTnLst>
                                </p:cTn>
                              </p:par>
                            </p:childTnLst>
                          </p:cTn>
                        </p:par>
                        <p:par>
                          <p:cTn id="239" fill="hold">
                            <p:stCondLst>
                              <p:cond delay="7000"/>
                            </p:stCondLst>
                            <p:childTnLst>
                              <p:par>
                                <p:cTn id="240" presetID="10" presetClass="entr" presetSubtype="0" fill="hold" nodeType="afterEffect">
                                  <p:stCondLst>
                                    <p:cond delay="0"/>
                                  </p:stCondLst>
                                  <p:childTnLst>
                                    <p:set>
                                      <p:cBhvr>
                                        <p:cTn id="241" dur="1" fill="hold">
                                          <p:stCondLst>
                                            <p:cond delay="0"/>
                                          </p:stCondLst>
                                        </p:cTn>
                                        <p:tgtEl>
                                          <p:spTgt spid="139">
                                            <p:txEl>
                                              <p:charRg st="1" end="1"/>
                                            </p:txEl>
                                          </p:spTgt>
                                        </p:tgtEl>
                                        <p:attrNameLst>
                                          <p:attrName>style.visibility</p:attrName>
                                        </p:attrNameLst>
                                      </p:cBhvr>
                                      <p:to>
                                        <p:strVal val="visible"/>
                                      </p:to>
                                    </p:set>
                                    <p:animEffect transition="in" filter="fade">
                                      <p:cBhvr>
                                        <p:cTn id="242" dur="500"/>
                                        <p:tgtEl>
                                          <p:spTgt spid="139">
                                            <p:txEl>
                                              <p:charRg st="1" end="1"/>
                                            </p:txEl>
                                          </p:spTgt>
                                        </p:tgtEl>
                                      </p:cBhvr>
                                    </p:animEffect>
                                  </p:childTnLst>
                                </p:cTn>
                              </p:par>
                            </p:childTnLst>
                          </p:cTn>
                        </p:par>
                        <p:par>
                          <p:cTn id="243" fill="hold">
                            <p:stCondLst>
                              <p:cond delay="7500"/>
                            </p:stCondLst>
                            <p:childTnLst>
                              <p:par>
                                <p:cTn id="244" presetID="10" presetClass="entr" presetSubtype="0" fill="hold" nodeType="afterEffect">
                                  <p:stCondLst>
                                    <p:cond delay="0"/>
                                  </p:stCondLst>
                                  <p:childTnLst>
                                    <p:set>
                                      <p:cBhvr>
                                        <p:cTn id="245" dur="1" fill="hold">
                                          <p:stCondLst>
                                            <p:cond delay="0"/>
                                          </p:stCondLst>
                                        </p:cTn>
                                        <p:tgtEl>
                                          <p:spTgt spid="139">
                                            <p:txEl>
                                              <p:charRg st="1" end="1"/>
                                            </p:txEl>
                                          </p:spTgt>
                                        </p:tgtEl>
                                        <p:attrNameLst>
                                          <p:attrName>style.visibility</p:attrName>
                                        </p:attrNameLst>
                                      </p:cBhvr>
                                      <p:to>
                                        <p:strVal val="visible"/>
                                      </p:to>
                                    </p:set>
                                    <p:animEffect transition="in" filter="fade">
                                      <p:cBhvr>
                                        <p:cTn id="246" dur="500"/>
                                        <p:tgtEl>
                                          <p:spTgt spid="139">
                                            <p:txEl>
                                              <p:charRg st="1" end="1"/>
                                            </p:txEl>
                                          </p:spTgt>
                                        </p:tgtEl>
                                      </p:cBhvr>
                                    </p:animEffect>
                                  </p:childTnLst>
                                </p:cTn>
                              </p:par>
                            </p:childTnLst>
                          </p:cTn>
                        </p:par>
                        <p:par>
                          <p:cTn id="247" fill="hold">
                            <p:stCondLst>
                              <p:cond delay="8000"/>
                            </p:stCondLst>
                            <p:childTnLst>
                              <p:par>
                                <p:cTn id="248" presetID="10" presetClass="entr" presetSubtype="0" fill="hold" nodeType="afterEffect">
                                  <p:stCondLst>
                                    <p:cond delay="0"/>
                                  </p:stCondLst>
                                  <p:childTnLst>
                                    <p:set>
                                      <p:cBhvr>
                                        <p:cTn id="249" dur="1" fill="hold">
                                          <p:stCondLst>
                                            <p:cond delay="0"/>
                                          </p:stCondLst>
                                        </p:cTn>
                                        <p:tgtEl>
                                          <p:spTgt spid="139">
                                            <p:txEl>
                                              <p:charRg st="1" end="1"/>
                                            </p:txEl>
                                          </p:spTgt>
                                        </p:tgtEl>
                                        <p:attrNameLst>
                                          <p:attrName>style.visibility</p:attrName>
                                        </p:attrNameLst>
                                      </p:cBhvr>
                                      <p:to>
                                        <p:strVal val="visible"/>
                                      </p:to>
                                    </p:set>
                                    <p:animEffect transition="in" filter="fade">
                                      <p:cBhvr>
                                        <p:cTn id="250" dur="500"/>
                                        <p:tgtEl>
                                          <p:spTgt spid="139">
                                            <p:txEl>
                                              <p:charRg st="1" end="1"/>
                                            </p:txEl>
                                          </p:spTgt>
                                        </p:tgtEl>
                                      </p:cBhvr>
                                    </p:animEffect>
                                  </p:childTnLst>
                                </p:cTn>
                              </p:par>
                            </p:childTnLst>
                          </p:cTn>
                        </p:par>
                        <p:par>
                          <p:cTn id="251" fill="hold">
                            <p:stCondLst>
                              <p:cond delay="8500"/>
                            </p:stCondLst>
                            <p:childTnLst>
                              <p:par>
                                <p:cTn id="252" presetID="10" presetClass="entr" presetSubtype="0" fill="hold" nodeType="afterEffect">
                                  <p:stCondLst>
                                    <p:cond delay="0"/>
                                  </p:stCondLst>
                                  <p:childTnLst>
                                    <p:set>
                                      <p:cBhvr>
                                        <p:cTn id="253" dur="1" fill="hold">
                                          <p:stCondLst>
                                            <p:cond delay="0"/>
                                          </p:stCondLst>
                                        </p:cTn>
                                        <p:tgtEl>
                                          <p:spTgt spid="139">
                                            <p:txEl>
                                              <p:charRg st="1" end="1"/>
                                            </p:txEl>
                                          </p:spTgt>
                                        </p:tgtEl>
                                        <p:attrNameLst>
                                          <p:attrName>style.visibility</p:attrName>
                                        </p:attrNameLst>
                                      </p:cBhvr>
                                      <p:to>
                                        <p:strVal val="visible"/>
                                      </p:to>
                                    </p:set>
                                    <p:animEffect transition="in" filter="fade">
                                      <p:cBhvr>
                                        <p:cTn id="254" dur="500"/>
                                        <p:tgtEl>
                                          <p:spTgt spid="139">
                                            <p:txEl>
                                              <p:charRg st="1" end="1"/>
                                            </p:txEl>
                                          </p:spTgt>
                                        </p:tgtEl>
                                      </p:cBhvr>
                                    </p:animEffect>
                                  </p:childTnLst>
                                </p:cTn>
                              </p:par>
                            </p:childTnLst>
                          </p:cTn>
                        </p:par>
                        <p:par>
                          <p:cTn id="255" fill="hold">
                            <p:stCondLst>
                              <p:cond delay="9000"/>
                            </p:stCondLst>
                            <p:childTnLst>
                              <p:par>
                                <p:cTn id="256" presetID="10" presetClass="entr" presetSubtype="0" fill="hold" nodeType="afterEffect">
                                  <p:stCondLst>
                                    <p:cond delay="0"/>
                                  </p:stCondLst>
                                  <p:childTnLst>
                                    <p:set>
                                      <p:cBhvr>
                                        <p:cTn id="257" dur="1" fill="hold">
                                          <p:stCondLst>
                                            <p:cond delay="0"/>
                                          </p:stCondLst>
                                        </p:cTn>
                                        <p:tgtEl>
                                          <p:spTgt spid="139">
                                            <p:txEl>
                                              <p:charRg st="1" end="1"/>
                                            </p:txEl>
                                          </p:spTgt>
                                        </p:tgtEl>
                                        <p:attrNameLst>
                                          <p:attrName>style.visibility</p:attrName>
                                        </p:attrNameLst>
                                      </p:cBhvr>
                                      <p:to>
                                        <p:strVal val="visible"/>
                                      </p:to>
                                    </p:set>
                                    <p:animEffect transition="in" filter="fade">
                                      <p:cBhvr>
                                        <p:cTn id="258" dur="500"/>
                                        <p:tgtEl>
                                          <p:spTgt spid="139">
                                            <p:txEl>
                                              <p:charRg st="1" end="1"/>
                                            </p:txEl>
                                          </p:spTgt>
                                        </p:tgtEl>
                                      </p:cBhvr>
                                    </p:animEffect>
                                  </p:childTnLst>
                                </p:cTn>
                              </p:par>
                            </p:childTnLst>
                          </p:cTn>
                        </p:par>
                        <p:par>
                          <p:cTn id="259" fill="hold">
                            <p:stCondLst>
                              <p:cond delay="9500"/>
                            </p:stCondLst>
                            <p:childTnLst>
                              <p:par>
                                <p:cTn id="260" presetID="10" presetClass="entr" presetSubtype="0" fill="hold" nodeType="afterEffect">
                                  <p:stCondLst>
                                    <p:cond delay="0"/>
                                  </p:stCondLst>
                                  <p:childTnLst>
                                    <p:set>
                                      <p:cBhvr>
                                        <p:cTn id="261" dur="1" fill="hold">
                                          <p:stCondLst>
                                            <p:cond delay="0"/>
                                          </p:stCondLst>
                                        </p:cTn>
                                        <p:tgtEl>
                                          <p:spTgt spid="139">
                                            <p:txEl>
                                              <p:charRg st="1" end="1"/>
                                            </p:txEl>
                                          </p:spTgt>
                                        </p:tgtEl>
                                        <p:attrNameLst>
                                          <p:attrName>style.visibility</p:attrName>
                                        </p:attrNameLst>
                                      </p:cBhvr>
                                      <p:to>
                                        <p:strVal val="visible"/>
                                      </p:to>
                                    </p:set>
                                    <p:animEffect transition="in" filter="fade">
                                      <p:cBhvr>
                                        <p:cTn id="262" dur="500"/>
                                        <p:tgtEl>
                                          <p:spTgt spid="139">
                                            <p:txEl>
                                              <p:charRg st="1" end="1"/>
                                            </p:txEl>
                                          </p:spTgt>
                                        </p:tgtEl>
                                      </p:cBhvr>
                                    </p:animEffect>
                                  </p:childTnLst>
                                </p:cTn>
                              </p:par>
                            </p:childTnLst>
                          </p:cTn>
                        </p:par>
                        <p:par>
                          <p:cTn id="263" fill="hold">
                            <p:stCondLst>
                              <p:cond delay="10000"/>
                            </p:stCondLst>
                            <p:childTnLst>
                              <p:par>
                                <p:cTn id="264" presetID="10" presetClass="entr" presetSubtype="0" fill="hold" nodeType="afterEffect">
                                  <p:stCondLst>
                                    <p:cond delay="0"/>
                                  </p:stCondLst>
                                  <p:childTnLst>
                                    <p:set>
                                      <p:cBhvr>
                                        <p:cTn id="265" dur="1" fill="hold">
                                          <p:stCondLst>
                                            <p:cond delay="0"/>
                                          </p:stCondLst>
                                        </p:cTn>
                                        <p:tgtEl>
                                          <p:spTgt spid="139">
                                            <p:txEl>
                                              <p:charRg st="1" end="1"/>
                                            </p:txEl>
                                          </p:spTgt>
                                        </p:tgtEl>
                                        <p:attrNameLst>
                                          <p:attrName>style.visibility</p:attrName>
                                        </p:attrNameLst>
                                      </p:cBhvr>
                                      <p:to>
                                        <p:strVal val="visible"/>
                                      </p:to>
                                    </p:set>
                                    <p:animEffect transition="in" filter="fade">
                                      <p:cBhvr>
                                        <p:cTn id="266" dur="500"/>
                                        <p:tgtEl>
                                          <p:spTgt spid="139">
                                            <p:txEl>
                                              <p:charRg st="1" end="1"/>
                                            </p:txEl>
                                          </p:spTgt>
                                        </p:tgtEl>
                                      </p:cBhvr>
                                    </p:animEffect>
                                  </p:childTnLst>
                                </p:cTn>
                              </p:par>
                            </p:childTnLst>
                          </p:cTn>
                        </p:par>
                        <p:par>
                          <p:cTn id="267" fill="hold">
                            <p:stCondLst>
                              <p:cond delay="10500"/>
                            </p:stCondLst>
                            <p:childTnLst>
                              <p:par>
                                <p:cTn id="268" presetID="10" presetClass="entr" presetSubtype="0" fill="hold" nodeType="afterEffect">
                                  <p:stCondLst>
                                    <p:cond delay="0"/>
                                  </p:stCondLst>
                                  <p:childTnLst>
                                    <p:set>
                                      <p:cBhvr>
                                        <p:cTn id="269" dur="1" fill="hold">
                                          <p:stCondLst>
                                            <p:cond delay="0"/>
                                          </p:stCondLst>
                                        </p:cTn>
                                        <p:tgtEl>
                                          <p:spTgt spid="141"/>
                                        </p:tgtEl>
                                        <p:attrNameLst>
                                          <p:attrName>style.visibility</p:attrName>
                                        </p:attrNameLst>
                                      </p:cBhvr>
                                      <p:to>
                                        <p:strVal val="visible"/>
                                      </p:to>
                                    </p:set>
                                    <p:animEffect transition="in" filter="fade">
                                      <p:cBhvr>
                                        <p:cTn id="270" dur="1000"/>
                                        <p:tgtEl>
                                          <p:spTgt spid="141"/>
                                        </p:tgtEl>
                                      </p:cBhvr>
                                    </p:animEffect>
                                  </p:childTnLst>
                                </p:cTn>
                              </p:par>
                            </p:childTnLst>
                          </p:cTn>
                        </p:par>
                        <p:par>
                          <p:cTn id="271" fill="hold">
                            <p:stCondLst>
                              <p:cond delay="11500"/>
                            </p:stCondLst>
                            <p:childTnLst>
                              <p:par>
                                <p:cTn id="272" presetID="10" presetClass="entr" presetSubtype="0" fill="hold" nodeType="afterEffect">
                                  <p:stCondLst>
                                    <p:cond delay="0"/>
                                  </p:stCondLst>
                                  <p:childTnLst>
                                    <p:set>
                                      <p:cBhvr>
                                        <p:cTn id="273" dur="1" fill="hold">
                                          <p:stCondLst>
                                            <p:cond delay="0"/>
                                          </p:stCondLst>
                                        </p:cTn>
                                        <p:tgtEl>
                                          <p:spTgt spid="140">
                                            <p:txEl>
                                              <p:pRg st="0" end="0"/>
                                            </p:txEl>
                                          </p:spTgt>
                                        </p:tgtEl>
                                        <p:attrNameLst>
                                          <p:attrName>style.visibility</p:attrName>
                                        </p:attrNameLst>
                                      </p:cBhvr>
                                      <p:to>
                                        <p:strVal val="visible"/>
                                      </p:to>
                                    </p:set>
                                    <p:animEffect transition="in" filter="fade">
                                      <p:cBhvr>
                                        <p:cTn id="274" dur="750"/>
                                        <p:tgtEl>
                                          <p:spTgt spid="140">
                                            <p:txEl>
                                              <p:pRg st="0" end="0"/>
                                            </p:txEl>
                                          </p:spTgt>
                                        </p:tgtEl>
                                      </p:cBhvr>
                                    </p:animEffect>
                                  </p:childTnLst>
                                </p:cTn>
                              </p:par>
                            </p:childTnLst>
                          </p:cTn>
                        </p:par>
                        <p:par>
                          <p:cTn id="275" fill="hold">
                            <p:stCondLst>
                              <p:cond delay="12250"/>
                            </p:stCondLst>
                            <p:childTnLst>
                              <p:par>
                                <p:cTn id="276" presetID="10" presetClass="entr" presetSubtype="0" fill="hold" nodeType="afterEffect">
                                  <p:stCondLst>
                                    <p:cond delay="0"/>
                                  </p:stCondLst>
                                  <p:childTnLst>
                                    <p:set>
                                      <p:cBhvr>
                                        <p:cTn id="277" dur="1" fill="hold">
                                          <p:stCondLst>
                                            <p:cond delay="0"/>
                                          </p:stCondLst>
                                        </p:cTn>
                                        <p:tgtEl>
                                          <p:spTgt spid="140">
                                            <p:txEl>
                                              <p:charRg st="1" end="1"/>
                                            </p:txEl>
                                          </p:spTgt>
                                        </p:tgtEl>
                                        <p:attrNameLst>
                                          <p:attrName>style.visibility</p:attrName>
                                        </p:attrNameLst>
                                      </p:cBhvr>
                                      <p:to>
                                        <p:strVal val="visible"/>
                                      </p:to>
                                    </p:set>
                                    <p:animEffect transition="in" filter="fade">
                                      <p:cBhvr>
                                        <p:cTn id="278" dur="750"/>
                                        <p:tgtEl>
                                          <p:spTgt spid="140">
                                            <p:txEl>
                                              <p:charRg st="1" end="1"/>
                                            </p:txEl>
                                          </p:spTgt>
                                        </p:tgtEl>
                                      </p:cBhvr>
                                    </p:animEffect>
                                  </p:childTnLst>
                                </p:cTn>
                              </p:par>
                            </p:childTnLst>
                          </p:cTn>
                        </p:par>
                        <p:par>
                          <p:cTn id="279" fill="hold">
                            <p:stCondLst>
                              <p:cond delay="13000"/>
                            </p:stCondLst>
                            <p:childTnLst>
                              <p:par>
                                <p:cTn id="280" presetID="10" presetClass="entr" presetSubtype="0" fill="hold" nodeType="afterEffect">
                                  <p:stCondLst>
                                    <p:cond delay="0"/>
                                  </p:stCondLst>
                                  <p:childTnLst>
                                    <p:set>
                                      <p:cBhvr>
                                        <p:cTn id="281" dur="1" fill="hold">
                                          <p:stCondLst>
                                            <p:cond delay="0"/>
                                          </p:stCondLst>
                                        </p:cTn>
                                        <p:tgtEl>
                                          <p:spTgt spid="140">
                                            <p:txEl>
                                              <p:charRg st="1" end="1"/>
                                            </p:txEl>
                                          </p:spTgt>
                                        </p:tgtEl>
                                        <p:attrNameLst>
                                          <p:attrName>style.visibility</p:attrName>
                                        </p:attrNameLst>
                                      </p:cBhvr>
                                      <p:to>
                                        <p:strVal val="visible"/>
                                      </p:to>
                                    </p:set>
                                    <p:animEffect transition="in" filter="fade">
                                      <p:cBhvr>
                                        <p:cTn id="282" dur="750"/>
                                        <p:tgtEl>
                                          <p:spTgt spid="140">
                                            <p:txEl>
                                              <p:charRg st="1" end="1"/>
                                            </p:txEl>
                                          </p:spTgt>
                                        </p:tgtEl>
                                      </p:cBhvr>
                                    </p:animEffect>
                                  </p:childTnLst>
                                </p:cTn>
                              </p:par>
                            </p:childTnLst>
                          </p:cTn>
                        </p:par>
                        <p:par>
                          <p:cTn id="283" fill="hold">
                            <p:stCondLst>
                              <p:cond delay="13750"/>
                            </p:stCondLst>
                            <p:childTnLst>
                              <p:par>
                                <p:cTn id="284" presetID="10" presetClass="entr" presetSubtype="0" fill="hold" nodeType="afterEffect">
                                  <p:stCondLst>
                                    <p:cond delay="0"/>
                                  </p:stCondLst>
                                  <p:childTnLst>
                                    <p:set>
                                      <p:cBhvr>
                                        <p:cTn id="285" dur="1" fill="hold">
                                          <p:stCondLst>
                                            <p:cond delay="0"/>
                                          </p:stCondLst>
                                        </p:cTn>
                                        <p:tgtEl>
                                          <p:spTgt spid="140">
                                            <p:txEl>
                                              <p:charRg st="1" end="1"/>
                                            </p:txEl>
                                          </p:spTgt>
                                        </p:tgtEl>
                                        <p:attrNameLst>
                                          <p:attrName>style.visibility</p:attrName>
                                        </p:attrNameLst>
                                      </p:cBhvr>
                                      <p:to>
                                        <p:strVal val="visible"/>
                                      </p:to>
                                    </p:set>
                                    <p:animEffect transition="in" filter="fade">
                                      <p:cBhvr>
                                        <p:cTn id="286" dur="750"/>
                                        <p:tgtEl>
                                          <p:spTgt spid="140">
                                            <p:txEl>
                                              <p:charRg st="1" end="1"/>
                                            </p:txEl>
                                          </p:spTgt>
                                        </p:tgtEl>
                                      </p:cBhvr>
                                    </p:animEffect>
                                  </p:childTnLst>
                                </p:cTn>
                              </p:par>
                            </p:childTnLst>
                          </p:cTn>
                        </p:par>
                        <p:par>
                          <p:cTn id="287" fill="hold">
                            <p:stCondLst>
                              <p:cond delay="14500"/>
                            </p:stCondLst>
                            <p:childTnLst>
                              <p:par>
                                <p:cTn id="288" presetID="10" presetClass="entr" presetSubtype="0" fill="hold" nodeType="afterEffect">
                                  <p:stCondLst>
                                    <p:cond delay="0"/>
                                  </p:stCondLst>
                                  <p:childTnLst>
                                    <p:set>
                                      <p:cBhvr>
                                        <p:cTn id="289" dur="1" fill="hold">
                                          <p:stCondLst>
                                            <p:cond delay="0"/>
                                          </p:stCondLst>
                                        </p:cTn>
                                        <p:tgtEl>
                                          <p:spTgt spid="140">
                                            <p:txEl>
                                              <p:charRg st="1" end="1"/>
                                            </p:txEl>
                                          </p:spTgt>
                                        </p:tgtEl>
                                        <p:attrNameLst>
                                          <p:attrName>style.visibility</p:attrName>
                                        </p:attrNameLst>
                                      </p:cBhvr>
                                      <p:to>
                                        <p:strVal val="visible"/>
                                      </p:to>
                                    </p:set>
                                    <p:animEffect transition="in" filter="fade">
                                      <p:cBhvr>
                                        <p:cTn id="290" dur="750"/>
                                        <p:tgtEl>
                                          <p:spTgt spid="140">
                                            <p:txEl>
                                              <p:charRg st="1" end="1"/>
                                            </p:txEl>
                                          </p:spTgt>
                                        </p:tgtEl>
                                      </p:cBhvr>
                                    </p:animEffect>
                                  </p:childTnLst>
                                </p:cTn>
                              </p:par>
                            </p:childTnLst>
                          </p:cTn>
                        </p:par>
                        <p:par>
                          <p:cTn id="291" fill="hold">
                            <p:stCondLst>
                              <p:cond delay="15250"/>
                            </p:stCondLst>
                            <p:childTnLst>
                              <p:par>
                                <p:cTn id="292" presetID="10" presetClass="entr" presetSubtype="0" fill="hold" nodeType="afterEffect">
                                  <p:stCondLst>
                                    <p:cond delay="0"/>
                                  </p:stCondLst>
                                  <p:childTnLst>
                                    <p:set>
                                      <p:cBhvr>
                                        <p:cTn id="293" dur="1" fill="hold">
                                          <p:stCondLst>
                                            <p:cond delay="0"/>
                                          </p:stCondLst>
                                        </p:cTn>
                                        <p:tgtEl>
                                          <p:spTgt spid="140">
                                            <p:txEl>
                                              <p:charRg st="1" end="1"/>
                                            </p:txEl>
                                          </p:spTgt>
                                        </p:tgtEl>
                                        <p:attrNameLst>
                                          <p:attrName>style.visibility</p:attrName>
                                        </p:attrNameLst>
                                      </p:cBhvr>
                                      <p:to>
                                        <p:strVal val="visible"/>
                                      </p:to>
                                    </p:set>
                                    <p:animEffect transition="in" filter="fade">
                                      <p:cBhvr>
                                        <p:cTn id="294" dur="750"/>
                                        <p:tgtEl>
                                          <p:spTgt spid="140">
                                            <p:txEl>
                                              <p:charRg st="1" end="1"/>
                                            </p:txEl>
                                          </p:spTgt>
                                        </p:tgtEl>
                                      </p:cBhvr>
                                    </p:animEffect>
                                  </p:childTnLst>
                                </p:cTn>
                              </p:par>
                            </p:childTnLst>
                          </p:cTn>
                        </p:par>
                        <p:par>
                          <p:cTn id="295" fill="hold">
                            <p:stCondLst>
                              <p:cond delay="16000"/>
                            </p:stCondLst>
                            <p:childTnLst>
                              <p:par>
                                <p:cTn id="296" presetID="10" presetClass="entr" presetSubtype="0" fill="hold" nodeType="afterEffect">
                                  <p:stCondLst>
                                    <p:cond delay="0"/>
                                  </p:stCondLst>
                                  <p:childTnLst>
                                    <p:set>
                                      <p:cBhvr>
                                        <p:cTn id="297" dur="1" fill="hold">
                                          <p:stCondLst>
                                            <p:cond delay="0"/>
                                          </p:stCondLst>
                                        </p:cTn>
                                        <p:tgtEl>
                                          <p:spTgt spid="140">
                                            <p:txEl>
                                              <p:charRg st="1" end="1"/>
                                            </p:txEl>
                                          </p:spTgt>
                                        </p:tgtEl>
                                        <p:attrNameLst>
                                          <p:attrName>style.visibility</p:attrName>
                                        </p:attrNameLst>
                                      </p:cBhvr>
                                      <p:to>
                                        <p:strVal val="visible"/>
                                      </p:to>
                                    </p:set>
                                    <p:animEffect transition="in" filter="fade">
                                      <p:cBhvr>
                                        <p:cTn id="298" dur="750"/>
                                        <p:tgtEl>
                                          <p:spTgt spid="140">
                                            <p:txEl>
                                              <p:charRg st="1" end="1"/>
                                            </p:txEl>
                                          </p:spTgt>
                                        </p:tgtEl>
                                      </p:cBhvr>
                                    </p:animEffect>
                                  </p:childTnLst>
                                </p:cTn>
                              </p:par>
                            </p:childTnLst>
                          </p:cTn>
                        </p:par>
                        <p:par>
                          <p:cTn id="299" fill="hold">
                            <p:stCondLst>
                              <p:cond delay="16750"/>
                            </p:stCondLst>
                            <p:childTnLst>
                              <p:par>
                                <p:cTn id="300" presetID="10" presetClass="entr" presetSubtype="0" fill="hold" nodeType="afterEffect">
                                  <p:stCondLst>
                                    <p:cond delay="0"/>
                                  </p:stCondLst>
                                  <p:childTnLst>
                                    <p:set>
                                      <p:cBhvr>
                                        <p:cTn id="301" dur="1" fill="hold">
                                          <p:stCondLst>
                                            <p:cond delay="0"/>
                                          </p:stCondLst>
                                        </p:cTn>
                                        <p:tgtEl>
                                          <p:spTgt spid="140">
                                            <p:txEl>
                                              <p:charRg st="1" end="1"/>
                                            </p:txEl>
                                          </p:spTgt>
                                        </p:tgtEl>
                                        <p:attrNameLst>
                                          <p:attrName>style.visibility</p:attrName>
                                        </p:attrNameLst>
                                      </p:cBhvr>
                                      <p:to>
                                        <p:strVal val="visible"/>
                                      </p:to>
                                    </p:set>
                                    <p:animEffect transition="in" filter="fade">
                                      <p:cBhvr>
                                        <p:cTn id="302" dur="750"/>
                                        <p:tgtEl>
                                          <p:spTgt spid="140">
                                            <p:txEl>
                                              <p:charRg st="1" end="1"/>
                                            </p:txEl>
                                          </p:spTgt>
                                        </p:tgtEl>
                                      </p:cBhvr>
                                    </p:animEffect>
                                  </p:childTnLst>
                                </p:cTn>
                              </p:par>
                            </p:childTnLst>
                          </p:cTn>
                        </p:par>
                        <p:par>
                          <p:cTn id="303" fill="hold">
                            <p:stCondLst>
                              <p:cond delay="17500"/>
                            </p:stCondLst>
                            <p:childTnLst>
                              <p:par>
                                <p:cTn id="304" presetID="10" presetClass="entr" presetSubtype="0" fill="hold" nodeType="afterEffect">
                                  <p:stCondLst>
                                    <p:cond delay="0"/>
                                  </p:stCondLst>
                                  <p:childTnLst>
                                    <p:set>
                                      <p:cBhvr>
                                        <p:cTn id="305" dur="1" fill="hold">
                                          <p:stCondLst>
                                            <p:cond delay="0"/>
                                          </p:stCondLst>
                                        </p:cTn>
                                        <p:tgtEl>
                                          <p:spTgt spid="140">
                                            <p:txEl>
                                              <p:charRg st="1" end="1"/>
                                            </p:txEl>
                                          </p:spTgt>
                                        </p:tgtEl>
                                        <p:attrNameLst>
                                          <p:attrName>style.visibility</p:attrName>
                                        </p:attrNameLst>
                                      </p:cBhvr>
                                      <p:to>
                                        <p:strVal val="visible"/>
                                      </p:to>
                                    </p:set>
                                    <p:animEffect transition="in" filter="fade">
                                      <p:cBhvr>
                                        <p:cTn id="306" dur="750"/>
                                        <p:tgtEl>
                                          <p:spTgt spid="140">
                                            <p:txEl>
                                              <p:charRg st="1" end="1"/>
                                            </p:txEl>
                                          </p:spTgt>
                                        </p:tgtEl>
                                      </p:cBhvr>
                                    </p:animEffect>
                                  </p:childTnLst>
                                </p:cTn>
                              </p:par>
                            </p:childTnLst>
                          </p:cTn>
                        </p:par>
                        <p:par>
                          <p:cTn id="307" fill="hold">
                            <p:stCondLst>
                              <p:cond delay="18250"/>
                            </p:stCondLst>
                            <p:childTnLst>
                              <p:par>
                                <p:cTn id="308" presetID="10" presetClass="entr" presetSubtype="0" fill="hold" nodeType="afterEffect">
                                  <p:stCondLst>
                                    <p:cond delay="0"/>
                                  </p:stCondLst>
                                  <p:childTnLst>
                                    <p:set>
                                      <p:cBhvr>
                                        <p:cTn id="309" dur="1" fill="hold">
                                          <p:stCondLst>
                                            <p:cond delay="0"/>
                                          </p:stCondLst>
                                        </p:cTn>
                                        <p:tgtEl>
                                          <p:spTgt spid="142">
                                            <p:txEl>
                                              <p:pRg st="0" end="0"/>
                                            </p:txEl>
                                          </p:spTgt>
                                        </p:tgtEl>
                                        <p:attrNameLst>
                                          <p:attrName>style.visibility</p:attrName>
                                        </p:attrNameLst>
                                      </p:cBhvr>
                                      <p:to>
                                        <p:strVal val="visible"/>
                                      </p:to>
                                    </p:set>
                                    <p:animEffect transition="in" filter="fade">
                                      <p:cBhvr>
                                        <p:cTn id="310" dur="500"/>
                                        <p:tgtEl>
                                          <p:spTgt spid="142">
                                            <p:txEl>
                                              <p:pRg st="0" end="0"/>
                                            </p:txEl>
                                          </p:spTgt>
                                        </p:tgtEl>
                                      </p:cBhvr>
                                    </p:animEffect>
                                  </p:childTnLst>
                                </p:cTn>
                              </p:par>
                            </p:childTnLst>
                          </p:cTn>
                        </p:par>
                        <p:par>
                          <p:cTn id="311" fill="hold">
                            <p:stCondLst>
                              <p:cond delay="18750"/>
                            </p:stCondLst>
                            <p:childTnLst>
                              <p:par>
                                <p:cTn id="312" presetID="10" presetClass="entr" presetSubtype="0" fill="hold" nodeType="afterEffect">
                                  <p:stCondLst>
                                    <p:cond delay="0"/>
                                  </p:stCondLst>
                                  <p:childTnLst>
                                    <p:set>
                                      <p:cBhvr>
                                        <p:cTn id="313" dur="1" fill="hold">
                                          <p:stCondLst>
                                            <p:cond delay="0"/>
                                          </p:stCondLst>
                                        </p:cTn>
                                        <p:tgtEl>
                                          <p:spTgt spid="142">
                                            <p:txEl>
                                              <p:charRg st="1" end="1"/>
                                            </p:txEl>
                                          </p:spTgt>
                                        </p:tgtEl>
                                        <p:attrNameLst>
                                          <p:attrName>style.visibility</p:attrName>
                                        </p:attrNameLst>
                                      </p:cBhvr>
                                      <p:to>
                                        <p:strVal val="visible"/>
                                      </p:to>
                                    </p:set>
                                    <p:animEffect transition="in" filter="fade">
                                      <p:cBhvr>
                                        <p:cTn id="314" dur="500"/>
                                        <p:tgtEl>
                                          <p:spTgt spid="142">
                                            <p:txEl>
                                              <p:charRg st="1" end="1"/>
                                            </p:txEl>
                                          </p:spTgt>
                                        </p:tgtEl>
                                      </p:cBhvr>
                                    </p:animEffect>
                                  </p:childTnLst>
                                </p:cTn>
                              </p:par>
                            </p:childTnLst>
                          </p:cTn>
                        </p:par>
                        <p:par>
                          <p:cTn id="315" fill="hold">
                            <p:stCondLst>
                              <p:cond delay="19250"/>
                            </p:stCondLst>
                            <p:childTnLst>
                              <p:par>
                                <p:cTn id="316" presetID="10" presetClass="entr" presetSubtype="0" fill="hold" nodeType="afterEffect">
                                  <p:stCondLst>
                                    <p:cond delay="0"/>
                                  </p:stCondLst>
                                  <p:childTnLst>
                                    <p:set>
                                      <p:cBhvr>
                                        <p:cTn id="317" dur="1" fill="hold">
                                          <p:stCondLst>
                                            <p:cond delay="0"/>
                                          </p:stCondLst>
                                        </p:cTn>
                                        <p:tgtEl>
                                          <p:spTgt spid="142">
                                            <p:txEl>
                                              <p:charRg st="1" end="1"/>
                                            </p:txEl>
                                          </p:spTgt>
                                        </p:tgtEl>
                                        <p:attrNameLst>
                                          <p:attrName>style.visibility</p:attrName>
                                        </p:attrNameLst>
                                      </p:cBhvr>
                                      <p:to>
                                        <p:strVal val="visible"/>
                                      </p:to>
                                    </p:set>
                                    <p:animEffect transition="in" filter="fade">
                                      <p:cBhvr>
                                        <p:cTn id="318" dur="500"/>
                                        <p:tgtEl>
                                          <p:spTgt spid="142">
                                            <p:txEl>
                                              <p:charRg st="1" end="1"/>
                                            </p:txEl>
                                          </p:spTgt>
                                        </p:tgtEl>
                                      </p:cBhvr>
                                    </p:animEffect>
                                  </p:childTnLst>
                                </p:cTn>
                              </p:par>
                            </p:childTnLst>
                          </p:cTn>
                        </p:par>
                        <p:par>
                          <p:cTn id="319" fill="hold">
                            <p:stCondLst>
                              <p:cond delay="19750"/>
                            </p:stCondLst>
                            <p:childTnLst>
                              <p:par>
                                <p:cTn id="320" presetID="10" presetClass="entr" presetSubtype="0" fill="hold" nodeType="afterEffect">
                                  <p:stCondLst>
                                    <p:cond delay="0"/>
                                  </p:stCondLst>
                                  <p:childTnLst>
                                    <p:set>
                                      <p:cBhvr>
                                        <p:cTn id="321" dur="1" fill="hold">
                                          <p:stCondLst>
                                            <p:cond delay="0"/>
                                          </p:stCondLst>
                                        </p:cTn>
                                        <p:tgtEl>
                                          <p:spTgt spid="142">
                                            <p:txEl>
                                              <p:charRg st="1" end="1"/>
                                            </p:txEl>
                                          </p:spTgt>
                                        </p:tgtEl>
                                        <p:attrNameLst>
                                          <p:attrName>style.visibility</p:attrName>
                                        </p:attrNameLst>
                                      </p:cBhvr>
                                      <p:to>
                                        <p:strVal val="visible"/>
                                      </p:to>
                                    </p:set>
                                    <p:animEffect transition="in" filter="fade">
                                      <p:cBhvr>
                                        <p:cTn id="322" dur="500"/>
                                        <p:tgtEl>
                                          <p:spTgt spid="142">
                                            <p:txEl>
                                              <p:charRg st="1" end="1"/>
                                            </p:txEl>
                                          </p:spTgt>
                                        </p:tgtEl>
                                      </p:cBhvr>
                                    </p:animEffect>
                                  </p:childTnLst>
                                </p:cTn>
                              </p:par>
                            </p:childTnLst>
                          </p:cTn>
                        </p:par>
                        <p:par>
                          <p:cTn id="323" fill="hold">
                            <p:stCondLst>
                              <p:cond delay="20250"/>
                            </p:stCondLst>
                            <p:childTnLst>
                              <p:par>
                                <p:cTn id="324" presetID="10" presetClass="entr" presetSubtype="0" fill="hold" nodeType="afterEffect">
                                  <p:stCondLst>
                                    <p:cond delay="0"/>
                                  </p:stCondLst>
                                  <p:childTnLst>
                                    <p:set>
                                      <p:cBhvr>
                                        <p:cTn id="325" dur="1" fill="hold">
                                          <p:stCondLst>
                                            <p:cond delay="0"/>
                                          </p:stCondLst>
                                        </p:cTn>
                                        <p:tgtEl>
                                          <p:spTgt spid="142">
                                            <p:txEl>
                                              <p:charRg st="1" end="1"/>
                                            </p:txEl>
                                          </p:spTgt>
                                        </p:tgtEl>
                                        <p:attrNameLst>
                                          <p:attrName>style.visibility</p:attrName>
                                        </p:attrNameLst>
                                      </p:cBhvr>
                                      <p:to>
                                        <p:strVal val="visible"/>
                                      </p:to>
                                    </p:set>
                                    <p:animEffect transition="in" filter="fade">
                                      <p:cBhvr>
                                        <p:cTn id="326" dur="500"/>
                                        <p:tgtEl>
                                          <p:spTgt spid="142">
                                            <p:txEl>
                                              <p:charRg st="1" end="1"/>
                                            </p:txEl>
                                          </p:spTgt>
                                        </p:tgtEl>
                                      </p:cBhvr>
                                    </p:animEffect>
                                  </p:childTnLst>
                                </p:cTn>
                              </p:par>
                            </p:childTnLst>
                          </p:cTn>
                        </p:par>
                        <p:par>
                          <p:cTn id="327" fill="hold">
                            <p:stCondLst>
                              <p:cond delay="20750"/>
                            </p:stCondLst>
                            <p:childTnLst>
                              <p:par>
                                <p:cTn id="328" presetID="10" presetClass="entr" presetSubtype="0" fill="hold" nodeType="afterEffect">
                                  <p:stCondLst>
                                    <p:cond delay="0"/>
                                  </p:stCondLst>
                                  <p:childTnLst>
                                    <p:set>
                                      <p:cBhvr>
                                        <p:cTn id="329" dur="1" fill="hold">
                                          <p:stCondLst>
                                            <p:cond delay="0"/>
                                          </p:stCondLst>
                                        </p:cTn>
                                        <p:tgtEl>
                                          <p:spTgt spid="142">
                                            <p:txEl>
                                              <p:charRg st="1" end="1"/>
                                            </p:txEl>
                                          </p:spTgt>
                                        </p:tgtEl>
                                        <p:attrNameLst>
                                          <p:attrName>style.visibility</p:attrName>
                                        </p:attrNameLst>
                                      </p:cBhvr>
                                      <p:to>
                                        <p:strVal val="visible"/>
                                      </p:to>
                                    </p:set>
                                    <p:animEffect transition="in" filter="fade">
                                      <p:cBhvr>
                                        <p:cTn id="330" dur="500"/>
                                        <p:tgtEl>
                                          <p:spTgt spid="142">
                                            <p:txEl>
                                              <p:charRg st="1" end="1"/>
                                            </p:txEl>
                                          </p:spTgt>
                                        </p:tgtEl>
                                      </p:cBhvr>
                                    </p:animEffect>
                                  </p:childTnLst>
                                </p:cTn>
                              </p:par>
                            </p:childTnLst>
                          </p:cTn>
                        </p:par>
                        <p:par>
                          <p:cTn id="331" fill="hold">
                            <p:stCondLst>
                              <p:cond delay="21250"/>
                            </p:stCondLst>
                            <p:childTnLst>
                              <p:par>
                                <p:cTn id="332" presetID="10" presetClass="entr" presetSubtype="0" fill="hold" nodeType="afterEffect">
                                  <p:stCondLst>
                                    <p:cond delay="0"/>
                                  </p:stCondLst>
                                  <p:childTnLst>
                                    <p:set>
                                      <p:cBhvr>
                                        <p:cTn id="333" dur="1" fill="hold">
                                          <p:stCondLst>
                                            <p:cond delay="0"/>
                                          </p:stCondLst>
                                        </p:cTn>
                                        <p:tgtEl>
                                          <p:spTgt spid="142">
                                            <p:txEl>
                                              <p:charRg st="1" end="1"/>
                                            </p:txEl>
                                          </p:spTgt>
                                        </p:tgtEl>
                                        <p:attrNameLst>
                                          <p:attrName>style.visibility</p:attrName>
                                        </p:attrNameLst>
                                      </p:cBhvr>
                                      <p:to>
                                        <p:strVal val="visible"/>
                                      </p:to>
                                    </p:set>
                                    <p:animEffect transition="in" filter="fade">
                                      <p:cBhvr>
                                        <p:cTn id="334" dur="500"/>
                                        <p:tgtEl>
                                          <p:spTgt spid="142">
                                            <p:txEl>
                                              <p:charRg st="1" end="1"/>
                                            </p:txEl>
                                          </p:spTgt>
                                        </p:tgtEl>
                                      </p:cBhvr>
                                    </p:animEffect>
                                  </p:childTnLst>
                                </p:cTn>
                              </p:par>
                            </p:childTnLst>
                          </p:cTn>
                        </p:par>
                        <p:par>
                          <p:cTn id="335" fill="hold">
                            <p:stCondLst>
                              <p:cond delay="21750"/>
                            </p:stCondLst>
                            <p:childTnLst>
                              <p:par>
                                <p:cTn id="336" presetID="10" presetClass="entr" presetSubtype="0" fill="hold" nodeType="afterEffect">
                                  <p:stCondLst>
                                    <p:cond delay="0"/>
                                  </p:stCondLst>
                                  <p:childTnLst>
                                    <p:set>
                                      <p:cBhvr>
                                        <p:cTn id="337" dur="1" fill="hold">
                                          <p:stCondLst>
                                            <p:cond delay="0"/>
                                          </p:stCondLst>
                                        </p:cTn>
                                        <p:tgtEl>
                                          <p:spTgt spid="142">
                                            <p:txEl>
                                              <p:charRg st="1" end="1"/>
                                            </p:txEl>
                                          </p:spTgt>
                                        </p:tgtEl>
                                        <p:attrNameLst>
                                          <p:attrName>style.visibility</p:attrName>
                                        </p:attrNameLst>
                                      </p:cBhvr>
                                      <p:to>
                                        <p:strVal val="visible"/>
                                      </p:to>
                                    </p:set>
                                    <p:animEffect transition="in" filter="fade">
                                      <p:cBhvr>
                                        <p:cTn id="338" dur="500"/>
                                        <p:tgtEl>
                                          <p:spTgt spid="142">
                                            <p:txEl>
                                              <p:charRg st="1" end="1"/>
                                            </p:txEl>
                                          </p:spTgt>
                                        </p:tgtEl>
                                      </p:cBhvr>
                                    </p:animEffect>
                                  </p:childTnLst>
                                </p:cTn>
                              </p:par>
                            </p:childTnLst>
                          </p:cTn>
                        </p:par>
                        <p:par>
                          <p:cTn id="339" fill="hold">
                            <p:stCondLst>
                              <p:cond delay="22250"/>
                            </p:stCondLst>
                            <p:childTnLst>
                              <p:par>
                                <p:cTn id="340" presetID="10" presetClass="entr" presetSubtype="0" fill="hold" nodeType="afterEffect">
                                  <p:stCondLst>
                                    <p:cond delay="0"/>
                                  </p:stCondLst>
                                  <p:childTnLst>
                                    <p:set>
                                      <p:cBhvr>
                                        <p:cTn id="341" dur="1" fill="hold">
                                          <p:stCondLst>
                                            <p:cond delay="0"/>
                                          </p:stCondLst>
                                        </p:cTn>
                                        <p:tgtEl>
                                          <p:spTgt spid="142">
                                            <p:txEl>
                                              <p:charRg st="1" end="1"/>
                                            </p:txEl>
                                          </p:spTgt>
                                        </p:tgtEl>
                                        <p:attrNameLst>
                                          <p:attrName>style.visibility</p:attrName>
                                        </p:attrNameLst>
                                      </p:cBhvr>
                                      <p:to>
                                        <p:strVal val="visible"/>
                                      </p:to>
                                    </p:set>
                                    <p:animEffect transition="in" filter="fade">
                                      <p:cBhvr>
                                        <p:cTn id="342" dur="500"/>
                                        <p:tgtEl>
                                          <p:spTgt spid="142">
                                            <p:txEl>
                                              <p:charRg st="1" end="1"/>
                                            </p:txEl>
                                          </p:spTgt>
                                        </p:tgtEl>
                                      </p:cBhvr>
                                    </p:animEffect>
                                  </p:childTnLst>
                                </p:cTn>
                              </p:par>
                            </p:childTnLst>
                          </p:cTn>
                        </p:par>
                        <p:par>
                          <p:cTn id="343" fill="hold">
                            <p:stCondLst>
                              <p:cond delay="22750"/>
                            </p:stCondLst>
                            <p:childTnLst>
                              <p:par>
                                <p:cTn id="344" presetID="10" presetClass="entr" presetSubtype="0" fill="hold" nodeType="afterEffect">
                                  <p:stCondLst>
                                    <p:cond delay="0"/>
                                  </p:stCondLst>
                                  <p:childTnLst>
                                    <p:set>
                                      <p:cBhvr>
                                        <p:cTn id="345" dur="1" fill="hold">
                                          <p:stCondLst>
                                            <p:cond delay="0"/>
                                          </p:stCondLst>
                                        </p:cTn>
                                        <p:tgtEl>
                                          <p:spTgt spid="143">
                                            <p:txEl>
                                              <p:pRg st="0" end="0"/>
                                            </p:txEl>
                                          </p:spTgt>
                                        </p:tgtEl>
                                        <p:attrNameLst>
                                          <p:attrName>style.visibility</p:attrName>
                                        </p:attrNameLst>
                                      </p:cBhvr>
                                      <p:to>
                                        <p:strVal val="visible"/>
                                      </p:to>
                                    </p:set>
                                    <p:animEffect transition="in" filter="fade">
                                      <p:cBhvr>
                                        <p:cTn id="346" dur="750"/>
                                        <p:tgtEl>
                                          <p:spTgt spid="143">
                                            <p:txEl>
                                              <p:pRg st="0" end="0"/>
                                            </p:txEl>
                                          </p:spTgt>
                                        </p:tgtEl>
                                      </p:cBhvr>
                                    </p:animEffect>
                                  </p:childTnLst>
                                </p:cTn>
                              </p:par>
                            </p:childTnLst>
                          </p:cTn>
                        </p:par>
                        <p:par>
                          <p:cTn id="347" fill="hold">
                            <p:stCondLst>
                              <p:cond delay="23500"/>
                            </p:stCondLst>
                            <p:childTnLst>
                              <p:par>
                                <p:cTn id="348" presetID="10" presetClass="entr" presetSubtype="0" fill="hold" nodeType="afterEffect">
                                  <p:stCondLst>
                                    <p:cond delay="0"/>
                                  </p:stCondLst>
                                  <p:childTnLst>
                                    <p:set>
                                      <p:cBhvr>
                                        <p:cTn id="349" dur="1" fill="hold">
                                          <p:stCondLst>
                                            <p:cond delay="0"/>
                                          </p:stCondLst>
                                        </p:cTn>
                                        <p:tgtEl>
                                          <p:spTgt spid="143">
                                            <p:txEl>
                                              <p:charRg st="1" end="1"/>
                                            </p:txEl>
                                          </p:spTgt>
                                        </p:tgtEl>
                                        <p:attrNameLst>
                                          <p:attrName>style.visibility</p:attrName>
                                        </p:attrNameLst>
                                      </p:cBhvr>
                                      <p:to>
                                        <p:strVal val="visible"/>
                                      </p:to>
                                    </p:set>
                                    <p:animEffect transition="in" filter="fade">
                                      <p:cBhvr>
                                        <p:cTn id="350" dur="750"/>
                                        <p:tgtEl>
                                          <p:spTgt spid="143">
                                            <p:txEl>
                                              <p:charRg st="1" end="1"/>
                                            </p:txEl>
                                          </p:spTgt>
                                        </p:tgtEl>
                                      </p:cBhvr>
                                    </p:animEffect>
                                  </p:childTnLst>
                                </p:cTn>
                              </p:par>
                            </p:childTnLst>
                          </p:cTn>
                        </p:par>
                        <p:par>
                          <p:cTn id="351" fill="hold">
                            <p:stCondLst>
                              <p:cond delay="24250"/>
                            </p:stCondLst>
                            <p:childTnLst>
                              <p:par>
                                <p:cTn id="352" presetID="10" presetClass="entr" presetSubtype="0" fill="hold" nodeType="afterEffect">
                                  <p:stCondLst>
                                    <p:cond delay="0"/>
                                  </p:stCondLst>
                                  <p:childTnLst>
                                    <p:set>
                                      <p:cBhvr>
                                        <p:cTn id="353" dur="1" fill="hold">
                                          <p:stCondLst>
                                            <p:cond delay="0"/>
                                          </p:stCondLst>
                                        </p:cTn>
                                        <p:tgtEl>
                                          <p:spTgt spid="143">
                                            <p:txEl>
                                              <p:charRg st="1" end="1"/>
                                            </p:txEl>
                                          </p:spTgt>
                                        </p:tgtEl>
                                        <p:attrNameLst>
                                          <p:attrName>style.visibility</p:attrName>
                                        </p:attrNameLst>
                                      </p:cBhvr>
                                      <p:to>
                                        <p:strVal val="visible"/>
                                      </p:to>
                                    </p:set>
                                    <p:animEffect transition="in" filter="fade">
                                      <p:cBhvr>
                                        <p:cTn id="354" dur="750"/>
                                        <p:tgtEl>
                                          <p:spTgt spid="143">
                                            <p:txEl>
                                              <p:charRg st="1" end="1"/>
                                            </p:txEl>
                                          </p:spTgt>
                                        </p:tgtEl>
                                      </p:cBhvr>
                                    </p:animEffect>
                                  </p:childTnLst>
                                </p:cTn>
                              </p:par>
                            </p:childTnLst>
                          </p:cTn>
                        </p:par>
                        <p:par>
                          <p:cTn id="355" fill="hold">
                            <p:stCondLst>
                              <p:cond delay="25000"/>
                            </p:stCondLst>
                            <p:childTnLst>
                              <p:par>
                                <p:cTn id="356" presetID="10" presetClass="entr" presetSubtype="0" fill="hold" nodeType="afterEffect">
                                  <p:stCondLst>
                                    <p:cond delay="0"/>
                                  </p:stCondLst>
                                  <p:childTnLst>
                                    <p:set>
                                      <p:cBhvr>
                                        <p:cTn id="357" dur="1" fill="hold">
                                          <p:stCondLst>
                                            <p:cond delay="0"/>
                                          </p:stCondLst>
                                        </p:cTn>
                                        <p:tgtEl>
                                          <p:spTgt spid="143">
                                            <p:txEl>
                                              <p:charRg st="1" end="1"/>
                                            </p:txEl>
                                          </p:spTgt>
                                        </p:tgtEl>
                                        <p:attrNameLst>
                                          <p:attrName>style.visibility</p:attrName>
                                        </p:attrNameLst>
                                      </p:cBhvr>
                                      <p:to>
                                        <p:strVal val="visible"/>
                                      </p:to>
                                    </p:set>
                                    <p:animEffect transition="in" filter="fade">
                                      <p:cBhvr>
                                        <p:cTn id="358" dur="750"/>
                                        <p:tgtEl>
                                          <p:spTgt spid="143">
                                            <p:txEl>
                                              <p:charRg st="1" end="1"/>
                                            </p:txEl>
                                          </p:spTgt>
                                        </p:tgtEl>
                                      </p:cBhvr>
                                    </p:animEffect>
                                  </p:childTnLst>
                                </p:cTn>
                              </p:par>
                            </p:childTnLst>
                          </p:cTn>
                        </p:par>
                        <p:par>
                          <p:cTn id="359" fill="hold">
                            <p:stCondLst>
                              <p:cond delay="25750"/>
                            </p:stCondLst>
                            <p:childTnLst>
                              <p:par>
                                <p:cTn id="360" presetID="10" presetClass="entr" presetSubtype="0" fill="hold" nodeType="afterEffect">
                                  <p:stCondLst>
                                    <p:cond delay="0"/>
                                  </p:stCondLst>
                                  <p:childTnLst>
                                    <p:set>
                                      <p:cBhvr>
                                        <p:cTn id="361" dur="1" fill="hold">
                                          <p:stCondLst>
                                            <p:cond delay="0"/>
                                          </p:stCondLst>
                                        </p:cTn>
                                        <p:tgtEl>
                                          <p:spTgt spid="143">
                                            <p:txEl>
                                              <p:charRg st="1" end="1"/>
                                            </p:txEl>
                                          </p:spTgt>
                                        </p:tgtEl>
                                        <p:attrNameLst>
                                          <p:attrName>style.visibility</p:attrName>
                                        </p:attrNameLst>
                                      </p:cBhvr>
                                      <p:to>
                                        <p:strVal val="visible"/>
                                      </p:to>
                                    </p:set>
                                    <p:animEffect transition="in" filter="fade">
                                      <p:cBhvr>
                                        <p:cTn id="362" dur="750"/>
                                        <p:tgtEl>
                                          <p:spTgt spid="143">
                                            <p:txEl>
                                              <p:charRg st="1" end="1"/>
                                            </p:txEl>
                                          </p:spTgt>
                                        </p:tgtEl>
                                      </p:cBhvr>
                                    </p:animEffect>
                                  </p:childTnLst>
                                </p:cTn>
                              </p:par>
                            </p:childTnLst>
                          </p:cTn>
                        </p:par>
                        <p:par>
                          <p:cTn id="363" fill="hold">
                            <p:stCondLst>
                              <p:cond delay="26500"/>
                            </p:stCondLst>
                            <p:childTnLst>
                              <p:par>
                                <p:cTn id="364" presetID="10" presetClass="entr" presetSubtype="0" fill="hold" nodeType="afterEffect">
                                  <p:stCondLst>
                                    <p:cond delay="0"/>
                                  </p:stCondLst>
                                  <p:childTnLst>
                                    <p:set>
                                      <p:cBhvr>
                                        <p:cTn id="365" dur="1" fill="hold">
                                          <p:stCondLst>
                                            <p:cond delay="0"/>
                                          </p:stCondLst>
                                        </p:cTn>
                                        <p:tgtEl>
                                          <p:spTgt spid="143">
                                            <p:txEl>
                                              <p:charRg st="1" end="1"/>
                                            </p:txEl>
                                          </p:spTgt>
                                        </p:tgtEl>
                                        <p:attrNameLst>
                                          <p:attrName>style.visibility</p:attrName>
                                        </p:attrNameLst>
                                      </p:cBhvr>
                                      <p:to>
                                        <p:strVal val="visible"/>
                                      </p:to>
                                    </p:set>
                                    <p:animEffect transition="in" filter="fade">
                                      <p:cBhvr>
                                        <p:cTn id="366" dur="750"/>
                                        <p:tgtEl>
                                          <p:spTgt spid="143">
                                            <p:txEl>
                                              <p:charRg st="1" end="1"/>
                                            </p:txEl>
                                          </p:spTgt>
                                        </p:tgtEl>
                                      </p:cBhvr>
                                    </p:animEffect>
                                  </p:childTnLst>
                                </p:cTn>
                              </p:par>
                            </p:childTnLst>
                          </p:cTn>
                        </p:par>
                        <p:par>
                          <p:cTn id="367" fill="hold">
                            <p:stCondLst>
                              <p:cond delay="27250"/>
                            </p:stCondLst>
                            <p:childTnLst>
                              <p:par>
                                <p:cTn id="368" presetID="10" presetClass="entr" presetSubtype="0" fill="hold" nodeType="afterEffect">
                                  <p:stCondLst>
                                    <p:cond delay="0"/>
                                  </p:stCondLst>
                                  <p:childTnLst>
                                    <p:set>
                                      <p:cBhvr>
                                        <p:cTn id="369" dur="1" fill="hold">
                                          <p:stCondLst>
                                            <p:cond delay="0"/>
                                          </p:stCondLst>
                                        </p:cTn>
                                        <p:tgtEl>
                                          <p:spTgt spid="143">
                                            <p:txEl>
                                              <p:charRg st="1" end="1"/>
                                            </p:txEl>
                                          </p:spTgt>
                                        </p:tgtEl>
                                        <p:attrNameLst>
                                          <p:attrName>style.visibility</p:attrName>
                                        </p:attrNameLst>
                                      </p:cBhvr>
                                      <p:to>
                                        <p:strVal val="visible"/>
                                      </p:to>
                                    </p:set>
                                    <p:animEffect transition="in" filter="fade">
                                      <p:cBhvr>
                                        <p:cTn id="370" dur="750"/>
                                        <p:tgtEl>
                                          <p:spTgt spid="143">
                                            <p:txEl>
                                              <p:charRg st="1" end="1"/>
                                            </p:txEl>
                                          </p:spTgt>
                                        </p:tgtEl>
                                      </p:cBhvr>
                                    </p:animEffect>
                                  </p:childTnLst>
                                </p:cTn>
                              </p:par>
                            </p:childTnLst>
                          </p:cTn>
                        </p:par>
                        <p:par>
                          <p:cTn id="371" fill="hold">
                            <p:stCondLst>
                              <p:cond delay="28000"/>
                            </p:stCondLst>
                            <p:childTnLst>
                              <p:par>
                                <p:cTn id="372" presetID="10" presetClass="entr" presetSubtype="0" fill="hold" nodeType="afterEffect">
                                  <p:stCondLst>
                                    <p:cond delay="0"/>
                                  </p:stCondLst>
                                  <p:childTnLst>
                                    <p:set>
                                      <p:cBhvr>
                                        <p:cTn id="373" dur="1" fill="hold">
                                          <p:stCondLst>
                                            <p:cond delay="0"/>
                                          </p:stCondLst>
                                        </p:cTn>
                                        <p:tgtEl>
                                          <p:spTgt spid="143">
                                            <p:txEl>
                                              <p:charRg st="1" end="1"/>
                                            </p:txEl>
                                          </p:spTgt>
                                        </p:tgtEl>
                                        <p:attrNameLst>
                                          <p:attrName>style.visibility</p:attrName>
                                        </p:attrNameLst>
                                      </p:cBhvr>
                                      <p:to>
                                        <p:strVal val="visible"/>
                                      </p:to>
                                    </p:set>
                                    <p:animEffect transition="in" filter="fade">
                                      <p:cBhvr>
                                        <p:cTn id="374" dur="750"/>
                                        <p:tgtEl>
                                          <p:spTgt spid="143">
                                            <p:txEl>
                                              <p:charRg st="1" end="1"/>
                                            </p:txEl>
                                          </p:spTgt>
                                        </p:tgtEl>
                                      </p:cBhvr>
                                    </p:animEffect>
                                  </p:childTnLst>
                                </p:cTn>
                              </p:par>
                            </p:childTnLst>
                          </p:cTn>
                        </p:par>
                        <p:par>
                          <p:cTn id="375" fill="hold">
                            <p:stCondLst>
                              <p:cond delay="28750"/>
                            </p:stCondLst>
                            <p:childTnLst>
                              <p:par>
                                <p:cTn id="376" presetID="10" presetClass="entr" presetSubtype="0" fill="hold" nodeType="afterEffect">
                                  <p:stCondLst>
                                    <p:cond delay="0"/>
                                  </p:stCondLst>
                                  <p:childTnLst>
                                    <p:set>
                                      <p:cBhvr>
                                        <p:cTn id="377" dur="1" fill="hold">
                                          <p:stCondLst>
                                            <p:cond delay="0"/>
                                          </p:stCondLst>
                                        </p:cTn>
                                        <p:tgtEl>
                                          <p:spTgt spid="143">
                                            <p:txEl>
                                              <p:charRg st="1" end="1"/>
                                            </p:txEl>
                                          </p:spTgt>
                                        </p:tgtEl>
                                        <p:attrNameLst>
                                          <p:attrName>style.visibility</p:attrName>
                                        </p:attrNameLst>
                                      </p:cBhvr>
                                      <p:to>
                                        <p:strVal val="visible"/>
                                      </p:to>
                                    </p:set>
                                    <p:animEffect transition="in" filter="fade">
                                      <p:cBhvr>
                                        <p:cTn id="378" dur="750"/>
                                        <p:tgtEl>
                                          <p:spTgt spid="14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Layout" preserve="1">
  <p:cSld name="Agenda Layout">
    <p:bg>
      <p:bgPr>
        <a:blipFill>
          <a:blip r:embed="rId2" cstate="print">
            <a:alphaModFix/>
          </a:blip>
          <a:stretch>
            <a:fillRect/>
          </a:stretch>
        </a:blipFill>
        <a:effectLst/>
      </p:bgPr>
    </p:bg>
    <p:spTree>
      <p:nvGrpSpPr>
        <p:cNvPr id="1" name="Shape 144"/>
        <p:cNvGrpSpPr/>
        <p:nvPr/>
      </p:nvGrpSpPr>
      <p:grpSpPr>
        <a:xfrm>
          <a:off x="0" y="0"/>
          <a:ext cx="0" cy="0"/>
          <a:chOff x="0" y="0"/>
          <a:chExt cx="0" cy="0"/>
        </a:xfrm>
      </p:grpSpPr>
    </p:spTree>
    <p:extLst>
      <p:ext uri="{BB962C8B-B14F-4D97-AF65-F5344CB8AC3E}">
        <p14:creationId xmlns:p14="http://schemas.microsoft.com/office/powerpoint/2010/main" val="2133814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82570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22" cstate="print">
            <a:alphaModFix/>
          </a:blip>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1pPr>
            <a:lvl2pPr marR="0" lvl="1"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2pPr>
            <a:lvl3pPr marR="0" lvl="2"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3pPr>
            <a:lvl4pPr marR="0" lvl="3"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4pPr>
            <a:lvl5pPr marR="0" lvl="4"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5pPr>
            <a:lvl6pPr marR="0" lvl="5"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6pPr>
            <a:lvl7pPr marR="0" lvl="6"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7pPr>
            <a:lvl8pPr marR="0" lvl="7"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8pPr>
            <a:lvl9pPr marR="0" lvl="8"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0047594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24000" y="1762442"/>
            <a:ext cx="9144000" cy="2387700"/>
          </a:xfrm>
        </p:spPr>
        <p:txBody>
          <a:bodyPr>
            <a:normAutofit/>
          </a:bodyPr>
          <a:lstStyle/>
          <a:p>
            <a:r>
              <a:rPr lang="fr-FR" sz="4400" dirty="0">
                <a:solidFill>
                  <a:schemeClr val="bg2">
                    <a:lumMod val="75000"/>
                  </a:schemeClr>
                </a:solidFill>
              </a:rPr>
              <a:t>Chapitre 4</a:t>
            </a:r>
            <a:br>
              <a:rPr lang="fr-FR" dirty="0"/>
            </a:br>
            <a:r>
              <a:rPr lang="en-US" sz="4000" dirty="0"/>
              <a:t>DHCP : Dynamic Host Configuration Protocol</a:t>
            </a:r>
            <a:endParaRPr lang="en-US" sz="4800" dirty="0"/>
          </a:p>
        </p:txBody>
      </p:sp>
      <p:sp>
        <p:nvSpPr>
          <p:cNvPr id="3" name="Sous-titre 2"/>
          <p:cNvSpPr>
            <a:spLocks noGrp="1"/>
          </p:cNvSpPr>
          <p:nvPr>
            <p:ph type="body" idx="1"/>
          </p:nvPr>
        </p:nvSpPr>
        <p:spPr>
          <a:xfrm>
            <a:off x="1524000" y="4242117"/>
            <a:ext cx="9144000" cy="1655700"/>
          </a:xfrm>
        </p:spPr>
        <p:txBody>
          <a:bodyPr/>
          <a:lstStyle/>
          <a:p>
            <a:r>
              <a:rPr lang="fr-FR" i="1" dirty="0">
                <a:latin typeface="Times New Roman" panose="02020603050405020304" pitchFamily="18" charset="0"/>
                <a:cs typeface="Times New Roman" panose="02020603050405020304" pitchFamily="18" charset="0"/>
              </a:rPr>
              <a:t>Module IP Essentials</a:t>
            </a:r>
          </a:p>
          <a:p>
            <a:r>
              <a:rPr lang="fr-FR" dirty="0">
                <a:latin typeface="Times New Roman" panose="02020603050405020304" pitchFamily="18" charset="0"/>
                <a:cs typeface="Times New Roman" panose="02020603050405020304" pitchFamily="18" charset="0"/>
              </a:rPr>
              <a:t>3</a:t>
            </a:r>
            <a:r>
              <a:rPr lang="fr-FR" baseline="30000" dirty="0">
                <a:latin typeface="Times New Roman" panose="02020603050405020304" pitchFamily="18" charset="0"/>
                <a:cs typeface="Times New Roman" panose="02020603050405020304" pitchFamily="18" charset="0"/>
              </a:rPr>
              <a:t>ème</a:t>
            </a:r>
            <a:r>
              <a:rPr lang="fr-FR" dirty="0">
                <a:latin typeface="Times New Roman" panose="02020603050405020304" pitchFamily="18" charset="0"/>
                <a:cs typeface="Times New Roman" panose="02020603050405020304" pitchFamily="18" charset="0"/>
              </a:rPr>
              <a:t> Année</a:t>
            </a:r>
            <a:endParaRPr lang="en-US"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2021/2022 </a:t>
            </a:r>
          </a:p>
        </p:txBody>
      </p:sp>
    </p:spTree>
    <p:extLst>
      <p:ext uri="{BB962C8B-B14F-4D97-AF65-F5344CB8AC3E}">
        <p14:creationId xmlns:p14="http://schemas.microsoft.com/office/powerpoint/2010/main" val="298125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380BC52-8157-4F7D-A68F-A9DFF4FC90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730"/>
          <a:stretch/>
        </p:blipFill>
        <p:spPr bwMode="auto">
          <a:xfrm>
            <a:off x="1" y="1"/>
            <a:ext cx="12192000" cy="685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600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2406946A-E88A-4FC8-A98C-66470F5BF273}"/>
              </a:ext>
            </a:extLst>
          </p:cNvPr>
          <p:cNvSpPr/>
          <p:nvPr/>
        </p:nvSpPr>
        <p:spPr>
          <a:xfrm>
            <a:off x="1900310" y="1953786"/>
            <a:ext cx="1483031" cy="85954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CBB6A52D-40FD-452E-BB0D-53D6CD4E5EEC}"/>
              </a:ext>
            </a:extLst>
          </p:cNvPr>
          <p:cNvGrpSpPr/>
          <p:nvPr/>
        </p:nvGrpSpPr>
        <p:grpSpPr>
          <a:xfrm>
            <a:off x="3080396" y="1953786"/>
            <a:ext cx="6815222" cy="859540"/>
            <a:chOff x="2189480" y="2153920"/>
            <a:chExt cx="7213599" cy="1137920"/>
          </a:xfrm>
          <a:solidFill>
            <a:srgbClr val="C00000"/>
          </a:solidFill>
        </p:grpSpPr>
        <p:sp>
          <p:nvSpPr>
            <p:cNvPr id="5" name="Arrow: Chevron 4">
              <a:extLst>
                <a:ext uri="{FF2B5EF4-FFF2-40B4-BE49-F238E27FC236}">
                  <a16:creationId xmlns:a16="http://schemas.microsoft.com/office/drawing/2014/main" id="{05A51B60-31A0-4A2E-98C1-436A01D89269}"/>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A22F082-B58B-48F3-8617-EC965117E88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7" name="Arrow: Pentagon 6">
            <a:extLst>
              <a:ext uri="{FF2B5EF4-FFF2-40B4-BE49-F238E27FC236}">
                <a16:creationId xmlns:a16="http://schemas.microsoft.com/office/drawing/2014/main" id="{E167B201-31CC-441A-A350-AFE1EE2B3BFF}"/>
              </a:ext>
            </a:extLst>
          </p:cNvPr>
          <p:cNvSpPr/>
          <p:nvPr/>
        </p:nvSpPr>
        <p:spPr>
          <a:xfrm>
            <a:off x="1900310" y="2900108"/>
            <a:ext cx="1483031" cy="859540"/>
          </a:xfrm>
          <a:prstGeom prst="homePlate">
            <a:avLst/>
          </a:prstGeom>
          <a:solidFill>
            <a:srgbClr val="EA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8F8AA9B2-6CAA-4C9E-8EFC-77CE589BA17D}"/>
              </a:ext>
            </a:extLst>
          </p:cNvPr>
          <p:cNvGrpSpPr/>
          <p:nvPr/>
        </p:nvGrpSpPr>
        <p:grpSpPr>
          <a:xfrm>
            <a:off x="3080396" y="2900108"/>
            <a:ext cx="6815222" cy="859540"/>
            <a:chOff x="2189480" y="2153920"/>
            <a:chExt cx="7213599" cy="1137920"/>
          </a:xfrm>
          <a:solidFill>
            <a:srgbClr val="EA2B26"/>
          </a:solidFill>
        </p:grpSpPr>
        <p:sp>
          <p:nvSpPr>
            <p:cNvPr id="9" name="Arrow: Chevron 8">
              <a:extLst>
                <a:ext uri="{FF2B5EF4-FFF2-40B4-BE49-F238E27FC236}">
                  <a16:creationId xmlns:a16="http://schemas.microsoft.com/office/drawing/2014/main" id="{C10C4341-591E-4CAB-B9DD-FE0995D3D5EF}"/>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7AC3C9D-2DFE-40DB-A69D-66C32B6C0814}"/>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11" name="Arrow: Pentagon 10">
            <a:extLst>
              <a:ext uri="{FF2B5EF4-FFF2-40B4-BE49-F238E27FC236}">
                <a16:creationId xmlns:a16="http://schemas.microsoft.com/office/drawing/2014/main" id="{346DA488-627C-4261-9B61-087BAD6D53B5}"/>
              </a:ext>
            </a:extLst>
          </p:cNvPr>
          <p:cNvSpPr/>
          <p:nvPr/>
        </p:nvSpPr>
        <p:spPr>
          <a:xfrm>
            <a:off x="1900310" y="3846428"/>
            <a:ext cx="1483031" cy="859540"/>
          </a:xfrm>
          <a:prstGeom prst="homePlate">
            <a:avLst/>
          </a:prstGeom>
          <a:solidFill>
            <a:srgbClr val="E765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A11D901A-197C-418B-B6A8-396960BE1D69}"/>
              </a:ext>
            </a:extLst>
          </p:cNvPr>
          <p:cNvGrpSpPr/>
          <p:nvPr/>
        </p:nvGrpSpPr>
        <p:grpSpPr>
          <a:xfrm>
            <a:off x="3080396" y="3846428"/>
            <a:ext cx="6815222" cy="859540"/>
            <a:chOff x="2189480" y="2153920"/>
            <a:chExt cx="7213599" cy="1137920"/>
          </a:xfrm>
          <a:solidFill>
            <a:srgbClr val="E76541"/>
          </a:solidFill>
        </p:grpSpPr>
        <p:sp>
          <p:nvSpPr>
            <p:cNvPr id="13" name="Arrow: Chevron 12">
              <a:extLst>
                <a:ext uri="{FF2B5EF4-FFF2-40B4-BE49-F238E27FC236}">
                  <a16:creationId xmlns:a16="http://schemas.microsoft.com/office/drawing/2014/main" id="{764D777E-C15B-4130-9C12-E71D60F049D6}"/>
                </a:ext>
              </a:extLst>
            </p:cNvPr>
            <p:cNvSpPr/>
            <p:nvPr/>
          </p:nvSpPr>
          <p:spPr>
            <a:xfrm>
              <a:off x="2189480" y="2153920"/>
              <a:ext cx="7172960" cy="1137920"/>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82F39"/>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6AAF8B01-D1CB-4816-B150-E332E631BB91}"/>
                </a:ext>
              </a:extLst>
            </p:cNvPr>
            <p:cNvSpPr/>
            <p:nvPr/>
          </p:nvSpPr>
          <p:spPr>
            <a:xfrm>
              <a:off x="7779408" y="2153920"/>
              <a:ext cx="1623671" cy="11379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3" name="TextBox 22">
            <a:extLst>
              <a:ext uri="{FF2B5EF4-FFF2-40B4-BE49-F238E27FC236}">
                <a16:creationId xmlns:a16="http://schemas.microsoft.com/office/drawing/2014/main" id="{37D74C06-2508-48F9-81C5-F26CAE209AA3}"/>
              </a:ext>
            </a:extLst>
          </p:cNvPr>
          <p:cNvSpPr txBox="1"/>
          <p:nvPr/>
        </p:nvSpPr>
        <p:spPr>
          <a:xfrm>
            <a:off x="1967542" y="2024086"/>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01</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4" name="TextBox 23">
            <a:extLst>
              <a:ext uri="{FF2B5EF4-FFF2-40B4-BE49-F238E27FC236}">
                <a16:creationId xmlns:a16="http://schemas.microsoft.com/office/drawing/2014/main" id="{71E6139F-E8FE-4138-815D-9F6011D98B25}"/>
              </a:ext>
            </a:extLst>
          </p:cNvPr>
          <p:cNvSpPr txBox="1"/>
          <p:nvPr/>
        </p:nvSpPr>
        <p:spPr>
          <a:xfrm>
            <a:off x="1967542" y="2967272"/>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2</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5" name="TextBox 24">
            <a:extLst>
              <a:ext uri="{FF2B5EF4-FFF2-40B4-BE49-F238E27FC236}">
                <a16:creationId xmlns:a16="http://schemas.microsoft.com/office/drawing/2014/main" id="{2C85917B-D991-438C-83DE-588266699511}"/>
              </a:ext>
            </a:extLst>
          </p:cNvPr>
          <p:cNvSpPr txBox="1"/>
          <p:nvPr/>
        </p:nvSpPr>
        <p:spPr>
          <a:xfrm>
            <a:off x="1967541" y="3934613"/>
            <a:ext cx="101065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ru-RU"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0</a:t>
            </a:r>
            <a:r>
              <a:rPr kumimoji="0" lang="en-US" sz="4000" b="1" i="0" u="none" strike="noStrike" kern="1200" cap="none" spc="0" normalizeH="0" baseline="0" noProof="0" dirty="0">
                <a:ln>
                  <a:noFill/>
                </a:ln>
                <a:solidFill>
                  <a:schemeClr val="tx2">
                    <a:lumMod val="75000"/>
                  </a:schemeClr>
                </a:solidFill>
                <a:effectLst/>
                <a:uLnTx/>
                <a:uFillTx/>
                <a:latin typeface="Open Sans" panose="020B0606030504020204" pitchFamily="34" charset="0"/>
                <a:ea typeface="+mn-ea"/>
                <a:cs typeface="+mn-cs"/>
              </a:rPr>
              <a:t>3</a:t>
            </a:r>
            <a:endParaRPr kumimoji="0" lang="en-GB" sz="4000" b="1" i="0" u="none" strike="noStrike" kern="1200" cap="none" spc="0" normalizeH="0" baseline="0" noProof="0" dirty="0">
              <a:ln>
                <a:noFill/>
              </a:ln>
              <a:solidFill>
                <a:schemeClr val="tx2">
                  <a:lumMod val="75000"/>
                </a:schemeClr>
              </a:solidFill>
              <a:effectLst/>
              <a:uLnTx/>
              <a:uFillTx/>
              <a:latin typeface="Noto Sans" panose="020B0502040504020204" pitchFamily="34"/>
              <a:ea typeface="Noto Sans" panose="020B0502040504020204" pitchFamily="34"/>
              <a:cs typeface="Noto Sans" panose="020B0502040504020204" pitchFamily="34"/>
            </a:endParaRPr>
          </a:p>
        </p:txBody>
      </p:sp>
      <p:sp>
        <p:nvSpPr>
          <p:cNvPr id="28" name="TextBox 27">
            <a:extLst>
              <a:ext uri="{FF2B5EF4-FFF2-40B4-BE49-F238E27FC236}">
                <a16:creationId xmlns:a16="http://schemas.microsoft.com/office/drawing/2014/main" id="{E21C088E-E866-46D0-A590-EC9B0F38B034}"/>
              </a:ext>
            </a:extLst>
          </p:cNvPr>
          <p:cNvSpPr txBox="1"/>
          <p:nvPr/>
        </p:nvSpPr>
        <p:spPr>
          <a:xfrm>
            <a:off x="3697862" y="2037863"/>
            <a:ext cx="5994732" cy="703591"/>
          </a:xfrm>
          <a:prstGeom prst="rect">
            <a:avLst/>
          </a:prstGeom>
          <a:noFill/>
        </p:spPr>
        <p:txBody>
          <a:bodyPr wrap="square" rtlCol="0">
            <a:spAutoFit/>
          </a:bodyPr>
          <a:lstStyle/>
          <a:p>
            <a:pPr lvl="0" algn="just">
              <a:lnSpc>
                <a:spcPct val="115000"/>
              </a:lnSpc>
              <a:spcAft>
                <a:spcPts val="1000"/>
              </a:spcAft>
            </a:pPr>
            <a:r>
              <a:rPr lang="fr-FR" sz="1800" dirty="0">
                <a:solidFill>
                  <a:srgbClr val="000000"/>
                </a:solidFill>
                <a:effectLst/>
                <a:latin typeface="Cambria" panose="02040503050406030204" pitchFamily="18" charset="0"/>
                <a:ea typeface="Times New Roman" panose="02020603050405020304" pitchFamily="18" charset="0"/>
              </a:rPr>
              <a:t>Utiliser un</a:t>
            </a:r>
            <a:r>
              <a:rPr lang="x-none" sz="1800" dirty="0">
                <a:solidFill>
                  <a:srgbClr val="000000"/>
                </a:solidFill>
                <a:effectLst/>
                <a:latin typeface="Cambria" panose="02040503050406030204" pitchFamily="18" charset="0"/>
                <a:ea typeface="Times New Roman" panose="02020603050405020304" pitchFamily="18" charset="0"/>
              </a:rPr>
              <a:t> DHCPv4 pour fonctionner sur plusieurs réseaux locaux</a:t>
            </a:r>
            <a:r>
              <a:rPr lang="fr-FR" sz="1800" dirty="0">
                <a:solidFill>
                  <a:srgbClr val="000000"/>
                </a:solidFill>
                <a:effectLst/>
                <a:latin typeface="Cambria" panose="02040503050406030204" pitchFamily="18" charset="0"/>
                <a:ea typeface="Times New Roman" panose="02020603050405020304" pitchFamily="18" charset="0"/>
              </a:rPr>
              <a:t>,</a:t>
            </a:r>
            <a:endParaRPr lang="fr-TN" sz="1800" dirty="0">
              <a:solidFill>
                <a:srgbClr val="000000"/>
              </a:solidFill>
              <a:effectLst/>
              <a:latin typeface="Times New Roman" panose="02020603050405020304" pitchFamily="18" charset="0"/>
              <a:ea typeface="Times New Roman" panose="02020603050405020304" pitchFamily="18" charset="0"/>
            </a:endParaRPr>
          </a:p>
        </p:txBody>
      </p:sp>
      <p:sp>
        <p:nvSpPr>
          <p:cNvPr id="29" name="TextBox 28">
            <a:extLst>
              <a:ext uri="{FF2B5EF4-FFF2-40B4-BE49-F238E27FC236}">
                <a16:creationId xmlns:a16="http://schemas.microsoft.com/office/drawing/2014/main" id="{3CD07221-9231-4F26-9A19-5BA28ED1E8FE}"/>
              </a:ext>
            </a:extLst>
          </p:cNvPr>
          <p:cNvSpPr txBox="1"/>
          <p:nvPr/>
        </p:nvSpPr>
        <p:spPr>
          <a:xfrm>
            <a:off x="3697862" y="3128694"/>
            <a:ext cx="5994732" cy="385042"/>
          </a:xfrm>
          <a:prstGeom prst="rect">
            <a:avLst/>
          </a:prstGeom>
          <a:noFill/>
        </p:spPr>
        <p:txBody>
          <a:bodyPr wrap="square" rtlCol="0">
            <a:spAutoFit/>
          </a:bodyPr>
          <a:lstStyle/>
          <a:p>
            <a:pPr lvl="0" algn="just">
              <a:lnSpc>
                <a:spcPct val="115000"/>
              </a:lnSpc>
              <a:spcAft>
                <a:spcPts val="1000"/>
              </a:spcAft>
            </a:pPr>
            <a:r>
              <a:rPr lang="x-none" sz="1800" dirty="0">
                <a:effectLst/>
                <a:latin typeface="Cambria" panose="02040503050406030204" pitchFamily="18" charset="0"/>
                <a:ea typeface="Times New Roman" panose="02020603050405020304" pitchFamily="18" charset="0"/>
                <a:cs typeface="Times New Roman" panose="02020603050405020304" pitchFamily="18" charset="0"/>
              </a:rPr>
              <a:t>Explique</a:t>
            </a:r>
            <a:r>
              <a:rPr lang="fr-FR" sz="1800" dirty="0">
                <a:effectLst/>
                <a:latin typeface="Cambria" panose="02040503050406030204" pitchFamily="18" charset="0"/>
                <a:ea typeface="Times New Roman" panose="02020603050405020304" pitchFamily="18" charset="0"/>
                <a:cs typeface="Times New Roman" panose="02020603050405020304" pitchFamily="18" charset="0"/>
              </a:rPr>
              <a:t>r</a:t>
            </a:r>
            <a:r>
              <a:rPr lang="x-none" sz="1800" dirty="0">
                <a:effectLst/>
                <a:latin typeface="Cambria" panose="02040503050406030204" pitchFamily="18" charset="0"/>
                <a:ea typeface="Times New Roman" panose="02020603050405020304" pitchFamily="18" charset="0"/>
                <a:cs typeface="Times New Roman" panose="02020603050405020304" pitchFamily="18" charset="0"/>
              </a:rPr>
              <a:t> comment DHCPv4 fonctionne dans un réseau </a:t>
            </a:r>
            <a:endParaRPr lang="fr-TN" sz="2000" dirty="0">
              <a:solidFill>
                <a:srgbClr val="000000"/>
              </a:solidFill>
              <a:effectLst/>
              <a:latin typeface="Times New Roman" panose="02020603050405020304" pitchFamily="18" charset="0"/>
              <a:ea typeface="Times New Roman" panose="02020603050405020304" pitchFamily="18" charset="0"/>
            </a:endParaRPr>
          </a:p>
        </p:txBody>
      </p:sp>
      <p:sp>
        <p:nvSpPr>
          <p:cNvPr id="30" name="TextBox 29">
            <a:extLst>
              <a:ext uri="{FF2B5EF4-FFF2-40B4-BE49-F238E27FC236}">
                <a16:creationId xmlns:a16="http://schemas.microsoft.com/office/drawing/2014/main" id="{3978BFEB-19D5-4599-8DF0-E2CD5C9AF99B}"/>
              </a:ext>
            </a:extLst>
          </p:cNvPr>
          <p:cNvSpPr txBox="1"/>
          <p:nvPr/>
        </p:nvSpPr>
        <p:spPr>
          <a:xfrm>
            <a:off x="3773790" y="3984421"/>
            <a:ext cx="5918804" cy="703591"/>
          </a:xfrm>
          <a:prstGeom prst="rect">
            <a:avLst/>
          </a:prstGeom>
          <a:noFill/>
        </p:spPr>
        <p:txBody>
          <a:bodyPr wrap="square" rtlCol="0">
            <a:spAutoFit/>
          </a:bodyPr>
          <a:lstStyle/>
          <a:p>
            <a:pPr lvl="0" algn="just">
              <a:lnSpc>
                <a:spcPct val="115000"/>
              </a:lnSpc>
              <a:spcAft>
                <a:spcPts val="1000"/>
              </a:spcAft>
            </a:pPr>
            <a:r>
              <a:rPr lang="fr-FR" sz="1800" dirty="0">
                <a:solidFill>
                  <a:srgbClr val="000000"/>
                </a:solidFill>
                <a:effectLst/>
                <a:latin typeface="Cambria" panose="02040503050406030204" pitchFamily="18" charset="0"/>
                <a:ea typeface="Times New Roman" panose="02020603050405020304" pitchFamily="18" charset="0"/>
              </a:rPr>
              <a:t>Simuler</a:t>
            </a:r>
            <a:r>
              <a:rPr lang="x-none" sz="1800" dirty="0">
                <a:solidFill>
                  <a:srgbClr val="000000"/>
                </a:solidFill>
                <a:effectLst/>
                <a:latin typeface="Cambria" panose="02040503050406030204" pitchFamily="18" charset="0"/>
                <a:ea typeface="Times New Roman" panose="02020603050405020304" pitchFamily="18" charset="0"/>
              </a:rPr>
              <a:t> un routeur en tant que serveur DHCPv4</a:t>
            </a:r>
            <a:r>
              <a:rPr lang="fr-FR" sz="1800" dirty="0">
                <a:solidFill>
                  <a:srgbClr val="000000"/>
                </a:solidFill>
                <a:effectLst/>
                <a:latin typeface="Cambria" panose="02040503050406030204" pitchFamily="18" charset="0"/>
                <a:ea typeface="Times New Roman" panose="02020603050405020304" pitchFamily="18" charset="0"/>
              </a:rPr>
              <a:t> et relais </a:t>
            </a:r>
            <a:r>
              <a:rPr lang="x-none" sz="1800" dirty="0">
                <a:solidFill>
                  <a:srgbClr val="000000"/>
                </a:solidFill>
                <a:effectLst/>
                <a:latin typeface="Cambria" panose="02040503050406030204" pitchFamily="18" charset="0"/>
                <a:ea typeface="Times New Roman" panose="02020603050405020304" pitchFamily="18" charset="0"/>
              </a:rPr>
              <a:t>DHCPv4. </a:t>
            </a:r>
            <a:endParaRPr lang="fr-TN" sz="1800" dirty="0">
              <a:solidFill>
                <a:srgbClr val="000000"/>
              </a:solidFill>
              <a:effectLst/>
              <a:latin typeface="Times New Roman" panose="02020603050405020304" pitchFamily="18" charset="0"/>
              <a:ea typeface="Times New Roman" panose="02020603050405020304" pitchFamily="18" charset="0"/>
            </a:endParaRPr>
          </a:p>
        </p:txBody>
      </p:sp>
      <p:sp>
        <p:nvSpPr>
          <p:cNvPr id="33" name="Rectangle 2">
            <a:extLst>
              <a:ext uri="{FF2B5EF4-FFF2-40B4-BE49-F238E27FC236}">
                <a16:creationId xmlns:a16="http://schemas.microsoft.com/office/drawing/2014/main" id="{6F82EB86-8566-4AD4-BE3B-7F5A382E6786}"/>
              </a:ext>
            </a:extLst>
          </p:cNvPr>
          <p:cNvSpPr txBox="1">
            <a:spLocks noChangeArrowheads="1"/>
          </p:cNvSpPr>
          <p:nvPr/>
        </p:nvSpPr>
        <p:spPr>
          <a:xfrm>
            <a:off x="1289947" y="328029"/>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dirty="0">
                <a:solidFill>
                  <a:schemeClr val="tx2">
                    <a:lumMod val="75000"/>
                  </a:schemeClr>
                </a:solidFill>
                <a:latin typeface="CiscoSans"/>
              </a:rPr>
              <a:t>Objectifs du chapitre</a:t>
            </a:r>
            <a:endParaRPr lang="fr-FR" sz="4000" dirty="0">
              <a:solidFill>
                <a:schemeClr val="tx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5751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4</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Présentation du DHCPv4</a:t>
            </a:r>
          </a:p>
        </p:txBody>
      </p:sp>
      <p:pic>
        <p:nvPicPr>
          <p:cNvPr id="8" name="Picture 2" descr="Icône Dhcp Server gratuite | icônes de Dhcp Server PNG, ICO ou ICNS">
            <a:extLst>
              <a:ext uri="{FF2B5EF4-FFF2-40B4-BE49-F238E27FC236}">
                <a16:creationId xmlns:a16="http://schemas.microsoft.com/office/drawing/2014/main" id="{208D8D5D-DE81-4EA3-B014-5A15E6B3AE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967" y="2223250"/>
            <a:ext cx="4484863" cy="2940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321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058E24-CDB4-4309-BD6C-AA3DF469BAD0}"/>
              </a:ext>
            </a:extLst>
          </p:cNvPr>
          <p:cNvSpPr>
            <a:spLocks noGrp="1"/>
          </p:cNvSpPr>
          <p:nvPr>
            <p:ph type="sldNum" sz="quarter" idx="12"/>
          </p:nvPr>
        </p:nvSpPr>
        <p:spPr/>
        <p:txBody>
          <a:bodyPr/>
          <a:lstStyle/>
          <a:p>
            <a:fld id="{194EA0E9-6AA5-4C72-ADD8-CBD3FCBC5038}" type="slidenum">
              <a:rPr lang="fr-FR" smtClean="0"/>
              <a:pPr/>
              <a:t>5</a:t>
            </a:fld>
            <a:endParaRPr lang="fr-FR"/>
          </a:p>
        </p:txBody>
      </p:sp>
      <p:sp>
        <p:nvSpPr>
          <p:cNvPr id="5" name="Titre 2">
            <a:extLst>
              <a:ext uri="{FF2B5EF4-FFF2-40B4-BE49-F238E27FC236}">
                <a16:creationId xmlns:a16="http://schemas.microsoft.com/office/drawing/2014/main" id="{969869DB-9A16-43BC-9D66-C4216F1609D8}"/>
              </a:ext>
            </a:extLst>
          </p:cNvPr>
          <p:cNvSpPr txBox="1">
            <a:spLocks/>
          </p:cNvSpPr>
          <p:nvPr/>
        </p:nvSpPr>
        <p:spPr>
          <a:xfrm>
            <a:off x="1137754"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fontAlgn="base"/>
            <a:r>
              <a:rPr lang="en-US" b="1" i="1" dirty="0" err="1">
                <a:solidFill>
                  <a:schemeClr val="tx2">
                    <a:lumMod val="75000"/>
                  </a:schemeClr>
                </a:solidFill>
                <a:effectLst/>
                <a:latin typeface="Calibri" panose="020F0502020204030204" pitchFamily="34" charset="0"/>
                <a:cs typeface="Calibri" panose="020F0502020204030204" pitchFamily="34" charset="0"/>
              </a:rPr>
              <a:t>Qu’est-ce</a:t>
            </a:r>
            <a:r>
              <a:rPr lang="en-US" b="1" i="1" dirty="0">
                <a:solidFill>
                  <a:schemeClr val="tx2">
                    <a:lumMod val="75000"/>
                  </a:schemeClr>
                </a:solidFill>
                <a:effectLst/>
                <a:latin typeface="Calibri" panose="020F0502020204030204" pitchFamily="34" charset="0"/>
                <a:cs typeface="Calibri" panose="020F0502020204030204" pitchFamily="34" charset="0"/>
              </a:rPr>
              <a:t> que le DHCP ?</a:t>
            </a:r>
          </a:p>
        </p:txBody>
      </p:sp>
      <p:sp>
        <p:nvSpPr>
          <p:cNvPr id="7" name="TextBox 6">
            <a:extLst>
              <a:ext uri="{FF2B5EF4-FFF2-40B4-BE49-F238E27FC236}">
                <a16:creationId xmlns:a16="http://schemas.microsoft.com/office/drawing/2014/main" id="{8350C471-5AC0-4F82-A9AF-BC2CDECC6E92}"/>
              </a:ext>
            </a:extLst>
          </p:cNvPr>
          <p:cNvSpPr txBox="1"/>
          <p:nvPr/>
        </p:nvSpPr>
        <p:spPr>
          <a:xfrm>
            <a:off x="1021671" y="1799866"/>
            <a:ext cx="5373883" cy="3554819"/>
          </a:xfrm>
          <a:prstGeom prst="rect">
            <a:avLst/>
          </a:prstGeom>
          <a:noFill/>
        </p:spPr>
        <p:txBody>
          <a:bodyPr wrap="square">
            <a:spAutoFit/>
          </a:bodyPr>
          <a:lstStyle/>
          <a:p>
            <a:pPr algn="just"/>
            <a:r>
              <a:rPr lang="fr-FR" sz="2500" b="0" i="0" dirty="0">
                <a:solidFill>
                  <a:srgbClr val="333333"/>
                </a:solidFill>
                <a:effectLst/>
                <a:latin typeface="Calibri" panose="020F0502020204030204" pitchFamily="34" charset="0"/>
                <a:cs typeface="Calibri" panose="020F0502020204030204" pitchFamily="34" charset="0"/>
              </a:rPr>
              <a:t>DHCP ou </a:t>
            </a:r>
            <a:r>
              <a:rPr lang="fr-FR" sz="2500" b="1" i="0" dirty="0">
                <a:solidFill>
                  <a:schemeClr val="accent5">
                    <a:lumMod val="75000"/>
                  </a:schemeClr>
                </a:solidFill>
                <a:effectLst/>
                <a:latin typeface="Calibri" panose="020F0502020204030204" pitchFamily="34" charset="0"/>
                <a:cs typeface="Calibri" panose="020F0502020204030204" pitchFamily="34" charset="0"/>
              </a:rPr>
              <a:t>Dynamic Host Configuration Protocol</a:t>
            </a:r>
            <a:r>
              <a:rPr lang="fr-FR" sz="2500" b="0" i="0" dirty="0">
                <a:solidFill>
                  <a:schemeClr val="accent5">
                    <a:lumMod val="75000"/>
                  </a:schemeClr>
                </a:solidFill>
                <a:effectLst/>
                <a:latin typeface="Calibri" panose="020F0502020204030204" pitchFamily="34" charset="0"/>
                <a:cs typeface="Calibri" panose="020F0502020204030204" pitchFamily="34" charset="0"/>
              </a:rPr>
              <a:t> </a:t>
            </a:r>
            <a:r>
              <a:rPr lang="fr-FR" sz="2500" b="0" i="0" dirty="0">
                <a:solidFill>
                  <a:srgbClr val="333333"/>
                </a:solidFill>
                <a:effectLst/>
                <a:latin typeface="Calibri" panose="020F0502020204030204" pitchFamily="34" charset="0"/>
                <a:cs typeface="Calibri" panose="020F0502020204030204" pitchFamily="34" charset="0"/>
              </a:rPr>
              <a:t>est utilisé dans le processus d’attribution d’adresses IP aux périphériques. Au lieu de demander aux administrateurs réseau d’attribuer manuellement les adresses IP à tous les périphériques réseau, il </a:t>
            </a:r>
            <a:r>
              <a:rPr lang="fr-FR" sz="2500" b="1" i="0" dirty="0">
                <a:solidFill>
                  <a:schemeClr val="accent5">
                    <a:lumMod val="75000"/>
                  </a:schemeClr>
                </a:solidFill>
                <a:effectLst/>
                <a:latin typeface="Calibri" panose="020F0502020204030204" pitchFamily="34" charset="0"/>
                <a:cs typeface="Calibri" panose="020F0502020204030204" pitchFamily="34" charset="0"/>
              </a:rPr>
              <a:t>gère et automatise les configurations de manière centralisée</a:t>
            </a:r>
            <a:r>
              <a:rPr lang="fr-FR" sz="2500" b="0" i="0" dirty="0">
                <a:solidFill>
                  <a:srgbClr val="333333"/>
                </a:solidFill>
                <a:effectLst/>
                <a:latin typeface="Calibri" panose="020F0502020204030204" pitchFamily="34" charset="0"/>
                <a:cs typeface="Calibri" panose="020F0502020204030204" pitchFamily="34" charset="0"/>
              </a:rPr>
              <a:t>.</a:t>
            </a:r>
            <a:endParaRPr lang="fr-TN" sz="2500" dirty="0">
              <a:latin typeface="Calibri" panose="020F0502020204030204" pitchFamily="34" charset="0"/>
              <a:cs typeface="Calibri" panose="020F0502020204030204" pitchFamily="34" charset="0"/>
            </a:endParaRPr>
          </a:p>
        </p:txBody>
      </p:sp>
      <p:pic>
        <p:nvPicPr>
          <p:cNvPr id="4100" name="Picture 4" descr="DHCP : tout savoir sur le protocole de gestion d&amp;#39;adresse IP">
            <a:extLst>
              <a:ext uri="{FF2B5EF4-FFF2-40B4-BE49-F238E27FC236}">
                <a16:creationId xmlns:a16="http://schemas.microsoft.com/office/drawing/2014/main" id="{6E83CC9C-5D01-42DA-B8BF-4781371F96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199" y="1925685"/>
            <a:ext cx="471543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46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as ist ein DHCP-Server?: Einfach und verständlich erklärt!">
            <a:extLst>
              <a:ext uri="{FF2B5EF4-FFF2-40B4-BE49-F238E27FC236}">
                <a16:creationId xmlns:a16="http://schemas.microsoft.com/office/drawing/2014/main" id="{5E4AFF89-BA5B-4A01-B30F-F02F414810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63425"/>
            <a:ext cx="4733365" cy="54784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0321CAF-72A7-455D-B296-F4E48636FDBC}"/>
              </a:ext>
            </a:extLst>
          </p:cNvPr>
          <p:cNvSpPr txBox="1"/>
          <p:nvPr/>
        </p:nvSpPr>
        <p:spPr>
          <a:xfrm>
            <a:off x="5339476" y="1417077"/>
            <a:ext cx="6313878" cy="5478423"/>
          </a:xfrm>
          <a:prstGeom prst="rect">
            <a:avLst/>
          </a:prstGeom>
          <a:noFill/>
        </p:spPr>
        <p:txBody>
          <a:bodyPr wrap="square" rtlCol="0">
            <a:spAutoFit/>
          </a:bodyPr>
          <a:lstStyle/>
          <a:p>
            <a:pPr algn="just"/>
            <a:r>
              <a:rPr lang="fr-FR" sz="2500" dirty="0">
                <a:latin typeface="Calibri" panose="020F0502020204030204" pitchFamily="34" charset="0"/>
                <a:cs typeface="Calibri" panose="020F0502020204030204" pitchFamily="34" charset="0"/>
              </a:rPr>
              <a:t>L'introduction d'un serveur </a:t>
            </a:r>
            <a:r>
              <a:rPr lang="fr-FR" sz="2500" b="1" dirty="0">
                <a:solidFill>
                  <a:schemeClr val="accent5">
                    <a:lumMod val="75000"/>
                  </a:schemeClr>
                </a:solidFill>
                <a:latin typeface="Calibri" panose="020F0502020204030204" pitchFamily="34" charset="0"/>
                <a:cs typeface="Calibri" panose="020F0502020204030204" pitchFamily="34" charset="0"/>
              </a:rPr>
              <a:t>DHCP (</a:t>
            </a:r>
            <a:r>
              <a:rPr lang="fr-FR" sz="2500" b="1" dirty="0" err="1">
                <a:solidFill>
                  <a:schemeClr val="accent5">
                    <a:lumMod val="75000"/>
                  </a:schemeClr>
                </a:solidFill>
                <a:latin typeface="Calibri" panose="020F0502020204030204" pitchFamily="34" charset="0"/>
                <a:cs typeface="Calibri" panose="020F0502020204030204" pitchFamily="34" charset="0"/>
              </a:rPr>
              <a:t>Dynamic</a:t>
            </a:r>
            <a:r>
              <a:rPr lang="fr-FR" sz="2500" b="1" dirty="0">
                <a:solidFill>
                  <a:schemeClr val="accent5">
                    <a:lumMod val="75000"/>
                  </a:schemeClr>
                </a:solidFill>
                <a:latin typeface="Calibri" panose="020F0502020204030204" pitchFamily="34" charset="0"/>
                <a:cs typeface="Calibri" panose="020F0502020204030204" pitchFamily="34" charset="0"/>
              </a:rPr>
              <a:t> Host Configuration Protocol) </a:t>
            </a:r>
            <a:r>
              <a:rPr lang="fr-FR" sz="2500" dirty="0">
                <a:latin typeface="Calibri" panose="020F0502020204030204" pitchFamily="34" charset="0"/>
                <a:cs typeface="Calibri" panose="020F0502020204030204" pitchFamily="34" charset="0"/>
              </a:rPr>
              <a:t>sur le réseau local :</a:t>
            </a:r>
          </a:p>
          <a:p>
            <a:pPr algn="just"/>
            <a:endParaRPr lang="fr-FR" sz="2500" dirty="0">
              <a:latin typeface="Calibri" panose="020F0502020204030204" pitchFamily="34" charset="0"/>
              <a:cs typeface="Calibri" panose="020F0502020204030204" pitchFamily="34" charset="0"/>
            </a:endParaRPr>
          </a:p>
          <a:p>
            <a:pPr lvl="1" algn="just"/>
            <a:r>
              <a:rPr lang="fr-FR" sz="2500" dirty="0">
                <a:latin typeface="Calibri" panose="020F0502020204030204" pitchFamily="34" charset="0"/>
                <a:cs typeface="Calibri" panose="020F0502020204030204" pitchFamily="34" charset="0"/>
              </a:rPr>
              <a:t>Simplifie l'affectation des adresses IP aux périphériques mobiles et de bureau. </a:t>
            </a:r>
          </a:p>
          <a:p>
            <a:pPr lvl="1" algn="just"/>
            <a:endParaRPr lang="fr-FR" sz="2500" dirty="0">
              <a:latin typeface="Calibri" panose="020F0502020204030204" pitchFamily="34" charset="0"/>
              <a:cs typeface="Calibri" panose="020F0502020204030204" pitchFamily="34" charset="0"/>
            </a:endParaRPr>
          </a:p>
          <a:p>
            <a:pPr lvl="1" algn="just"/>
            <a:r>
              <a:rPr lang="fr-FR" sz="2500" dirty="0">
                <a:latin typeface="Calibri" panose="020F0502020204030204" pitchFamily="34" charset="0"/>
                <a:cs typeface="Calibri" panose="020F0502020204030204" pitchFamily="34" charset="0"/>
              </a:rPr>
              <a:t>Permet aux entreprises de gérer toutes les attributions d'adresses IP dynamiques à partir d'un serveur unique. </a:t>
            </a:r>
          </a:p>
          <a:p>
            <a:pPr lvl="1" algn="just"/>
            <a:endParaRPr lang="fr-FR" sz="2500" dirty="0">
              <a:latin typeface="Calibri" panose="020F0502020204030204" pitchFamily="34" charset="0"/>
              <a:cs typeface="Calibri" panose="020F0502020204030204" pitchFamily="34" charset="0"/>
            </a:endParaRPr>
          </a:p>
          <a:p>
            <a:pPr lvl="1" algn="just"/>
            <a:r>
              <a:rPr lang="fr-FR" sz="2500" dirty="0">
                <a:latin typeface="Calibri" panose="020F0502020204030204" pitchFamily="34" charset="0"/>
                <a:cs typeface="Calibri" panose="020F0502020204030204" pitchFamily="34" charset="0"/>
              </a:rPr>
              <a:t>Permet d'optimiser la gestion des adresses IP et garantit la cohérence à l'échelle de l'entreprise, y compris dans les filiales.</a:t>
            </a:r>
            <a:endParaRPr lang="en-US" sz="2500" dirty="0">
              <a:latin typeface="Calibri" panose="020F0502020204030204" pitchFamily="34" charset="0"/>
              <a:cs typeface="Calibri" panose="020F0502020204030204" pitchFamily="34" charset="0"/>
            </a:endParaRPr>
          </a:p>
        </p:txBody>
      </p:sp>
      <p:sp>
        <p:nvSpPr>
          <p:cNvPr id="3" name="Slide Number Placeholder 2"/>
          <p:cNvSpPr>
            <a:spLocks noGrp="1"/>
          </p:cNvSpPr>
          <p:nvPr>
            <p:ph type="sldNum" sz="quarter" idx="12"/>
          </p:nvPr>
        </p:nvSpPr>
        <p:spPr>
          <a:xfrm>
            <a:off x="11521354" y="6492875"/>
            <a:ext cx="264000" cy="269100"/>
          </a:xfrm>
        </p:spPr>
        <p:txBody>
          <a:bodyPr/>
          <a:lstStyle/>
          <a:p>
            <a:fld id="{194EA0E9-6AA5-4C72-ADD8-CBD3FCBC5038}" type="slidenum">
              <a:rPr lang="fr-FR" smtClean="0"/>
              <a:pPr/>
              <a:t>6</a:t>
            </a:fld>
            <a:endParaRPr lang="fr-FR" dirty="0"/>
          </a:p>
        </p:txBody>
      </p:sp>
      <p:sp>
        <p:nvSpPr>
          <p:cNvPr id="8" name="Titre 2">
            <a:extLst>
              <a:ext uri="{FF2B5EF4-FFF2-40B4-BE49-F238E27FC236}">
                <a16:creationId xmlns:a16="http://schemas.microsoft.com/office/drawing/2014/main" id="{BDF5F69A-98AF-4709-B9E0-E6A0729C0B59}"/>
              </a:ext>
            </a:extLst>
          </p:cNvPr>
          <p:cNvSpPr txBox="1">
            <a:spLocks/>
          </p:cNvSpPr>
          <p:nvPr/>
        </p:nvSpPr>
        <p:spPr>
          <a:xfrm>
            <a:off x="1137754"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Rôle du DHCP</a:t>
            </a:r>
            <a:endParaRPr lang="fr-FR" sz="4400" b="1" i="1" dirty="0">
              <a:solidFill>
                <a:schemeClr val="tx2">
                  <a:lumMod val="75000"/>
                </a:schemeClr>
              </a:solidFill>
              <a:latin typeface="Calibri" panose="020F0502020204030204" pitchFamily="34" charset="0"/>
              <a:cs typeface="Calibri" panose="020F0502020204030204" pitchFamily="34" charset="0"/>
            </a:endParaRPr>
          </a:p>
        </p:txBody>
      </p:sp>
      <p:sp>
        <p:nvSpPr>
          <p:cNvPr id="9" name="AutoShape 3">
            <a:extLst>
              <a:ext uri="{FF2B5EF4-FFF2-40B4-BE49-F238E27FC236}">
                <a16:creationId xmlns:a16="http://schemas.microsoft.com/office/drawing/2014/main" id="{3F08F41A-07CB-4689-AFF8-497E5222E70C}"/>
              </a:ext>
            </a:extLst>
          </p:cNvPr>
          <p:cNvSpPr>
            <a:spLocks noChangeArrowheads="1"/>
          </p:cNvSpPr>
          <p:nvPr/>
        </p:nvSpPr>
        <p:spPr bwMode="auto">
          <a:xfrm rot="5400000">
            <a:off x="5286218" y="3188100"/>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4" name="AutoShape 3">
            <a:extLst>
              <a:ext uri="{FF2B5EF4-FFF2-40B4-BE49-F238E27FC236}">
                <a16:creationId xmlns:a16="http://schemas.microsoft.com/office/drawing/2014/main" id="{9041BF40-CEB4-432C-A2EE-D785A91000F6}"/>
              </a:ext>
            </a:extLst>
          </p:cNvPr>
          <p:cNvSpPr>
            <a:spLocks noChangeArrowheads="1"/>
          </p:cNvSpPr>
          <p:nvPr/>
        </p:nvSpPr>
        <p:spPr bwMode="auto">
          <a:xfrm rot="5400000">
            <a:off x="5297178" y="4199643"/>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
        <p:nvSpPr>
          <p:cNvPr id="15" name="AutoShape 3">
            <a:extLst>
              <a:ext uri="{FF2B5EF4-FFF2-40B4-BE49-F238E27FC236}">
                <a16:creationId xmlns:a16="http://schemas.microsoft.com/office/drawing/2014/main" id="{9FFFC92C-12CC-4D22-AF62-7010C7EDB48D}"/>
              </a:ext>
            </a:extLst>
          </p:cNvPr>
          <p:cNvSpPr>
            <a:spLocks noChangeArrowheads="1"/>
          </p:cNvSpPr>
          <p:nvPr/>
        </p:nvSpPr>
        <p:spPr bwMode="auto">
          <a:xfrm rot="5400000">
            <a:off x="5286218" y="5739276"/>
            <a:ext cx="208112" cy="207194"/>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1046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barn(inVertical)">
                                      <p:cBhvr>
                                        <p:cTn id="7" dur="500"/>
                                        <p:tgtEl>
                                          <p:spTgt spid="1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xEl>
                                              <p:pRg st="4" end="4"/>
                                            </p:txEl>
                                          </p:spTgt>
                                        </p:tgtEl>
                                        <p:attrNameLst>
                                          <p:attrName>style.visibility</p:attrName>
                                        </p:attrNameLst>
                                      </p:cBhvr>
                                      <p:to>
                                        <p:strVal val="visible"/>
                                      </p:to>
                                    </p:set>
                                    <p:animEffect transition="in" filter="barn(inVertical)">
                                      <p:cBhvr>
                                        <p:cTn id="12" dur="500"/>
                                        <p:tgtEl>
                                          <p:spTgt spid="12">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animEffect transition="in" filter="barn(inVertical)">
                                      <p:cBhvr>
                                        <p:cTn id="17"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at is DHCP?">
            <a:extLst>
              <a:ext uri="{FF2B5EF4-FFF2-40B4-BE49-F238E27FC236}">
                <a16:creationId xmlns:a16="http://schemas.microsoft.com/office/drawing/2014/main" id="{9F378A58-3765-4F78-AC79-F17714301C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010" y="2034568"/>
            <a:ext cx="8153699" cy="2788863"/>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p:cNvSpPr>
            <a:spLocks noGrp="1"/>
          </p:cNvSpPr>
          <p:nvPr>
            <p:ph type="sldNum" sz="quarter" idx="12"/>
          </p:nvPr>
        </p:nvSpPr>
        <p:spPr/>
        <p:txBody>
          <a:bodyPr/>
          <a:lstStyle/>
          <a:p>
            <a:fld id="{194EA0E9-6AA5-4C72-ADD8-CBD3FCBC5038}" type="slidenum">
              <a:rPr lang="fr-FR" smtClean="0"/>
              <a:pPr/>
              <a:t>7</a:t>
            </a:fld>
            <a:endParaRPr lang="fr-FR"/>
          </a:p>
        </p:txBody>
      </p:sp>
      <p:sp>
        <p:nvSpPr>
          <p:cNvPr id="8" name="Titre 2">
            <a:extLst>
              <a:ext uri="{FF2B5EF4-FFF2-40B4-BE49-F238E27FC236}">
                <a16:creationId xmlns:a16="http://schemas.microsoft.com/office/drawing/2014/main" id="{85CAC007-3417-4250-AB00-060FC3E4AD9F}"/>
              </a:ext>
            </a:extLst>
          </p:cNvPr>
          <p:cNvSpPr txBox="1">
            <a:spLocks/>
          </p:cNvSpPr>
          <p:nvPr/>
        </p:nvSpPr>
        <p:spPr>
          <a:xfrm>
            <a:off x="1234448" y="488078"/>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US" b="1" i="1" dirty="0" err="1">
                <a:solidFill>
                  <a:schemeClr val="tx2">
                    <a:lumMod val="75000"/>
                  </a:schemeClr>
                </a:solidFill>
                <a:latin typeface="Calibri" panose="020F0502020204030204" pitchFamily="34" charset="0"/>
                <a:cs typeface="Calibri" panose="020F0502020204030204" pitchFamily="34" charset="0"/>
              </a:rPr>
              <a:t>Composants</a:t>
            </a:r>
            <a:r>
              <a:rPr lang="en-US" b="1" i="1" dirty="0">
                <a:solidFill>
                  <a:schemeClr val="tx2">
                    <a:lumMod val="75000"/>
                  </a:schemeClr>
                </a:solidFill>
                <a:latin typeface="Calibri" panose="020F0502020204030204" pitchFamily="34" charset="0"/>
                <a:cs typeface="Calibri" panose="020F0502020204030204" pitchFamily="34" charset="0"/>
              </a:rPr>
              <a:t> du DHCP</a:t>
            </a:r>
          </a:p>
          <a:p>
            <a:endParaRPr lang="fr-FR" b="1" i="1" dirty="0">
              <a:solidFill>
                <a:schemeClr val="tx2">
                  <a:lumMod val="75000"/>
                </a:schemeClr>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62F6247F-B0E9-42E0-8A40-DBFB992A641F}"/>
              </a:ext>
            </a:extLst>
          </p:cNvPr>
          <p:cNvSpPr txBox="1"/>
          <p:nvPr/>
        </p:nvSpPr>
        <p:spPr>
          <a:xfrm>
            <a:off x="806822" y="1449354"/>
            <a:ext cx="9968753" cy="769441"/>
          </a:xfrm>
          <a:prstGeom prst="rect">
            <a:avLst/>
          </a:prstGeom>
          <a:noFill/>
        </p:spPr>
        <p:txBody>
          <a:bodyPr wrap="square">
            <a:spAutoFit/>
          </a:bodyPr>
          <a:lstStyle/>
          <a:p>
            <a:pPr algn="just" fontAlgn="base"/>
            <a:r>
              <a:rPr lang="fr-FR" sz="2200" b="0" i="0" dirty="0">
                <a:solidFill>
                  <a:srgbClr val="333333"/>
                </a:solidFill>
                <a:effectLst/>
                <a:latin typeface="Calibri" panose="020F0502020204030204" pitchFamily="34" charset="0"/>
                <a:cs typeface="Calibri" panose="020F0502020204030204" pitchFamily="34" charset="0"/>
              </a:rPr>
              <a:t>Pour utiliser le DHCP, il est important de comprendre tous ses composants:  </a:t>
            </a:r>
            <a:br>
              <a:rPr lang="fr-FR" sz="2200" b="0" i="0" dirty="0">
                <a:solidFill>
                  <a:srgbClr val="333333"/>
                </a:solidFill>
                <a:effectLst/>
                <a:latin typeface="Calibri" panose="020F0502020204030204" pitchFamily="34" charset="0"/>
                <a:cs typeface="Calibri" panose="020F0502020204030204" pitchFamily="34" charset="0"/>
              </a:rPr>
            </a:br>
            <a:endParaRPr lang="fr-TN" sz="22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2682AF2E-A5D3-4F87-AC1E-65F0CF50A32D}"/>
              </a:ext>
            </a:extLst>
          </p:cNvPr>
          <p:cNvSpPr txBox="1"/>
          <p:nvPr/>
        </p:nvSpPr>
        <p:spPr>
          <a:xfrm>
            <a:off x="8427198" y="4823431"/>
            <a:ext cx="3591990" cy="1877437"/>
          </a:xfrm>
          <a:prstGeom prst="rect">
            <a:avLst/>
          </a:prstGeom>
          <a:noFill/>
        </p:spPr>
        <p:txBody>
          <a:bodyPr wrap="square">
            <a:spAutoFit/>
          </a:bodyPr>
          <a:lstStyle/>
          <a:p>
            <a:pPr algn="ctr" fontAlgn="base"/>
            <a:r>
              <a:rPr lang="fr-FR" sz="2000" b="0" i="0" dirty="0">
                <a:solidFill>
                  <a:srgbClr val="333333"/>
                </a:solidFill>
                <a:effectLst/>
                <a:latin typeface="Calibri" panose="020F0502020204030204" pitchFamily="34" charset="0"/>
                <a:cs typeface="Calibri" panose="020F0502020204030204" pitchFamily="34" charset="0"/>
              </a:rPr>
              <a:t>Appareil en réseau exécutant le service DHCP qui contient les adresses IP et les informations de configuration associées. </a:t>
            </a:r>
          </a:p>
          <a:p>
            <a:br>
              <a:rPr lang="fr-FR" dirty="0"/>
            </a:br>
            <a:endParaRPr lang="fr-TN" dirty="0"/>
          </a:p>
        </p:txBody>
      </p:sp>
      <p:sp>
        <p:nvSpPr>
          <p:cNvPr id="13" name="TextBox 12">
            <a:extLst>
              <a:ext uri="{FF2B5EF4-FFF2-40B4-BE49-F238E27FC236}">
                <a16:creationId xmlns:a16="http://schemas.microsoft.com/office/drawing/2014/main" id="{D48D4F91-2E3B-44B0-AAA9-63169C3918B2}"/>
              </a:ext>
            </a:extLst>
          </p:cNvPr>
          <p:cNvSpPr txBox="1"/>
          <p:nvPr/>
        </p:nvSpPr>
        <p:spPr>
          <a:xfrm>
            <a:off x="0" y="4738016"/>
            <a:ext cx="2886635" cy="13234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b="0" i="0" dirty="0">
                <a:solidFill>
                  <a:srgbClr val="333333"/>
                </a:solidFill>
                <a:effectLst/>
                <a:latin typeface="Calibri" panose="020F0502020204030204" pitchFamily="34" charset="0"/>
                <a:cs typeface="Calibri" panose="020F0502020204030204" pitchFamily="34" charset="0"/>
              </a:rPr>
              <a:t>Le point de terminaison qui reçoit les informations de configuration d’un serveur DHCP. </a:t>
            </a:r>
          </a:p>
        </p:txBody>
      </p:sp>
      <p:sp>
        <p:nvSpPr>
          <p:cNvPr id="16" name="Rectangle 15">
            <a:extLst>
              <a:ext uri="{FF2B5EF4-FFF2-40B4-BE49-F238E27FC236}">
                <a16:creationId xmlns:a16="http://schemas.microsoft.com/office/drawing/2014/main" id="{314AFE82-132F-47A0-BC75-1C721DAE7D24}"/>
              </a:ext>
            </a:extLst>
          </p:cNvPr>
          <p:cNvSpPr/>
          <p:nvPr/>
        </p:nvSpPr>
        <p:spPr>
          <a:xfrm>
            <a:off x="1882010" y="1970246"/>
            <a:ext cx="2474837" cy="1705283"/>
          </a:xfrm>
          <a:prstGeom prst="rect">
            <a:avLst/>
          </a:prstGeom>
          <a:solidFill>
            <a:schemeClr val="accent1">
              <a:alpha val="0"/>
            </a:schemeClr>
          </a:solidFill>
          <a:ln w="317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7" name="Rectangle 16">
            <a:extLst>
              <a:ext uri="{FF2B5EF4-FFF2-40B4-BE49-F238E27FC236}">
                <a16:creationId xmlns:a16="http://schemas.microsoft.com/office/drawing/2014/main" id="{EB409B7A-AA1E-4527-BDB3-8081C5F50DE5}"/>
              </a:ext>
            </a:extLst>
          </p:cNvPr>
          <p:cNvSpPr/>
          <p:nvPr/>
        </p:nvSpPr>
        <p:spPr>
          <a:xfrm>
            <a:off x="0" y="4602843"/>
            <a:ext cx="2886635" cy="1705283"/>
          </a:xfrm>
          <a:prstGeom prst="rect">
            <a:avLst/>
          </a:prstGeom>
          <a:solidFill>
            <a:schemeClr val="accent1">
              <a:alpha val="0"/>
            </a:schemeClr>
          </a:solidFill>
          <a:ln w="317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8" name="Rectangle 17">
            <a:extLst>
              <a:ext uri="{FF2B5EF4-FFF2-40B4-BE49-F238E27FC236}">
                <a16:creationId xmlns:a16="http://schemas.microsoft.com/office/drawing/2014/main" id="{EAE7C513-F07C-4E0C-9D35-F878F8886953}"/>
              </a:ext>
            </a:extLst>
          </p:cNvPr>
          <p:cNvSpPr/>
          <p:nvPr/>
        </p:nvSpPr>
        <p:spPr>
          <a:xfrm>
            <a:off x="7433253" y="2034568"/>
            <a:ext cx="2474837" cy="1705283"/>
          </a:xfrm>
          <a:prstGeom prst="rect">
            <a:avLst/>
          </a:prstGeom>
          <a:solidFill>
            <a:schemeClr val="accent1">
              <a:alpha val="0"/>
            </a:schemeClr>
          </a:solidFill>
          <a:ln w="317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9" name="Rectangle 18">
            <a:extLst>
              <a:ext uri="{FF2B5EF4-FFF2-40B4-BE49-F238E27FC236}">
                <a16:creationId xmlns:a16="http://schemas.microsoft.com/office/drawing/2014/main" id="{9DB75697-1A6A-4031-A694-1E96EE58D0DE}"/>
              </a:ext>
            </a:extLst>
          </p:cNvPr>
          <p:cNvSpPr/>
          <p:nvPr/>
        </p:nvSpPr>
        <p:spPr>
          <a:xfrm>
            <a:off x="8371413" y="4822207"/>
            <a:ext cx="3591990" cy="1412916"/>
          </a:xfrm>
          <a:prstGeom prst="rect">
            <a:avLst/>
          </a:prstGeom>
          <a:solidFill>
            <a:schemeClr val="accent1">
              <a:alpha val="0"/>
            </a:schemeClr>
          </a:solidFill>
          <a:ln w="317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0" name="TextBox 19">
            <a:extLst>
              <a:ext uri="{FF2B5EF4-FFF2-40B4-BE49-F238E27FC236}">
                <a16:creationId xmlns:a16="http://schemas.microsoft.com/office/drawing/2014/main" id="{4DBB394F-37A2-4ACE-8744-3D2042AB46A4}"/>
              </a:ext>
            </a:extLst>
          </p:cNvPr>
          <p:cNvSpPr txBox="1"/>
          <p:nvPr/>
        </p:nvSpPr>
        <p:spPr>
          <a:xfrm>
            <a:off x="4719255" y="5061537"/>
            <a:ext cx="2886635" cy="1631216"/>
          </a:xfrm>
          <a:prstGeom prst="rect">
            <a:avLst/>
          </a:prstGeom>
          <a:noFill/>
        </p:spPr>
        <p:txBody>
          <a:bodyPr wrap="square">
            <a:spAutoFit/>
          </a:bodyPr>
          <a:lstStyle/>
          <a:p>
            <a:pPr algn="ctr" fontAlgn="base"/>
            <a:r>
              <a:rPr lang="fr-FR" sz="2000" b="0" i="0" dirty="0">
                <a:solidFill>
                  <a:srgbClr val="333333"/>
                </a:solidFill>
                <a:effectLst/>
                <a:latin typeface="Calibri" panose="020F0502020204030204" pitchFamily="34" charset="0"/>
                <a:cs typeface="Calibri" panose="020F0502020204030204" pitchFamily="34" charset="0"/>
              </a:rPr>
              <a:t>Routeur ou hôte, il reçoit les messages clients diffusés sur ce réseau, puis les transmet à un serveur configuré.</a:t>
            </a:r>
          </a:p>
        </p:txBody>
      </p:sp>
      <p:sp>
        <p:nvSpPr>
          <p:cNvPr id="21" name="TextBox 20">
            <a:extLst>
              <a:ext uri="{FF2B5EF4-FFF2-40B4-BE49-F238E27FC236}">
                <a16:creationId xmlns:a16="http://schemas.microsoft.com/office/drawing/2014/main" id="{8F34D135-F073-48A0-BCD0-99885B5B6404}"/>
              </a:ext>
            </a:extLst>
          </p:cNvPr>
          <p:cNvSpPr txBox="1"/>
          <p:nvPr/>
        </p:nvSpPr>
        <p:spPr>
          <a:xfrm>
            <a:off x="5822131" y="3071781"/>
            <a:ext cx="1340235" cy="369332"/>
          </a:xfrm>
          <a:prstGeom prst="rect">
            <a:avLst/>
          </a:prstGeom>
          <a:noFill/>
        </p:spPr>
        <p:txBody>
          <a:bodyPr wrap="square">
            <a:spAutoFit/>
          </a:bodyPr>
          <a:lstStyle/>
          <a:p>
            <a:r>
              <a:rPr lang="fr-FR" b="1" i="0" dirty="0">
                <a:solidFill>
                  <a:srgbClr val="FF3300"/>
                </a:solidFill>
                <a:effectLst/>
                <a:latin typeface="agrandirnarrow"/>
              </a:rPr>
              <a:t>Relais DHCP </a:t>
            </a:r>
            <a:endParaRPr lang="fr-TN" b="1" dirty="0">
              <a:solidFill>
                <a:srgbClr val="FF3300"/>
              </a:solidFill>
            </a:endParaRPr>
          </a:p>
        </p:txBody>
      </p:sp>
      <p:sp>
        <p:nvSpPr>
          <p:cNvPr id="10" name="Oval 9">
            <a:extLst>
              <a:ext uri="{FF2B5EF4-FFF2-40B4-BE49-F238E27FC236}">
                <a16:creationId xmlns:a16="http://schemas.microsoft.com/office/drawing/2014/main" id="{6684FA28-08EC-41FA-9EB7-33093ABF5017}"/>
              </a:ext>
            </a:extLst>
          </p:cNvPr>
          <p:cNvSpPr/>
          <p:nvPr/>
        </p:nvSpPr>
        <p:spPr>
          <a:xfrm>
            <a:off x="4719255" y="2420471"/>
            <a:ext cx="2586379" cy="1864658"/>
          </a:xfrm>
          <a:prstGeom prst="ellipse">
            <a:avLst/>
          </a:prstGeom>
          <a:solidFill>
            <a:schemeClr val="accent1">
              <a:alpha val="14000"/>
            </a:schemeClr>
          </a:solidFill>
          <a:ln>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23" name="Oval 22">
            <a:extLst>
              <a:ext uri="{FF2B5EF4-FFF2-40B4-BE49-F238E27FC236}">
                <a16:creationId xmlns:a16="http://schemas.microsoft.com/office/drawing/2014/main" id="{9467ACC5-1E25-4223-8A7A-D7B2E10F0DA6}"/>
              </a:ext>
            </a:extLst>
          </p:cNvPr>
          <p:cNvSpPr/>
          <p:nvPr/>
        </p:nvSpPr>
        <p:spPr>
          <a:xfrm>
            <a:off x="4561877" y="4612440"/>
            <a:ext cx="3185811" cy="2218793"/>
          </a:xfrm>
          <a:prstGeom prst="ellipse">
            <a:avLst/>
          </a:prstGeom>
          <a:solidFill>
            <a:schemeClr val="accent1">
              <a:alpha val="14000"/>
            </a:schemeClr>
          </a:solidFill>
          <a:ln>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143594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arn(inVertical)">
                                      <p:cBhvr>
                                        <p:cTn id="10" dur="500"/>
                                        <p:tgtEl>
                                          <p:spTgt spid="19"/>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inVertical)">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barn(inVertical)">
                                      <p:cBhvr>
                                        <p:cTn id="29" dur="500"/>
                                        <p:tgtEl>
                                          <p:spTgt spid="20"/>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arn(inVertical)">
                                      <p:cBhvr>
                                        <p:cTn id="32" dur="500"/>
                                        <p:tgtEl>
                                          <p:spTgt spid="23"/>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3" grpId="0"/>
      <p:bldP spid="16" grpId="0" animBg="1"/>
      <p:bldP spid="17" grpId="0" animBg="1"/>
      <p:bldP spid="18" grpId="0" animBg="1"/>
      <p:bldP spid="19" grpId="0" animBg="1"/>
      <p:bldP spid="20" grpId="0"/>
      <p:bldP spid="10" grpId="0" animBg="1"/>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194EA0E9-6AA5-4C72-ADD8-CBD3FCBC5038}" type="slidenum">
              <a:rPr lang="fr-FR" smtClean="0"/>
              <a:pPr/>
              <a:t>8</a:t>
            </a:fld>
            <a:endParaRPr lang="fr-FR"/>
          </a:p>
        </p:txBody>
      </p:sp>
      <p:sp>
        <p:nvSpPr>
          <p:cNvPr id="10" name="Titre 2">
            <a:extLst>
              <a:ext uri="{FF2B5EF4-FFF2-40B4-BE49-F238E27FC236}">
                <a16:creationId xmlns:a16="http://schemas.microsoft.com/office/drawing/2014/main" id="{32AFF3A8-6299-4502-BF43-090FC9F270F2}"/>
              </a:ext>
            </a:extLst>
          </p:cNvPr>
          <p:cNvSpPr txBox="1">
            <a:spLocks/>
          </p:cNvSpPr>
          <p:nvPr/>
        </p:nvSpPr>
        <p:spPr>
          <a:xfrm>
            <a:off x="1370836" y="508560"/>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400" b="1" i="1" dirty="0">
                <a:solidFill>
                  <a:schemeClr val="tx2">
                    <a:lumMod val="75000"/>
                  </a:schemeClr>
                </a:solidFill>
                <a:latin typeface="Calibri" panose="020F0502020204030204" pitchFamily="34" charset="0"/>
                <a:cs typeface="Calibri" panose="020F0502020204030204" pitchFamily="34" charset="0"/>
              </a:rPr>
              <a:t>Les principaux Avantages du DHCP</a:t>
            </a:r>
          </a:p>
          <a:p>
            <a:endParaRPr lang="fr-FR" b="1" i="1" dirty="0">
              <a:solidFill>
                <a:schemeClr val="tx2">
                  <a:lumMod val="75000"/>
                </a:schemeClr>
              </a:solidFill>
              <a:latin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CD08F63F-55C0-4D4C-B22F-EC5B253722E1}"/>
              </a:ext>
            </a:extLst>
          </p:cNvPr>
          <p:cNvPicPr>
            <a:picLocks noChangeAspect="1"/>
          </p:cNvPicPr>
          <p:nvPr/>
        </p:nvPicPr>
        <p:blipFill>
          <a:blip r:embed="rId3"/>
          <a:stretch>
            <a:fillRect/>
          </a:stretch>
        </p:blipFill>
        <p:spPr>
          <a:xfrm>
            <a:off x="10121462" y="5052351"/>
            <a:ext cx="2070538" cy="1739252"/>
          </a:xfrm>
          <a:prstGeom prst="rect">
            <a:avLst/>
          </a:prstGeom>
        </p:spPr>
      </p:pic>
      <p:sp>
        <p:nvSpPr>
          <p:cNvPr id="14" name="TextBox 13">
            <a:extLst>
              <a:ext uri="{FF2B5EF4-FFF2-40B4-BE49-F238E27FC236}">
                <a16:creationId xmlns:a16="http://schemas.microsoft.com/office/drawing/2014/main" id="{0829D9E4-E9D5-4072-A870-E06573014867}"/>
              </a:ext>
            </a:extLst>
          </p:cNvPr>
          <p:cNvSpPr txBox="1"/>
          <p:nvPr/>
        </p:nvSpPr>
        <p:spPr>
          <a:xfrm>
            <a:off x="945621" y="1704300"/>
            <a:ext cx="9507226" cy="3477875"/>
          </a:xfrm>
          <a:prstGeom prst="rect">
            <a:avLst/>
          </a:prstGeom>
          <a:noFill/>
        </p:spPr>
        <p:txBody>
          <a:bodyPr wrap="square">
            <a:spAutoFit/>
          </a:bodyPr>
          <a:lstStyle/>
          <a:p>
            <a:pPr marL="342900" indent="-342900" algn="just">
              <a:buFont typeface="Wingdings" panose="05000000000000000000" pitchFamily="2" charset="2"/>
              <a:buChar char="q"/>
            </a:pPr>
            <a:r>
              <a:rPr lang="fr-FR" sz="2200" b="0" i="0" dirty="0">
                <a:effectLst/>
                <a:latin typeface="Calibri" panose="020F0502020204030204" pitchFamily="34" charset="0"/>
                <a:cs typeface="Calibri" panose="020F0502020204030204" pitchFamily="34" charset="0"/>
              </a:rPr>
              <a:t> La gestion plus facile des adresses IP.</a:t>
            </a:r>
            <a:endParaRPr lang="fr-TN" sz="2200" dirty="0">
              <a:latin typeface="Calibri" panose="020F0502020204030204" pitchFamily="34" charset="0"/>
              <a:cs typeface="Calibri" panose="020F0502020204030204" pitchFamily="34" charset="0"/>
            </a:endParaRPr>
          </a:p>
          <a:p>
            <a:pPr algn="just"/>
            <a:endParaRPr lang="fr-FR" sz="2200" b="0" i="0" dirty="0">
              <a:effectLst/>
              <a:latin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fr-FR" sz="2200" b="0" i="0" dirty="0">
                <a:effectLst/>
                <a:latin typeface="Calibri" panose="020F0502020204030204" pitchFamily="34" charset="0"/>
                <a:cs typeface="Calibri" panose="020F0502020204030204" pitchFamily="34" charset="0"/>
              </a:rPr>
              <a:t>Il permet de </a:t>
            </a:r>
            <a:r>
              <a:rPr lang="fr-FR" sz="2200" b="1" i="0" dirty="0">
                <a:effectLst/>
                <a:latin typeface="Calibri" panose="020F0502020204030204" pitchFamily="34" charset="0"/>
                <a:cs typeface="Calibri" panose="020F0502020204030204" pitchFamily="34" charset="0"/>
              </a:rPr>
              <a:t>configurer un réseau TCP/IP plus rapidement</a:t>
            </a:r>
            <a:r>
              <a:rPr lang="fr-FR" sz="2200" b="0" i="0" dirty="0">
                <a:effectLst/>
                <a:latin typeface="Calibri" panose="020F0502020204030204" pitchFamily="34" charset="0"/>
                <a:cs typeface="Calibri" panose="020F0502020204030204" pitchFamily="34" charset="0"/>
              </a:rPr>
              <a:t>. </a:t>
            </a:r>
          </a:p>
          <a:p>
            <a:pPr marL="342900" indent="-342900" algn="just">
              <a:buFont typeface="Wingdings" panose="05000000000000000000" pitchFamily="2" charset="2"/>
              <a:buChar char="q"/>
            </a:pPr>
            <a:endParaRPr lang="fr-FR" sz="2200" dirty="0">
              <a:latin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fr-FR" sz="2200" dirty="0">
                <a:latin typeface="Calibri" panose="020F0502020204030204" pitchFamily="34" charset="0"/>
                <a:cs typeface="Calibri" panose="020F0502020204030204" pitchFamily="34" charset="0"/>
              </a:rPr>
              <a:t>S</a:t>
            </a:r>
            <a:r>
              <a:rPr lang="fr-FR" sz="2200" b="0" i="0" dirty="0">
                <a:effectLst/>
                <a:latin typeface="Calibri" panose="020F0502020204030204" pitchFamily="34" charset="0"/>
                <a:cs typeface="Calibri" panose="020F0502020204030204" pitchFamily="34" charset="0"/>
              </a:rPr>
              <a:t>implifie l’administration en fournissant aux clients des adresses IP, avec les </a:t>
            </a:r>
            <a:r>
              <a:rPr lang="fr-FR" sz="2200" b="1" i="0" dirty="0">
                <a:effectLst/>
                <a:latin typeface="Calibri" panose="020F0502020204030204" pitchFamily="34" charset="0"/>
                <a:cs typeface="Calibri" panose="020F0502020204030204" pitchFamily="34" charset="0"/>
              </a:rPr>
              <a:t>adresses de la passerelle par défaut</a:t>
            </a:r>
            <a:r>
              <a:rPr lang="fr-FR" sz="2200" b="0" i="0" dirty="0">
                <a:effectLst/>
                <a:latin typeface="Calibri" panose="020F0502020204030204" pitchFamily="34" charset="0"/>
                <a:cs typeface="Calibri" panose="020F0502020204030204" pitchFamily="34" charset="0"/>
              </a:rPr>
              <a:t>, des </a:t>
            </a:r>
            <a:r>
              <a:rPr lang="fr-FR" sz="2200" b="1" i="0" dirty="0">
                <a:effectLst/>
                <a:latin typeface="Calibri" panose="020F0502020204030204" pitchFamily="34" charset="0"/>
                <a:cs typeface="Calibri" panose="020F0502020204030204" pitchFamily="34" charset="0"/>
              </a:rPr>
              <a:t>serveurs DNS</a:t>
            </a:r>
            <a:r>
              <a:rPr lang="fr-FR" sz="2200" b="0" i="0" dirty="0">
                <a:effectLst/>
                <a:latin typeface="Calibri" panose="020F0502020204030204" pitchFamily="34" charset="0"/>
                <a:cs typeface="Calibri" panose="020F0502020204030204" pitchFamily="34" charset="0"/>
              </a:rPr>
              <a:t>, des </a:t>
            </a:r>
            <a:r>
              <a:rPr lang="fr-FR" sz="2200" b="1" i="0" dirty="0">
                <a:effectLst/>
                <a:latin typeface="Calibri" panose="020F0502020204030204" pitchFamily="34" charset="0"/>
                <a:cs typeface="Calibri" panose="020F0502020204030204" pitchFamily="34" charset="0"/>
              </a:rPr>
              <a:t>serveurs WINS </a:t>
            </a:r>
            <a:r>
              <a:rPr lang="fr-FR" sz="2200" b="0" i="0" dirty="0">
                <a:effectLst/>
                <a:latin typeface="Calibri" panose="020F0502020204030204" pitchFamily="34" charset="0"/>
                <a:cs typeface="Calibri" panose="020F0502020204030204" pitchFamily="34" charset="0"/>
              </a:rPr>
              <a:t>et d’autres serveurs utiles au client. </a:t>
            </a:r>
          </a:p>
          <a:p>
            <a:pPr algn="just"/>
            <a:endParaRPr lang="fr-FR" sz="2200" b="0" i="0" dirty="0">
              <a:effectLst/>
              <a:latin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fr-FR" sz="2200" dirty="0">
                <a:latin typeface="Calibri" panose="020F0502020204030204" pitchFamily="34" charset="0"/>
                <a:cs typeface="Calibri" panose="020F0502020204030204" pitchFamily="34" charset="0"/>
              </a:rPr>
              <a:t>L’utilisation du </a:t>
            </a:r>
            <a:r>
              <a:rPr lang="fr-FR" sz="2200" b="1" dirty="0">
                <a:latin typeface="Calibri" panose="020F0502020204030204" pitchFamily="34" charset="0"/>
                <a:cs typeface="Calibri" panose="020F0502020204030204" pitchFamily="34" charset="0"/>
              </a:rPr>
              <a:t>pool</a:t>
            </a:r>
            <a:r>
              <a:rPr lang="fr-FR" sz="2200" dirty="0">
                <a:latin typeface="Calibri" panose="020F0502020204030204" pitchFamily="34" charset="0"/>
                <a:cs typeface="Calibri" panose="020F0502020204030204" pitchFamily="34" charset="0"/>
              </a:rPr>
              <a:t> permet également d’éviter les conflits d’adresses qui surviennent quand la même adresse IP est attribuée par erreur à deux hôtes.</a:t>
            </a:r>
            <a:endParaRPr lang="fr-TN"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410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arn(inVertic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barn(inVertic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barn(inVertic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barn(inVertic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75B89-8F75-446A-AA40-5A110D03126D}"/>
              </a:ext>
            </a:extLst>
          </p:cNvPr>
          <p:cNvSpPr>
            <a:spLocks noGrp="1"/>
          </p:cNvSpPr>
          <p:nvPr>
            <p:ph type="sldNum" sz="quarter" idx="12"/>
          </p:nvPr>
        </p:nvSpPr>
        <p:spPr/>
        <p:txBody>
          <a:bodyPr/>
          <a:lstStyle/>
          <a:p>
            <a:fld id="{194EA0E9-6AA5-4C72-ADD8-CBD3FCBC5038}" type="slidenum">
              <a:rPr lang="fr-FR" smtClean="0"/>
              <a:pPr/>
              <a:t>9</a:t>
            </a:fld>
            <a:endParaRPr lang="fr-FR"/>
          </a:p>
        </p:txBody>
      </p:sp>
      <p:sp>
        <p:nvSpPr>
          <p:cNvPr id="5" name="Titre 2">
            <a:extLst>
              <a:ext uri="{FF2B5EF4-FFF2-40B4-BE49-F238E27FC236}">
                <a16:creationId xmlns:a16="http://schemas.microsoft.com/office/drawing/2014/main" id="{926CE6F9-8D21-400D-9BDA-F4ED02363054}"/>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Comment fonctionne DHCP (1/4) </a:t>
            </a:r>
            <a:endParaRPr lang="fr-FR" sz="4400" b="1" i="1" dirty="0">
              <a:solidFill>
                <a:srgbClr val="C00000"/>
              </a:solidFill>
              <a:latin typeface="Calibri" panose="020F0502020204030204" pitchFamily="34" charset="0"/>
              <a:cs typeface="Calibri" panose="020F0502020204030204" pitchFamily="34" charset="0"/>
            </a:endParaRPr>
          </a:p>
        </p:txBody>
      </p:sp>
      <p:pic>
        <p:nvPicPr>
          <p:cNvPr id="12" name="Picture 4" descr="what is a dhcp server">
            <a:extLst>
              <a:ext uri="{FF2B5EF4-FFF2-40B4-BE49-F238E27FC236}">
                <a16:creationId xmlns:a16="http://schemas.microsoft.com/office/drawing/2014/main" id="{58290CAE-E49D-4AA2-8F30-0DE823706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3154"/>
            <a:ext cx="6985466" cy="41048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F212E01-CB0A-4C19-BDEC-976459EC0A98}"/>
              </a:ext>
            </a:extLst>
          </p:cNvPr>
          <p:cNvSpPr txBox="1"/>
          <p:nvPr/>
        </p:nvSpPr>
        <p:spPr>
          <a:xfrm>
            <a:off x="974062" y="1484547"/>
            <a:ext cx="10515599" cy="861774"/>
          </a:xfrm>
          <a:prstGeom prst="rect">
            <a:avLst/>
          </a:prstGeom>
          <a:noFill/>
        </p:spPr>
        <p:txBody>
          <a:bodyPr wrap="square">
            <a:spAutoFit/>
          </a:bodyPr>
          <a:lstStyle/>
          <a:p>
            <a:pPr algn="just"/>
            <a:r>
              <a:rPr lang="fr-FR" sz="2500" b="0" i="0">
                <a:solidFill>
                  <a:srgbClr val="333333"/>
                </a:solidFill>
                <a:effectLst/>
                <a:latin typeface="Calibri" panose="020F0502020204030204" pitchFamily="34" charset="0"/>
                <a:cs typeface="Calibri" panose="020F0502020204030204" pitchFamily="34" charset="0"/>
              </a:rPr>
              <a:t>L’opération DHCP commence avec un périphérique (le client) demandant une adresse IP à un routeur (l’hôte). </a:t>
            </a:r>
            <a:endParaRPr lang="fr-FR" sz="2500" dirty="0">
              <a:solidFill>
                <a:srgbClr val="333333"/>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7226B4D-0D84-44A6-8504-30AC3468FA70}"/>
              </a:ext>
            </a:extLst>
          </p:cNvPr>
          <p:cNvSpPr txBox="1"/>
          <p:nvPr/>
        </p:nvSpPr>
        <p:spPr>
          <a:xfrm>
            <a:off x="7177158" y="3636643"/>
            <a:ext cx="4312503" cy="1477328"/>
          </a:xfrm>
          <a:prstGeom prst="rect">
            <a:avLst/>
          </a:prstGeom>
          <a:noFill/>
        </p:spPr>
        <p:txBody>
          <a:bodyPr wrap="square">
            <a:spAutoFit/>
          </a:bodyPr>
          <a:lstStyle/>
          <a:p>
            <a:pPr algn="just" fontAlgn="base"/>
            <a:r>
              <a:rPr lang="fr-FR" b="0" i="0" dirty="0">
                <a:solidFill>
                  <a:srgbClr val="333333"/>
                </a:solidFill>
                <a:effectLst/>
                <a:latin typeface="agrandirnarrow"/>
              </a:rPr>
              <a:t>Un message envoyé est appelé une </a:t>
            </a:r>
            <a:r>
              <a:rPr lang="fr-FR" b="1" i="0" dirty="0">
                <a:solidFill>
                  <a:schemeClr val="accent5">
                    <a:lumMod val="75000"/>
                  </a:schemeClr>
                </a:solidFill>
                <a:effectLst/>
                <a:latin typeface="agrandirnarrow"/>
              </a:rPr>
              <a:t>demande de découverte DHCP (</a:t>
            </a:r>
            <a:r>
              <a:rPr lang="fr-FR" b="1" dirty="0">
                <a:solidFill>
                  <a:schemeClr val="accent5">
                    <a:lumMod val="75000"/>
                  </a:schemeClr>
                </a:solidFill>
                <a:latin typeface="CiscoSansTTLight"/>
              </a:rPr>
              <a:t>DHCPDISCOVER)</a:t>
            </a:r>
            <a:r>
              <a:rPr lang="fr-FR" b="0" i="0" dirty="0">
                <a:solidFill>
                  <a:srgbClr val="333333"/>
                </a:solidFill>
                <a:effectLst/>
                <a:latin typeface="agrandirnarrow"/>
              </a:rPr>
              <a:t>. Lorsque le serveur reçoit cette requête, il la relaie vers son service réseau DHCP. </a:t>
            </a:r>
          </a:p>
        </p:txBody>
      </p:sp>
      <p:sp>
        <p:nvSpPr>
          <p:cNvPr id="18" name="Rectangle 17">
            <a:extLst>
              <a:ext uri="{FF2B5EF4-FFF2-40B4-BE49-F238E27FC236}">
                <a16:creationId xmlns:a16="http://schemas.microsoft.com/office/drawing/2014/main" id="{37F0D0E6-F016-4C28-9DE8-B61EBF3322BD}"/>
              </a:ext>
            </a:extLst>
          </p:cNvPr>
          <p:cNvSpPr/>
          <p:nvPr/>
        </p:nvSpPr>
        <p:spPr>
          <a:xfrm>
            <a:off x="1954306" y="2976282"/>
            <a:ext cx="2976282" cy="1021977"/>
          </a:xfrm>
          <a:prstGeom prst="rect">
            <a:avLst/>
          </a:prstGeom>
          <a:solidFill>
            <a:schemeClr val="accent1">
              <a:alpha val="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9" name="TextBox 18">
            <a:extLst>
              <a:ext uri="{FF2B5EF4-FFF2-40B4-BE49-F238E27FC236}">
                <a16:creationId xmlns:a16="http://schemas.microsoft.com/office/drawing/2014/main" id="{A5F262ED-E149-46AE-A566-D66CBA3BE0BA}"/>
              </a:ext>
            </a:extLst>
          </p:cNvPr>
          <p:cNvSpPr txBox="1"/>
          <p:nvPr/>
        </p:nvSpPr>
        <p:spPr>
          <a:xfrm>
            <a:off x="7177158" y="3101788"/>
            <a:ext cx="1762614" cy="430887"/>
          </a:xfrm>
          <a:prstGeom prst="rect">
            <a:avLst/>
          </a:prstGeom>
          <a:noFill/>
        </p:spPr>
        <p:txBody>
          <a:bodyPr wrap="square" rtlCol="0">
            <a:spAutoFit/>
          </a:bodyPr>
          <a:lstStyle/>
          <a:p>
            <a:r>
              <a:rPr lang="fr-FR" sz="2200" b="1" i="1" dirty="0">
                <a:solidFill>
                  <a:schemeClr val="accent5">
                    <a:lumMod val="75000"/>
                  </a:schemeClr>
                </a:solidFill>
                <a:latin typeface="Calibri" panose="020F0502020204030204" pitchFamily="34" charset="0"/>
                <a:cs typeface="Calibri" panose="020F0502020204030204" pitchFamily="34" charset="0"/>
              </a:rPr>
              <a:t>Etape</a:t>
            </a:r>
            <a:r>
              <a:rPr lang="fr-FR" sz="2200" dirty="0">
                <a:solidFill>
                  <a:schemeClr val="accent5">
                    <a:lumMod val="75000"/>
                  </a:schemeClr>
                </a:solidFill>
                <a:latin typeface="Calibri" panose="020F0502020204030204" pitchFamily="34" charset="0"/>
                <a:cs typeface="Calibri" panose="020F0502020204030204" pitchFamily="34" charset="0"/>
              </a:rPr>
              <a:t> 1: </a:t>
            </a:r>
            <a:endParaRPr lang="fr-TN" sz="2200"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621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Vertical)">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88A975-75A8-4C89-BBD7-CE14D5B4A76C}"/>
              </a:ext>
            </a:extLst>
          </p:cNvPr>
          <p:cNvSpPr>
            <a:spLocks noGrp="1"/>
          </p:cNvSpPr>
          <p:nvPr>
            <p:ph type="sldNum" sz="quarter" idx="12"/>
          </p:nvPr>
        </p:nvSpPr>
        <p:spPr/>
        <p:txBody>
          <a:bodyPr/>
          <a:lstStyle/>
          <a:p>
            <a:fld id="{194EA0E9-6AA5-4C72-ADD8-CBD3FCBC5038}" type="slidenum">
              <a:rPr lang="fr-FR" smtClean="0"/>
              <a:pPr/>
              <a:t>10</a:t>
            </a:fld>
            <a:endParaRPr lang="fr-FR"/>
          </a:p>
        </p:txBody>
      </p:sp>
      <p:sp>
        <p:nvSpPr>
          <p:cNvPr id="3" name="Titre 2">
            <a:extLst>
              <a:ext uri="{FF2B5EF4-FFF2-40B4-BE49-F238E27FC236}">
                <a16:creationId xmlns:a16="http://schemas.microsoft.com/office/drawing/2014/main" id="{E9E724FD-3FE8-422F-BFDF-691071E3C7A0}"/>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Comment fonctionne DHCP (2/4) </a:t>
            </a:r>
            <a:endParaRPr lang="fr-FR" sz="4400" b="1" i="1" dirty="0">
              <a:solidFill>
                <a:srgbClr val="C00000"/>
              </a:solidFill>
              <a:latin typeface="Calibri" panose="020F0502020204030204" pitchFamily="34" charset="0"/>
              <a:cs typeface="Calibri" panose="020F0502020204030204" pitchFamily="34" charset="0"/>
            </a:endParaRPr>
          </a:p>
        </p:txBody>
      </p:sp>
      <p:pic>
        <p:nvPicPr>
          <p:cNvPr id="4" name="Picture 4" descr="what is a dhcp server">
            <a:extLst>
              <a:ext uri="{FF2B5EF4-FFF2-40B4-BE49-F238E27FC236}">
                <a16:creationId xmlns:a16="http://schemas.microsoft.com/office/drawing/2014/main" id="{67C93037-C1B4-497C-A170-691874D3F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3154"/>
            <a:ext cx="6985466" cy="41048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8E49A7-DA1F-4127-AEAE-BC1CC60CFCBE}"/>
              </a:ext>
            </a:extLst>
          </p:cNvPr>
          <p:cNvSpPr txBox="1"/>
          <p:nvPr/>
        </p:nvSpPr>
        <p:spPr>
          <a:xfrm>
            <a:off x="974062" y="1484547"/>
            <a:ext cx="10515599" cy="861774"/>
          </a:xfrm>
          <a:prstGeom prst="rect">
            <a:avLst/>
          </a:prstGeom>
          <a:noFill/>
        </p:spPr>
        <p:txBody>
          <a:bodyPr wrap="square">
            <a:spAutoFit/>
          </a:bodyPr>
          <a:lstStyle/>
          <a:p>
            <a:pPr algn="just"/>
            <a:r>
              <a:rPr lang="fr-FR" sz="2500" b="0" i="0">
                <a:solidFill>
                  <a:srgbClr val="333333"/>
                </a:solidFill>
                <a:effectLst/>
                <a:latin typeface="Calibri" panose="020F0502020204030204" pitchFamily="34" charset="0"/>
                <a:cs typeface="Calibri" panose="020F0502020204030204" pitchFamily="34" charset="0"/>
              </a:rPr>
              <a:t>L’opération DHCP commence avec un périphérique (le client) demandant une adresse IP à un routeur (l’hôte). </a:t>
            </a:r>
            <a:endParaRPr lang="fr-FR" sz="2500" dirty="0">
              <a:solidFill>
                <a:srgbClr val="333333"/>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885CF86-A007-4592-B6F9-0C027D79CC5F}"/>
              </a:ext>
            </a:extLst>
          </p:cNvPr>
          <p:cNvSpPr txBox="1"/>
          <p:nvPr/>
        </p:nvSpPr>
        <p:spPr>
          <a:xfrm>
            <a:off x="7177158" y="3636643"/>
            <a:ext cx="4312503" cy="1200329"/>
          </a:xfrm>
          <a:prstGeom prst="rect">
            <a:avLst/>
          </a:prstGeom>
          <a:noFill/>
        </p:spPr>
        <p:txBody>
          <a:bodyPr wrap="square">
            <a:spAutoFit/>
          </a:bodyPr>
          <a:lstStyle/>
          <a:p>
            <a:pPr algn="just" fontAlgn="base"/>
            <a:r>
              <a:rPr lang="fr-FR" dirty="0">
                <a:solidFill>
                  <a:srgbClr val="333333"/>
                </a:solidFill>
                <a:latin typeface="agrandirnarrow"/>
              </a:rPr>
              <a:t>Dès que le serveur identifie une adresse IP libre, il l’envoie à l’ordinateur ou à l’appareil demandeur. Cette partie du processus est appelée une </a:t>
            </a:r>
            <a:r>
              <a:rPr lang="fr-FR" b="1" dirty="0">
                <a:solidFill>
                  <a:schemeClr val="accent5">
                    <a:lumMod val="75000"/>
                  </a:schemeClr>
                </a:solidFill>
                <a:latin typeface="agrandirnarrow"/>
              </a:rPr>
              <a:t>offre DHCP </a:t>
            </a:r>
            <a:r>
              <a:rPr lang="fr-FR" b="1" dirty="0">
                <a:solidFill>
                  <a:schemeClr val="accent5">
                    <a:lumMod val="75000"/>
                  </a:schemeClr>
                </a:solidFill>
                <a:latin typeface="CiscoSansTTLight"/>
              </a:rPr>
              <a:t>(DHCPOFFER)</a:t>
            </a:r>
            <a:r>
              <a:rPr lang="fr-FR" dirty="0">
                <a:solidFill>
                  <a:srgbClr val="333333"/>
                </a:solidFill>
                <a:latin typeface="agrandirnarrow"/>
              </a:rPr>
              <a:t>.</a:t>
            </a:r>
          </a:p>
        </p:txBody>
      </p:sp>
      <p:sp>
        <p:nvSpPr>
          <p:cNvPr id="7" name="Rectangle 6">
            <a:extLst>
              <a:ext uri="{FF2B5EF4-FFF2-40B4-BE49-F238E27FC236}">
                <a16:creationId xmlns:a16="http://schemas.microsoft.com/office/drawing/2014/main" id="{5F10F9B8-224F-4CDD-9A7A-29CC68CA2712}"/>
              </a:ext>
            </a:extLst>
          </p:cNvPr>
          <p:cNvSpPr/>
          <p:nvPr/>
        </p:nvSpPr>
        <p:spPr>
          <a:xfrm>
            <a:off x="2004592" y="3783600"/>
            <a:ext cx="2976282" cy="1021977"/>
          </a:xfrm>
          <a:prstGeom prst="rect">
            <a:avLst/>
          </a:prstGeom>
          <a:solidFill>
            <a:schemeClr val="accent1">
              <a:alpha val="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8" name="TextBox 7">
            <a:extLst>
              <a:ext uri="{FF2B5EF4-FFF2-40B4-BE49-F238E27FC236}">
                <a16:creationId xmlns:a16="http://schemas.microsoft.com/office/drawing/2014/main" id="{8B9D52A2-F6DF-4B69-90CE-670CBFFF6E4B}"/>
              </a:ext>
            </a:extLst>
          </p:cNvPr>
          <p:cNvSpPr txBox="1"/>
          <p:nvPr/>
        </p:nvSpPr>
        <p:spPr>
          <a:xfrm>
            <a:off x="7177158" y="3101788"/>
            <a:ext cx="1762614" cy="430887"/>
          </a:xfrm>
          <a:prstGeom prst="rect">
            <a:avLst/>
          </a:prstGeom>
          <a:noFill/>
        </p:spPr>
        <p:txBody>
          <a:bodyPr wrap="square" rtlCol="0">
            <a:spAutoFit/>
          </a:bodyPr>
          <a:lstStyle/>
          <a:p>
            <a:r>
              <a:rPr lang="fr-FR" sz="2200" b="1" i="1" dirty="0">
                <a:solidFill>
                  <a:schemeClr val="accent5">
                    <a:lumMod val="75000"/>
                  </a:schemeClr>
                </a:solidFill>
                <a:latin typeface="Calibri" panose="020F0502020204030204" pitchFamily="34" charset="0"/>
                <a:cs typeface="Calibri" panose="020F0502020204030204" pitchFamily="34" charset="0"/>
              </a:rPr>
              <a:t>Etape</a:t>
            </a:r>
            <a:r>
              <a:rPr lang="fr-FR" sz="2200" dirty="0">
                <a:solidFill>
                  <a:schemeClr val="accent5">
                    <a:lumMod val="75000"/>
                  </a:schemeClr>
                </a:solidFill>
                <a:latin typeface="Calibri" panose="020F0502020204030204" pitchFamily="34" charset="0"/>
                <a:cs typeface="Calibri" panose="020F0502020204030204" pitchFamily="34" charset="0"/>
              </a:rPr>
              <a:t> 2: </a:t>
            </a:r>
            <a:endParaRPr lang="fr-TN" sz="2200"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261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88A975-75A8-4C89-BBD7-CE14D5B4A76C}"/>
              </a:ext>
            </a:extLst>
          </p:cNvPr>
          <p:cNvSpPr>
            <a:spLocks noGrp="1"/>
          </p:cNvSpPr>
          <p:nvPr>
            <p:ph type="sldNum" sz="quarter" idx="12"/>
          </p:nvPr>
        </p:nvSpPr>
        <p:spPr/>
        <p:txBody>
          <a:bodyPr/>
          <a:lstStyle/>
          <a:p>
            <a:fld id="{194EA0E9-6AA5-4C72-ADD8-CBD3FCBC5038}" type="slidenum">
              <a:rPr lang="fr-FR" smtClean="0"/>
              <a:pPr/>
              <a:t>11</a:t>
            </a:fld>
            <a:endParaRPr lang="fr-FR"/>
          </a:p>
        </p:txBody>
      </p:sp>
      <p:sp>
        <p:nvSpPr>
          <p:cNvPr id="3" name="Titre 2">
            <a:extLst>
              <a:ext uri="{FF2B5EF4-FFF2-40B4-BE49-F238E27FC236}">
                <a16:creationId xmlns:a16="http://schemas.microsoft.com/office/drawing/2014/main" id="{E9E724FD-3FE8-422F-BFDF-691071E3C7A0}"/>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Comment fonctionne DHCP (3/4) </a:t>
            </a:r>
            <a:endParaRPr lang="fr-FR" sz="4400" b="1" i="1" dirty="0">
              <a:solidFill>
                <a:srgbClr val="C00000"/>
              </a:solidFill>
              <a:latin typeface="Calibri" panose="020F0502020204030204" pitchFamily="34" charset="0"/>
              <a:cs typeface="Calibri" panose="020F0502020204030204" pitchFamily="34" charset="0"/>
            </a:endParaRPr>
          </a:p>
        </p:txBody>
      </p:sp>
      <p:pic>
        <p:nvPicPr>
          <p:cNvPr id="4" name="Picture 4" descr="what is a dhcp server">
            <a:extLst>
              <a:ext uri="{FF2B5EF4-FFF2-40B4-BE49-F238E27FC236}">
                <a16:creationId xmlns:a16="http://schemas.microsoft.com/office/drawing/2014/main" id="{67C93037-C1B4-497C-A170-691874D3F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3154"/>
            <a:ext cx="6985466" cy="41048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8E49A7-DA1F-4127-AEAE-BC1CC60CFCBE}"/>
              </a:ext>
            </a:extLst>
          </p:cNvPr>
          <p:cNvSpPr txBox="1"/>
          <p:nvPr/>
        </p:nvSpPr>
        <p:spPr>
          <a:xfrm>
            <a:off x="974062" y="1484547"/>
            <a:ext cx="10515599" cy="861774"/>
          </a:xfrm>
          <a:prstGeom prst="rect">
            <a:avLst/>
          </a:prstGeom>
          <a:noFill/>
        </p:spPr>
        <p:txBody>
          <a:bodyPr wrap="square">
            <a:spAutoFit/>
          </a:bodyPr>
          <a:lstStyle/>
          <a:p>
            <a:pPr algn="just"/>
            <a:r>
              <a:rPr lang="fr-FR" sz="2500" b="0" i="0">
                <a:solidFill>
                  <a:srgbClr val="333333"/>
                </a:solidFill>
                <a:effectLst/>
                <a:latin typeface="Calibri" panose="020F0502020204030204" pitchFamily="34" charset="0"/>
                <a:cs typeface="Calibri" panose="020F0502020204030204" pitchFamily="34" charset="0"/>
              </a:rPr>
              <a:t>L’opération DHCP commence avec un périphérique (le client) demandant une adresse IP à un routeur (l’hôte). </a:t>
            </a:r>
            <a:endParaRPr lang="fr-FR" sz="2500" dirty="0">
              <a:solidFill>
                <a:srgbClr val="333333"/>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885CF86-A007-4592-B6F9-0C027D79CC5F}"/>
              </a:ext>
            </a:extLst>
          </p:cNvPr>
          <p:cNvSpPr txBox="1"/>
          <p:nvPr/>
        </p:nvSpPr>
        <p:spPr>
          <a:xfrm>
            <a:off x="7177158" y="3636643"/>
            <a:ext cx="4312503" cy="1754326"/>
          </a:xfrm>
          <a:prstGeom prst="rect">
            <a:avLst/>
          </a:prstGeom>
          <a:noFill/>
        </p:spPr>
        <p:txBody>
          <a:bodyPr wrap="square">
            <a:spAutoFit/>
          </a:bodyPr>
          <a:lstStyle/>
          <a:p>
            <a:pPr algn="just" fontAlgn="base"/>
            <a:r>
              <a:rPr lang="fr-FR" dirty="0">
                <a:solidFill>
                  <a:srgbClr val="333333"/>
                </a:solidFill>
                <a:latin typeface="agrandirnarrow"/>
              </a:rPr>
              <a:t>Le client reçoit l’adresse IP allouée dynamiquement et renvoie un message au serveur pour confirmer qu’il souhaite l’utiliser. Cette étape est appelée un </a:t>
            </a:r>
            <a:r>
              <a:rPr lang="fr-FR" b="1" dirty="0">
                <a:solidFill>
                  <a:schemeClr val="accent5">
                    <a:lumMod val="75000"/>
                  </a:schemeClr>
                </a:solidFill>
                <a:latin typeface="agrandirnarrow"/>
              </a:rPr>
              <a:t>message de requête DHCP </a:t>
            </a:r>
            <a:r>
              <a:rPr lang="fr-FR" b="1" dirty="0">
                <a:solidFill>
                  <a:schemeClr val="accent5">
                    <a:lumMod val="75000"/>
                  </a:schemeClr>
                </a:solidFill>
                <a:latin typeface="CiscoSansTTLight"/>
              </a:rPr>
              <a:t>(DHCPREQUEST)</a:t>
            </a:r>
            <a:r>
              <a:rPr lang="fr-FR" dirty="0">
                <a:solidFill>
                  <a:srgbClr val="333333"/>
                </a:solidFill>
                <a:latin typeface="agrandirnarrow"/>
              </a:rPr>
              <a:t>.</a:t>
            </a:r>
          </a:p>
        </p:txBody>
      </p:sp>
      <p:sp>
        <p:nvSpPr>
          <p:cNvPr id="7" name="Rectangle 6">
            <a:extLst>
              <a:ext uri="{FF2B5EF4-FFF2-40B4-BE49-F238E27FC236}">
                <a16:creationId xmlns:a16="http://schemas.microsoft.com/office/drawing/2014/main" id="{5F10F9B8-224F-4CDD-9A7A-29CC68CA2712}"/>
              </a:ext>
            </a:extLst>
          </p:cNvPr>
          <p:cNvSpPr/>
          <p:nvPr/>
        </p:nvSpPr>
        <p:spPr>
          <a:xfrm>
            <a:off x="1843228" y="4644211"/>
            <a:ext cx="2976282" cy="1021977"/>
          </a:xfrm>
          <a:prstGeom prst="rect">
            <a:avLst/>
          </a:prstGeom>
          <a:solidFill>
            <a:schemeClr val="accent1">
              <a:alpha val="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8" name="TextBox 7">
            <a:extLst>
              <a:ext uri="{FF2B5EF4-FFF2-40B4-BE49-F238E27FC236}">
                <a16:creationId xmlns:a16="http://schemas.microsoft.com/office/drawing/2014/main" id="{8B9D52A2-F6DF-4B69-90CE-670CBFFF6E4B}"/>
              </a:ext>
            </a:extLst>
          </p:cNvPr>
          <p:cNvSpPr txBox="1"/>
          <p:nvPr/>
        </p:nvSpPr>
        <p:spPr>
          <a:xfrm>
            <a:off x="7177158" y="3101788"/>
            <a:ext cx="1762614" cy="430887"/>
          </a:xfrm>
          <a:prstGeom prst="rect">
            <a:avLst/>
          </a:prstGeom>
          <a:noFill/>
        </p:spPr>
        <p:txBody>
          <a:bodyPr wrap="square" rtlCol="0">
            <a:spAutoFit/>
          </a:bodyPr>
          <a:lstStyle/>
          <a:p>
            <a:r>
              <a:rPr lang="fr-FR" sz="2200" b="1" i="1" dirty="0">
                <a:solidFill>
                  <a:schemeClr val="accent5">
                    <a:lumMod val="75000"/>
                  </a:schemeClr>
                </a:solidFill>
                <a:latin typeface="Calibri" panose="020F0502020204030204" pitchFamily="34" charset="0"/>
                <a:cs typeface="Calibri" panose="020F0502020204030204" pitchFamily="34" charset="0"/>
              </a:rPr>
              <a:t>Etape</a:t>
            </a:r>
            <a:r>
              <a:rPr lang="fr-FR" sz="2200" dirty="0">
                <a:solidFill>
                  <a:schemeClr val="accent5">
                    <a:lumMod val="75000"/>
                  </a:schemeClr>
                </a:solidFill>
                <a:latin typeface="Calibri" panose="020F0502020204030204" pitchFamily="34" charset="0"/>
                <a:cs typeface="Calibri" panose="020F0502020204030204" pitchFamily="34" charset="0"/>
              </a:rPr>
              <a:t> 3: </a:t>
            </a:r>
            <a:endParaRPr lang="fr-TN" sz="2200"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076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88A975-75A8-4C89-BBD7-CE14D5B4A76C}"/>
              </a:ext>
            </a:extLst>
          </p:cNvPr>
          <p:cNvSpPr>
            <a:spLocks noGrp="1"/>
          </p:cNvSpPr>
          <p:nvPr>
            <p:ph type="sldNum" sz="quarter" idx="12"/>
          </p:nvPr>
        </p:nvSpPr>
        <p:spPr/>
        <p:txBody>
          <a:bodyPr/>
          <a:lstStyle/>
          <a:p>
            <a:fld id="{194EA0E9-6AA5-4C72-ADD8-CBD3FCBC5038}" type="slidenum">
              <a:rPr lang="fr-FR" smtClean="0"/>
              <a:pPr/>
              <a:t>12</a:t>
            </a:fld>
            <a:endParaRPr lang="fr-FR"/>
          </a:p>
        </p:txBody>
      </p:sp>
      <p:sp>
        <p:nvSpPr>
          <p:cNvPr id="3" name="Titre 2">
            <a:extLst>
              <a:ext uri="{FF2B5EF4-FFF2-40B4-BE49-F238E27FC236}">
                <a16:creationId xmlns:a16="http://schemas.microsoft.com/office/drawing/2014/main" id="{E9E724FD-3FE8-422F-BFDF-691071E3C7A0}"/>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Comment fonctionne DHCP (4/4) </a:t>
            </a:r>
            <a:endParaRPr lang="fr-FR" sz="4400" b="1" i="1" dirty="0">
              <a:solidFill>
                <a:srgbClr val="C00000"/>
              </a:solidFill>
              <a:latin typeface="Calibri" panose="020F0502020204030204" pitchFamily="34" charset="0"/>
              <a:cs typeface="Calibri" panose="020F0502020204030204" pitchFamily="34" charset="0"/>
            </a:endParaRPr>
          </a:p>
        </p:txBody>
      </p:sp>
      <p:pic>
        <p:nvPicPr>
          <p:cNvPr id="4" name="Picture 4" descr="what is a dhcp server">
            <a:extLst>
              <a:ext uri="{FF2B5EF4-FFF2-40B4-BE49-F238E27FC236}">
                <a16:creationId xmlns:a16="http://schemas.microsoft.com/office/drawing/2014/main" id="{67C93037-C1B4-497C-A170-691874D3F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3154"/>
            <a:ext cx="6985466" cy="41048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48E49A7-DA1F-4127-AEAE-BC1CC60CFCBE}"/>
              </a:ext>
            </a:extLst>
          </p:cNvPr>
          <p:cNvSpPr txBox="1"/>
          <p:nvPr/>
        </p:nvSpPr>
        <p:spPr>
          <a:xfrm>
            <a:off x="974062" y="1484547"/>
            <a:ext cx="10515599" cy="861774"/>
          </a:xfrm>
          <a:prstGeom prst="rect">
            <a:avLst/>
          </a:prstGeom>
          <a:noFill/>
        </p:spPr>
        <p:txBody>
          <a:bodyPr wrap="square">
            <a:spAutoFit/>
          </a:bodyPr>
          <a:lstStyle/>
          <a:p>
            <a:pPr algn="just"/>
            <a:r>
              <a:rPr lang="fr-FR" sz="2500" b="0" i="0">
                <a:solidFill>
                  <a:srgbClr val="333333"/>
                </a:solidFill>
                <a:effectLst/>
                <a:latin typeface="Calibri" panose="020F0502020204030204" pitchFamily="34" charset="0"/>
                <a:cs typeface="Calibri" panose="020F0502020204030204" pitchFamily="34" charset="0"/>
              </a:rPr>
              <a:t>L’opération DHCP commence avec un périphérique (le client) demandant une adresse IP à un routeur (l’hôte). </a:t>
            </a:r>
            <a:endParaRPr lang="fr-FR" sz="2500" dirty="0">
              <a:solidFill>
                <a:srgbClr val="333333"/>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9885CF86-A007-4592-B6F9-0C027D79CC5F}"/>
              </a:ext>
            </a:extLst>
          </p:cNvPr>
          <p:cNvSpPr txBox="1"/>
          <p:nvPr/>
        </p:nvSpPr>
        <p:spPr>
          <a:xfrm>
            <a:off x="7177158" y="3636643"/>
            <a:ext cx="4312503" cy="2585323"/>
          </a:xfrm>
          <a:prstGeom prst="rect">
            <a:avLst/>
          </a:prstGeom>
          <a:noFill/>
        </p:spPr>
        <p:txBody>
          <a:bodyPr wrap="square">
            <a:spAutoFit/>
          </a:bodyPr>
          <a:lstStyle/>
          <a:p>
            <a:pPr algn="just" fontAlgn="base"/>
            <a:r>
              <a:rPr lang="fr-FR" dirty="0">
                <a:solidFill>
                  <a:srgbClr val="333333"/>
                </a:solidFill>
                <a:latin typeface="agrandirnarrow"/>
              </a:rPr>
              <a:t>Le DHCP envoie ensuite un message final au périphérique qui a initié tout ce processus. Ce message est appelé </a:t>
            </a:r>
            <a:r>
              <a:rPr lang="fr-FR" b="1" dirty="0">
                <a:solidFill>
                  <a:schemeClr val="accent5">
                    <a:lumMod val="75000"/>
                  </a:schemeClr>
                </a:solidFill>
                <a:latin typeface="agrandirnarrow"/>
              </a:rPr>
              <a:t>accusé de réception DHCP </a:t>
            </a:r>
            <a:r>
              <a:rPr lang="fr-FR" b="1" dirty="0">
                <a:solidFill>
                  <a:schemeClr val="accent5">
                    <a:lumMod val="75000"/>
                  </a:schemeClr>
                </a:solidFill>
                <a:latin typeface="CiscoSansTTLight"/>
              </a:rPr>
              <a:t>(DHCPACK)</a:t>
            </a:r>
            <a:r>
              <a:rPr lang="fr-FR" dirty="0">
                <a:solidFill>
                  <a:srgbClr val="333333"/>
                </a:solidFill>
                <a:latin typeface="agrandirnarrow"/>
              </a:rPr>
              <a:t>. Il contient les informations de configuration nécessaires pour accorder un accès réseau comme la passerelle, les serveurs DNS et la durée pendant laquelle le périphérique peut être utilisé.</a:t>
            </a:r>
          </a:p>
        </p:txBody>
      </p:sp>
      <p:sp>
        <p:nvSpPr>
          <p:cNvPr id="7" name="Rectangle 6">
            <a:extLst>
              <a:ext uri="{FF2B5EF4-FFF2-40B4-BE49-F238E27FC236}">
                <a16:creationId xmlns:a16="http://schemas.microsoft.com/office/drawing/2014/main" id="{5F10F9B8-224F-4CDD-9A7A-29CC68CA2712}"/>
              </a:ext>
            </a:extLst>
          </p:cNvPr>
          <p:cNvSpPr/>
          <p:nvPr/>
        </p:nvSpPr>
        <p:spPr>
          <a:xfrm>
            <a:off x="2004592" y="5651416"/>
            <a:ext cx="2976282" cy="1021977"/>
          </a:xfrm>
          <a:prstGeom prst="rect">
            <a:avLst/>
          </a:prstGeom>
          <a:solidFill>
            <a:schemeClr val="accent1">
              <a:alpha val="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8" name="TextBox 7">
            <a:extLst>
              <a:ext uri="{FF2B5EF4-FFF2-40B4-BE49-F238E27FC236}">
                <a16:creationId xmlns:a16="http://schemas.microsoft.com/office/drawing/2014/main" id="{8B9D52A2-F6DF-4B69-90CE-670CBFFF6E4B}"/>
              </a:ext>
            </a:extLst>
          </p:cNvPr>
          <p:cNvSpPr txBox="1"/>
          <p:nvPr/>
        </p:nvSpPr>
        <p:spPr>
          <a:xfrm>
            <a:off x="7177158" y="3101788"/>
            <a:ext cx="1762614" cy="430887"/>
          </a:xfrm>
          <a:prstGeom prst="rect">
            <a:avLst/>
          </a:prstGeom>
          <a:noFill/>
        </p:spPr>
        <p:txBody>
          <a:bodyPr wrap="square" rtlCol="0">
            <a:spAutoFit/>
          </a:bodyPr>
          <a:lstStyle/>
          <a:p>
            <a:r>
              <a:rPr lang="fr-FR" sz="2200" b="1" i="1" dirty="0">
                <a:solidFill>
                  <a:schemeClr val="accent5">
                    <a:lumMod val="75000"/>
                  </a:schemeClr>
                </a:solidFill>
                <a:latin typeface="Calibri" panose="020F0502020204030204" pitchFamily="34" charset="0"/>
                <a:cs typeface="Calibri" panose="020F0502020204030204" pitchFamily="34" charset="0"/>
              </a:rPr>
              <a:t>Etape</a:t>
            </a:r>
            <a:r>
              <a:rPr lang="fr-FR" sz="2200" dirty="0">
                <a:solidFill>
                  <a:schemeClr val="accent5">
                    <a:lumMod val="75000"/>
                  </a:schemeClr>
                </a:solidFill>
                <a:latin typeface="Calibri" panose="020F0502020204030204" pitchFamily="34" charset="0"/>
                <a:cs typeface="Calibri" panose="020F0502020204030204" pitchFamily="34" charset="0"/>
              </a:rPr>
              <a:t> 4: </a:t>
            </a:r>
            <a:endParaRPr lang="fr-TN" sz="2200"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97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C860-A892-492E-99F2-CAFDE5D58475}"/>
              </a:ext>
            </a:extLst>
          </p:cNvPr>
          <p:cNvSpPr>
            <a:spLocks noGrp="1"/>
          </p:cNvSpPr>
          <p:nvPr>
            <p:ph type="sldNum" sz="quarter" idx="12"/>
          </p:nvPr>
        </p:nvSpPr>
        <p:spPr/>
        <p:txBody>
          <a:bodyPr/>
          <a:lstStyle/>
          <a:p>
            <a:fld id="{194EA0E9-6AA5-4C72-ADD8-CBD3FCBC5038}" type="slidenum">
              <a:rPr lang="fr-FR" smtClean="0"/>
              <a:pPr/>
              <a:t>13</a:t>
            </a:fld>
            <a:endParaRPr lang="fr-FR"/>
          </a:p>
        </p:txBody>
      </p:sp>
      <p:sp>
        <p:nvSpPr>
          <p:cNvPr id="5" name="Titre 2">
            <a:extLst>
              <a:ext uri="{FF2B5EF4-FFF2-40B4-BE49-F238E27FC236}">
                <a16:creationId xmlns:a16="http://schemas.microsoft.com/office/drawing/2014/main" id="{646AD3D1-A50D-41EB-B879-B91FA81A9176}"/>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fontAlgn="base"/>
            <a:r>
              <a:rPr lang="fr-FR" b="1" i="1" dirty="0">
                <a:solidFill>
                  <a:schemeClr val="tx2">
                    <a:lumMod val="75000"/>
                  </a:schemeClr>
                </a:solidFill>
                <a:effectLst/>
                <a:latin typeface="Calibri" panose="020F0502020204030204" pitchFamily="34" charset="0"/>
                <a:cs typeface="Calibri" panose="020F0502020204030204" pitchFamily="34" charset="0"/>
              </a:rPr>
              <a:t>Gestion du temps de bail</a:t>
            </a:r>
          </a:p>
        </p:txBody>
      </p:sp>
      <p:pic>
        <p:nvPicPr>
          <p:cNvPr id="2050" name="Picture 2" descr="What is DHCP and why is it important? - EfficientIP">
            <a:extLst>
              <a:ext uri="{FF2B5EF4-FFF2-40B4-BE49-F238E27FC236}">
                <a16:creationId xmlns:a16="http://schemas.microsoft.com/office/drawing/2014/main" id="{6EF5968F-1DA6-4BBB-8BF7-AFDB781EE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67574"/>
            <a:ext cx="2847975" cy="16097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8FFB055-27E5-46EF-8981-6FA66786CA05}"/>
              </a:ext>
            </a:extLst>
          </p:cNvPr>
          <p:cNvSpPr txBox="1"/>
          <p:nvPr/>
        </p:nvSpPr>
        <p:spPr>
          <a:xfrm>
            <a:off x="3227293" y="1725776"/>
            <a:ext cx="8498541" cy="5324535"/>
          </a:xfrm>
          <a:prstGeom prst="rect">
            <a:avLst/>
          </a:prstGeom>
          <a:noFill/>
        </p:spPr>
        <p:txBody>
          <a:bodyPr wrap="square">
            <a:spAutoFit/>
          </a:bodyPr>
          <a:lstStyle/>
          <a:p>
            <a:pPr algn="just" fontAlgn="base"/>
            <a:r>
              <a:rPr lang="fr-FR" sz="2000" b="0" i="0" dirty="0">
                <a:solidFill>
                  <a:srgbClr val="333333"/>
                </a:solidFill>
                <a:effectLst/>
                <a:latin typeface="Calibri" panose="020F0502020204030204" pitchFamily="34" charset="0"/>
                <a:cs typeface="Calibri" panose="020F0502020204030204" pitchFamily="34" charset="0"/>
              </a:rPr>
              <a:t>L’un des principaux avantages du DHCP est sa capacité à</a:t>
            </a:r>
            <a:r>
              <a:rPr lang="fr-FR" sz="2000" b="1" i="0" dirty="0">
                <a:solidFill>
                  <a:srgbClr val="333333"/>
                </a:solidFill>
                <a:effectLst/>
                <a:latin typeface="Calibri" panose="020F0502020204030204" pitchFamily="34" charset="0"/>
                <a:cs typeface="Calibri" panose="020F0502020204030204" pitchFamily="34" charset="0"/>
              </a:rPr>
              <a:t> gérer les attributions d’adresses IP par le temp de bail</a:t>
            </a:r>
            <a:r>
              <a:rPr lang="fr-FR" sz="2000" b="0" i="0" dirty="0">
                <a:solidFill>
                  <a:srgbClr val="333333"/>
                </a:solidFill>
                <a:effectLst/>
                <a:latin typeface="Calibri" panose="020F0502020204030204" pitchFamily="34" charset="0"/>
                <a:cs typeface="Calibri" panose="020F0502020204030204" pitchFamily="34" charset="0"/>
              </a:rPr>
              <a:t>. </a:t>
            </a:r>
          </a:p>
          <a:p>
            <a:pPr algn="just" fontAlgn="base"/>
            <a:endParaRPr lang="fr-FR" sz="2000" dirty="0">
              <a:solidFill>
                <a:srgbClr val="333333"/>
              </a:solidFill>
              <a:latin typeface="Calibri" panose="020F0502020204030204" pitchFamily="34" charset="0"/>
              <a:cs typeface="Calibri" panose="020F0502020204030204" pitchFamily="34" charset="0"/>
            </a:endParaRPr>
          </a:p>
          <a:p>
            <a:pPr algn="just" fontAlgn="base"/>
            <a:r>
              <a:rPr lang="fr-FR" sz="2000" b="0" i="0" dirty="0">
                <a:solidFill>
                  <a:srgbClr val="333333"/>
                </a:solidFill>
                <a:effectLst/>
                <a:latin typeface="Calibri" panose="020F0502020204030204" pitchFamily="34" charset="0"/>
                <a:cs typeface="Calibri" panose="020F0502020204030204" pitchFamily="34" charset="0"/>
              </a:rPr>
              <a:t>Lorsque le serveur attribue une adresse IP, il loue en fait cet identifiant de connexion à l’ordinateur de l’utilisateur pour une période limitée appelée durée de bail DHCP.</a:t>
            </a:r>
          </a:p>
          <a:p>
            <a:pPr algn="just" fontAlgn="base"/>
            <a:r>
              <a:rPr lang="fr-FR" sz="2000" b="0" i="0" dirty="0">
                <a:solidFill>
                  <a:srgbClr val="333333"/>
                </a:solidFill>
                <a:effectLst/>
                <a:latin typeface="Calibri" panose="020F0502020204030204" pitchFamily="34" charset="0"/>
                <a:cs typeface="Calibri" panose="020F0502020204030204" pitchFamily="34" charset="0"/>
              </a:rPr>
              <a:t> </a:t>
            </a:r>
          </a:p>
          <a:p>
            <a:pPr algn="just" fontAlgn="base"/>
            <a:r>
              <a:rPr lang="fr-FR" sz="2000" b="0" i="0" dirty="0">
                <a:solidFill>
                  <a:srgbClr val="333333"/>
                </a:solidFill>
                <a:effectLst/>
                <a:latin typeface="Calibri" panose="020F0502020204030204" pitchFamily="34" charset="0"/>
                <a:cs typeface="Calibri" panose="020F0502020204030204" pitchFamily="34" charset="0"/>
              </a:rPr>
              <a:t>Ce délai peut varier en fonction de la durée pendant laquelle un utilisateur est susceptible d’avoir besoin d’une connexion Internet à un emplacement particulier. </a:t>
            </a:r>
          </a:p>
          <a:p>
            <a:pPr algn="just" fontAlgn="base"/>
            <a:endParaRPr lang="fr-FR" sz="2000" dirty="0">
              <a:solidFill>
                <a:srgbClr val="333333"/>
              </a:solidFill>
              <a:latin typeface="Calibri" panose="020F0502020204030204" pitchFamily="34" charset="0"/>
              <a:cs typeface="Calibri" panose="020F0502020204030204" pitchFamily="34" charset="0"/>
            </a:endParaRPr>
          </a:p>
          <a:p>
            <a:pPr algn="just" fontAlgn="base"/>
            <a:r>
              <a:rPr lang="fr-FR" sz="2000" b="0" i="0" dirty="0">
                <a:solidFill>
                  <a:srgbClr val="333333"/>
                </a:solidFill>
                <a:effectLst/>
                <a:latin typeface="Calibri" panose="020F0502020204030204" pitchFamily="34" charset="0"/>
                <a:cs typeface="Calibri" panose="020F0502020204030204" pitchFamily="34" charset="0"/>
              </a:rPr>
              <a:t>En règle générale, un serveur DHCP </a:t>
            </a:r>
            <a:r>
              <a:rPr lang="fr-FR" sz="2000" b="1" i="0" dirty="0">
                <a:solidFill>
                  <a:srgbClr val="333333"/>
                </a:solidFill>
                <a:effectLst/>
                <a:latin typeface="Calibri" panose="020F0502020204030204" pitchFamily="34" charset="0"/>
                <a:cs typeface="Calibri" panose="020F0502020204030204" pitchFamily="34" charset="0"/>
              </a:rPr>
              <a:t>renouvelle votre bail automatiquement</a:t>
            </a:r>
            <a:r>
              <a:rPr lang="fr-FR" sz="2000" b="0" i="0" dirty="0">
                <a:solidFill>
                  <a:srgbClr val="333333"/>
                </a:solidFill>
                <a:effectLst/>
                <a:latin typeface="Calibri" panose="020F0502020204030204" pitchFamily="34" charset="0"/>
                <a:cs typeface="Calibri" panose="020F0502020204030204" pitchFamily="34" charset="0"/>
              </a:rPr>
              <a:t>.</a:t>
            </a:r>
          </a:p>
          <a:p>
            <a:pPr algn="just" fontAlgn="base"/>
            <a:endParaRPr lang="fr-FR" sz="2000" dirty="0">
              <a:solidFill>
                <a:srgbClr val="333333"/>
              </a:solidFill>
              <a:latin typeface="Calibri" panose="020F0502020204030204" pitchFamily="34" charset="0"/>
              <a:cs typeface="Calibri" panose="020F0502020204030204" pitchFamily="34" charset="0"/>
            </a:endParaRPr>
          </a:p>
          <a:p>
            <a:pPr algn="just" fontAlgn="base"/>
            <a:r>
              <a:rPr lang="fr-FR" sz="2000" b="0" i="0" dirty="0">
                <a:solidFill>
                  <a:srgbClr val="333333"/>
                </a:solidFill>
                <a:effectLst/>
                <a:latin typeface="Calibri" panose="020F0502020204030204" pitchFamily="34" charset="0"/>
                <a:cs typeface="Calibri" panose="020F0502020204030204" pitchFamily="34" charset="0"/>
              </a:rPr>
              <a:t>Cependant, s’il expire, une nouvelle adresse IP vous sera attribuée en utilisant les mêmes protocoles DHCP.</a:t>
            </a:r>
          </a:p>
          <a:p>
            <a:pPr algn="just"/>
            <a:br>
              <a:rPr lang="fr-FR" sz="2000" dirty="0">
                <a:latin typeface="Calibri" panose="020F0502020204030204" pitchFamily="34" charset="0"/>
                <a:cs typeface="Calibri" panose="020F0502020204030204" pitchFamily="34" charset="0"/>
              </a:rPr>
            </a:br>
            <a:endParaRPr lang="fr-TN"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32924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14</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Les messages DHCPv4</a:t>
            </a:r>
          </a:p>
        </p:txBody>
      </p:sp>
      <p:pic>
        <p:nvPicPr>
          <p:cNvPr id="6" name="Picture 2" descr="Icône Dhcp Server gratuite | icônes de Dhcp Server PNG, ICO ou ICNS">
            <a:extLst>
              <a:ext uri="{FF2B5EF4-FFF2-40B4-BE49-F238E27FC236}">
                <a16:creationId xmlns:a16="http://schemas.microsoft.com/office/drawing/2014/main" id="{F29EE664-06FD-4005-8472-D4F66E130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9967" y="2223250"/>
            <a:ext cx="4484863" cy="2940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735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15</a:t>
            </a:fld>
            <a:endParaRPr lang="fr-FR"/>
          </a:p>
        </p:txBody>
      </p:sp>
      <p:pic>
        <p:nvPicPr>
          <p:cNvPr id="6" name="Picture 5"/>
          <p:cNvPicPr>
            <a:picLocks noChangeAspect="1"/>
          </p:cNvPicPr>
          <p:nvPr/>
        </p:nvPicPr>
        <p:blipFill>
          <a:blip r:embed="rId2"/>
          <a:stretch>
            <a:fillRect/>
          </a:stretch>
        </p:blipFill>
        <p:spPr>
          <a:xfrm>
            <a:off x="259080" y="1698149"/>
            <a:ext cx="8185785" cy="4840763"/>
          </a:xfrm>
          <a:prstGeom prst="rect">
            <a:avLst/>
          </a:prstGeom>
        </p:spPr>
      </p:pic>
      <p:sp>
        <p:nvSpPr>
          <p:cNvPr id="7" name="Rectangle 6"/>
          <p:cNvSpPr/>
          <p:nvPr/>
        </p:nvSpPr>
        <p:spPr>
          <a:xfrm>
            <a:off x="8610600" y="1631375"/>
            <a:ext cx="3398520" cy="4401205"/>
          </a:xfrm>
          <a:prstGeom prst="rect">
            <a:avLst/>
          </a:prstGeom>
        </p:spPr>
        <p:txBody>
          <a:bodyPr wrap="square">
            <a:spAutoFit/>
          </a:bodyPr>
          <a:lstStyle/>
          <a:p>
            <a:pPr algn="just"/>
            <a:r>
              <a:rPr lang="fr-FR" sz="2000" dirty="0">
                <a:solidFill>
                  <a:srgbClr val="333333"/>
                </a:solidFill>
                <a:latin typeface="CiscoSansTTLight"/>
              </a:rPr>
              <a:t>Les messages DHCPv4 sont encapsulés dans le protocole de transport UDP. </a:t>
            </a:r>
          </a:p>
          <a:p>
            <a:pPr algn="just"/>
            <a:endParaRPr lang="fr-FR" sz="2000" dirty="0">
              <a:solidFill>
                <a:srgbClr val="333333"/>
              </a:solidFill>
              <a:latin typeface="CiscoSansTTLight"/>
            </a:endParaRPr>
          </a:p>
          <a:p>
            <a:pPr marL="285750" indent="-285750" algn="just">
              <a:buFont typeface="Wingdings" panose="05000000000000000000" pitchFamily="2" charset="2"/>
              <a:buChar char="Ø"/>
            </a:pPr>
            <a:r>
              <a:rPr lang="fr-FR" sz="2000" dirty="0">
                <a:solidFill>
                  <a:srgbClr val="333333"/>
                </a:solidFill>
                <a:latin typeface="CiscoSansTTLight"/>
              </a:rPr>
              <a:t>Ceux envoyés </a:t>
            </a:r>
            <a:r>
              <a:rPr lang="fr-FR" sz="2000" b="1" dirty="0">
                <a:solidFill>
                  <a:srgbClr val="C00000"/>
                </a:solidFill>
                <a:latin typeface="CiscoSansTTLight"/>
              </a:rPr>
              <a:t>par le client</a:t>
            </a:r>
            <a:r>
              <a:rPr lang="fr-FR" sz="2000" dirty="0">
                <a:solidFill>
                  <a:srgbClr val="333333"/>
                </a:solidFill>
                <a:latin typeface="CiscoSansTTLight"/>
              </a:rPr>
              <a:t> utilisent le port source UDP 68 et le port de destination 67. </a:t>
            </a:r>
          </a:p>
          <a:p>
            <a:pPr algn="just"/>
            <a:endParaRPr lang="fr-FR" sz="2000" dirty="0">
              <a:solidFill>
                <a:srgbClr val="333333"/>
              </a:solidFill>
              <a:latin typeface="CiscoSansTTLight"/>
            </a:endParaRPr>
          </a:p>
          <a:p>
            <a:pPr marL="285750" indent="-285750" algn="just">
              <a:buFont typeface="Wingdings" panose="05000000000000000000" pitchFamily="2" charset="2"/>
              <a:buChar char="Ø"/>
            </a:pPr>
            <a:r>
              <a:rPr lang="fr-FR" sz="2000" dirty="0">
                <a:solidFill>
                  <a:srgbClr val="333333"/>
                </a:solidFill>
                <a:latin typeface="CiscoSansTTLight"/>
              </a:rPr>
              <a:t>Les messages DHCPv4 envoyés </a:t>
            </a:r>
            <a:r>
              <a:rPr lang="fr-FR" sz="2000" b="1" dirty="0">
                <a:solidFill>
                  <a:srgbClr val="C00000"/>
                </a:solidFill>
                <a:latin typeface="CiscoSansTTLight"/>
              </a:rPr>
              <a:t>par le serveur </a:t>
            </a:r>
            <a:r>
              <a:rPr lang="fr-FR" sz="2000" dirty="0">
                <a:solidFill>
                  <a:srgbClr val="333333"/>
                </a:solidFill>
                <a:latin typeface="CiscoSansTTLight"/>
              </a:rPr>
              <a:t>au client utilisent le port source UDP 67 et le port de destination 68.</a:t>
            </a:r>
            <a:endParaRPr lang="en-US" sz="2000" dirty="0"/>
          </a:p>
        </p:txBody>
      </p:sp>
      <p:sp>
        <p:nvSpPr>
          <p:cNvPr id="15" name="Rectangle 14"/>
          <p:cNvSpPr/>
          <p:nvPr/>
        </p:nvSpPr>
        <p:spPr>
          <a:xfrm>
            <a:off x="2340292" y="3805475"/>
            <a:ext cx="4319588" cy="372269"/>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340292" y="4502467"/>
            <a:ext cx="4319588" cy="242570"/>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340292" y="4792026"/>
            <a:ext cx="4319588" cy="313373"/>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340292" y="5127306"/>
            <a:ext cx="4319588" cy="313373"/>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itre 1">
            <a:extLst>
              <a:ext uri="{FF2B5EF4-FFF2-40B4-BE49-F238E27FC236}">
                <a16:creationId xmlns:a16="http://schemas.microsoft.com/office/drawing/2014/main" id="{DA0B3307-CB75-4B74-A0F1-DDB0743D85FB}"/>
              </a:ext>
            </a:extLst>
          </p:cNvPr>
          <p:cNvSpPr txBox="1">
            <a:spLocks/>
          </p:cNvSpPr>
          <p:nvPr/>
        </p:nvSpPr>
        <p:spPr>
          <a:xfrm>
            <a:off x="1287780" y="86515"/>
            <a:ext cx="10515600" cy="10064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fr-FR" b="1" i="1" dirty="0">
                <a:solidFill>
                  <a:schemeClr val="tx2">
                    <a:lumMod val="75000"/>
                  </a:schemeClr>
                </a:solidFill>
                <a:latin typeface="Calibri" panose="020F0502020204030204" pitchFamily="34" charset="0"/>
                <a:cs typeface="Calibri" panose="020F0502020204030204" pitchFamily="34" charset="0"/>
              </a:rPr>
            </a:br>
            <a:r>
              <a:rPr lang="fr-FR" b="1" i="1" dirty="0">
                <a:solidFill>
                  <a:schemeClr val="tx2">
                    <a:lumMod val="75000"/>
                  </a:schemeClr>
                </a:solidFill>
                <a:latin typeface="Calibri" panose="020F0502020204030204" pitchFamily="34" charset="0"/>
                <a:cs typeface="Calibri" panose="020F0502020204030204" pitchFamily="34" charset="0"/>
              </a:rPr>
              <a:t>Format du message DHCPv4</a:t>
            </a:r>
          </a:p>
        </p:txBody>
      </p:sp>
    </p:spTree>
    <p:extLst>
      <p:ext uri="{BB962C8B-B14F-4D97-AF65-F5344CB8AC3E}">
        <p14:creationId xmlns:p14="http://schemas.microsoft.com/office/powerpoint/2010/main" val="405644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150ECC-B12E-4628-B503-8CB76688B62D}"/>
              </a:ext>
            </a:extLst>
          </p:cNvPr>
          <p:cNvSpPr>
            <a:spLocks noGrp="1"/>
          </p:cNvSpPr>
          <p:nvPr>
            <p:ph type="sldNum" sz="quarter" idx="12"/>
          </p:nvPr>
        </p:nvSpPr>
        <p:spPr>
          <a:xfrm>
            <a:off x="0" y="6588900"/>
            <a:ext cx="264000" cy="269100"/>
          </a:xfrm>
        </p:spPr>
        <p:txBody>
          <a:bodyPr/>
          <a:lstStyle/>
          <a:p>
            <a:fld id="{194EA0E9-6AA5-4C72-ADD8-CBD3FCBC5038}" type="slidenum">
              <a:rPr lang="fr-FR" smtClean="0"/>
              <a:pPr/>
              <a:t>16</a:t>
            </a:fld>
            <a:endParaRPr lang="fr-FR" dirty="0"/>
          </a:p>
        </p:txBody>
      </p:sp>
      <p:sp>
        <p:nvSpPr>
          <p:cNvPr id="7" name="Titre 2">
            <a:extLst>
              <a:ext uri="{FF2B5EF4-FFF2-40B4-BE49-F238E27FC236}">
                <a16:creationId xmlns:a16="http://schemas.microsoft.com/office/drawing/2014/main" id="{40282B2D-F181-4EE7-868A-F821946A302B}"/>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Les messages DHCP</a:t>
            </a:r>
          </a:p>
          <a:p>
            <a:r>
              <a:rPr lang="fr-FR" sz="2800" b="1" i="1" dirty="0">
                <a:solidFill>
                  <a:schemeClr val="accent5">
                    <a:lumMod val="75000"/>
                  </a:schemeClr>
                </a:solidFill>
                <a:latin typeface="Calibri" panose="020F0502020204030204" pitchFamily="34" charset="0"/>
                <a:cs typeface="Calibri" panose="020F0502020204030204" pitchFamily="34" charset="0"/>
              </a:rPr>
              <a:t>Messages de détection (</a:t>
            </a:r>
            <a:r>
              <a:rPr lang="fr-FR" sz="2800" b="1" dirty="0">
                <a:solidFill>
                  <a:schemeClr val="accent5">
                    <a:lumMod val="75000"/>
                  </a:schemeClr>
                </a:solidFill>
                <a:latin typeface="Calibri" panose="020F0502020204030204" pitchFamily="34" charset="0"/>
                <a:cs typeface="Calibri" panose="020F0502020204030204" pitchFamily="34" charset="0"/>
              </a:rPr>
              <a:t>DHCPDISCOVER)</a:t>
            </a:r>
            <a:r>
              <a:rPr lang="fr-FR" sz="2800" b="1" i="1" dirty="0">
                <a:solidFill>
                  <a:schemeClr val="accent5">
                    <a:lumMod val="75000"/>
                  </a:schemeClr>
                </a:solidFill>
                <a:latin typeface="Calibri" panose="020F0502020204030204" pitchFamily="34" charset="0"/>
                <a:cs typeface="Calibri" panose="020F0502020204030204" pitchFamily="34" charset="0"/>
              </a:rPr>
              <a:t> </a:t>
            </a:r>
            <a:r>
              <a:rPr lang="fr-FR" sz="2800" b="1" i="1" dirty="0">
                <a:solidFill>
                  <a:schemeClr val="tx2">
                    <a:lumMod val="75000"/>
                  </a:schemeClr>
                </a:solidFill>
                <a:latin typeface="Calibri" panose="020F0502020204030204" pitchFamily="34" charset="0"/>
                <a:cs typeface="Calibri" panose="020F0502020204030204" pitchFamily="34" charset="0"/>
              </a:rPr>
              <a:t> </a:t>
            </a:r>
            <a:endParaRPr lang="fr-FR" sz="2800" b="1" i="1" dirty="0">
              <a:solidFill>
                <a:srgbClr val="C00000"/>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FAD44511-72FF-4D35-8E9F-F8DE2A1E9A8D}"/>
              </a:ext>
            </a:extLst>
          </p:cNvPr>
          <p:cNvSpPr txBox="1"/>
          <p:nvPr/>
        </p:nvSpPr>
        <p:spPr>
          <a:xfrm>
            <a:off x="806825" y="5544854"/>
            <a:ext cx="10320846" cy="769441"/>
          </a:xfrm>
          <a:prstGeom prst="rect">
            <a:avLst/>
          </a:prstGeom>
          <a:noFill/>
        </p:spPr>
        <p:txBody>
          <a:bodyPr wrap="square">
            <a:spAutoFit/>
          </a:bodyPr>
          <a:lstStyle/>
          <a:p>
            <a:pPr algn="just"/>
            <a:r>
              <a:rPr lang="fr-FR" sz="2200" b="0" i="0" dirty="0">
                <a:solidFill>
                  <a:srgbClr val="212529"/>
                </a:solidFill>
                <a:effectLst/>
                <a:latin typeface="Calibri" panose="020F0502020204030204" pitchFamily="34" charset="0"/>
                <a:cs typeface="Calibri" panose="020F0502020204030204" pitchFamily="34" charset="0"/>
              </a:rPr>
              <a:t>Le client DHCP envoie une diffusion </a:t>
            </a:r>
            <a:r>
              <a:rPr lang="fr-FR" sz="2200" b="1" i="0" dirty="0" err="1">
                <a:solidFill>
                  <a:srgbClr val="212529"/>
                </a:solidFill>
                <a:effectLst/>
                <a:latin typeface="Calibri" panose="020F0502020204030204" pitchFamily="34" charset="0"/>
                <a:cs typeface="Calibri" panose="020F0502020204030204" pitchFamily="34" charset="0"/>
              </a:rPr>
              <a:t>DHCPDiscover</a:t>
            </a:r>
            <a:r>
              <a:rPr lang="fr-FR" sz="2200" b="0" i="0" dirty="0">
                <a:solidFill>
                  <a:srgbClr val="212529"/>
                </a:solidFill>
                <a:effectLst/>
                <a:latin typeface="Calibri" panose="020F0502020204030204" pitchFamily="34" charset="0"/>
                <a:cs typeface="Calibri" panose="020F0502020204030204" pitchFamily="34" charset="0"/>
              </a:rPr>
              <a:t> sur le réseau pour trouver un serveur DHCP.</a:t>
            </a:r>
            <a:endParaRPr lang="fr-TN" sz="22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A38405B0-24E4-4A34-B3DD-E204E87C578D}"/>
              </a:ext>
            </a:extLst>
          </p:cNvPr>
          <p:cNvPicPr>
            <a:picLocks noChangeAspect="1"/>
          </p:cNvPicPr>
          <p:nvPr/>
        </p:nvPicPr>
        <p:blipFill>
          <a:blip r:embed="rId3"/>
          <a:stretch>
            <a:fillRect/>
          </a:stretch>
        </p:blipFill>
        <p:spPr>
          <a:xfrm>
            <a:off x="1323212" y="1870481"/>
            <a:ext cx="9051242" cy="3674373"/>
          </a:xfrm>
          <a:prstGeom prst="rect">
            <a:avLst/>
          </a:prstGeom>
        </p:spPr>
      </p:pic>
      <p:sp>
        <p:nvSpPr>
          <p:cNvPr id="12" name="Rectangle 11">
            <a:extLst>
              <a:ext uri="{FF2B5EF4-FFF2-40B4-BE49-F238E27FC236}">
                <a16:creationId xmlns:a16="http://schemas.microsoft.com/office/drawing/2014/main" id="{CADC6D16-824E-4DB9-91BC-EB4262315F5D}"/>
              </a:ext>
            </a:extLst>
          </p:cNvPr>
          <p:cNvSpPr/>
          <p:nvPr/>
        </p:nvSpPr>
        <p:spPr>
          <a:xfrm>
            <a:off x="1424819" y="3731076"/>
            <a:ext cx="2600756" cy="242047"/>
          </a:xfrm>
          <a:prstGeom prst="rect">
            <a:avLst/>
          </a:prstGeom>
          <a:solidFill>
            <a:srgbClr val="C00000">
              <a:alpha val="2000"/>
            </a:srgbClr>
          </a:solidFill>
          <a:ln w="38100">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3" name="Rectangle 12">
            <a:extLst>
              <a:ext uri="{FF2B5EF4-FFF2-40B4-BE49-F238E27FC236}">
                <a16:creationId xmlns:a16="http://schemas.microsoft.com/office/drawing/2014/main" id="{F844D990-307C-47D5-B9BE-0FF2CF273403}"/>
              </a:ext>
            </a:extLst>
          </p:cNvPr>
          <p:cNvSpPr/>
          <p:nvPr/>
        </p:nvSpPr>
        <p:spPr>
          <a:xfrm>
            <a:off x="6836569" y="3797346"/>
            <a:ext cx="747572" cy="247493"/>
          </a:xfrm>
          <a:prstGeom prst="rect">
            <a:avLst/>
          </a:prstGeom>
          <a:solidFill>
            <a:srgbClr val="C00000">
              <a:alpha val="2000"/>
            </a:srgbClr>
          </a:solidFill>
          <a:ln w="38100">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4" name="Rectangle 13">
            <a:extLst>
              <a:ext uri="{FF2B5EF4-FFF2-40B4-BE49-F238E27FC236}">
                <a16:creationId xmlns:a16="http://schemas.microsoft.com/office/drawing/2014/main" id="{FC34A445-32AB-403A-876F-EBBD29D74F31}"/>
              </a:ext>
            </a:extLst>
          </p:cNvPr>
          <p:cNvSpPr/>
          <p:nvPr/>
        </p:nvSpPr>
        <p:spPr>
          <a:xfrm>
            <a:off x="4037837" y="3902115"/>
            <a:ext cx="2437537" cy="242047"/>
          </a:xfrm>
          <a:prstGeom prst="rect">
            <a:avLst/>
          </a:prstGeom>
          <a:solidFill>
            <a:srgbClr val="C00000">
              <a:alpha val="2000"/>
            </a:srgbClr>
          </a:solidFill>
          <a:ln w="38100">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5" name="Rectangle 14">
            <a:extLst>
              <a:ext uri="{FF2B5EF4-FFF2-40B4-BE49-F238E27FC236}">
                <a16:creationId xmlns:a16="http://schemas.microsoft.com/office/drawing/2014/main" id="{D6252CB7-C035-43AB-954D-F20829EE33E6}"/>
              </a:ext>
            </a:extLst>
          </p:cNvPr>
          <p:cNvSpPr/>
          <p:nvPr/>
        </p:nvSpPr>
        <p:spPr>
          <a:xfrm>
            <a:off x="8100529" y="3573228"/>
            <a:ext cx="1617212" cy="769441"/>
          </a:xfrm>
          <a:prstGeom prst="rect">
            <a:avLst/>
          </a:prstGeom>
          <a:solidFill>
            <a:srgbClr val="C00000">
              <a:alpha val="2000"/>
            </a:srgbClr>
          </a:solidFill>
          <a:ln w="38100">
            <a:solidFill>
              <a:srgbClr val="CA18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209986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arn(inVertical)">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DC63AA-6514-4481-9B95-4F1FD4B3783A}"/>
              </a:ext>
            </a:extLst>
          </p:cNvPr>
          <p:cNvSpPr>
            <a:spLocks noGrp="1"/>
          </p:cNvSpPr>
          <p:nvPr>
            <p:ph type="sldNum" sz="quarter" idx="12"/>
          </p:nvPr>
        </p:nvSpPr>
        <p:spPr>
          <a:xfrm>
            <a:off x="134966" y="6404293"/>
            <a:ext cx="264000" cy="269100"/>
          </a:xfrm>
        </p:spPr>
        <p:txBody>
          <a:bodyPr/>
          <a:lstStyle/>
          <a:p>
            <a:fld id="{194EA0E9-6AA5-4C72-ADD8-CBD3FCBC5038}" type="slidenum">
              <a:rPr lang="fr-FR" smtClean="0"/>
              <a:pPr/>
              <a:t>17</a:t>
            </a:fld>
            <a:endParaRPr lang="fr-FR" dirty="0"/>
          </a:p>
        </p:txBody>
      </p:sp>
      <p:sp>
        <p:nvSpPr>
          <p:cNvPr id="3" name="Titre 2">
            <a:extLst>
              <a:ext uri="{FF2B5EF4-FFF2-40B4-BE49-F238E27FC236}">
                <a16:creationId xmlns:a16="http://schemas.microsoft.com/office/drawing/2014/main" id="{3AD3C57D-0F6B-4712-83B0-5C7D616E6712}"/>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Les messages DHCP</a:t>
            </a:r>
          </a:p>
          <a:p>
            <a:r>
              <a:rPr lang="fr-FR" sz="2800" b="1" i="1" dirty="0">
                <a:solidFill>
                  <a:schemeClr val="accent5">
                    <a:lumMod val="75000"/>
                  </a:schemeClr>
                </a:solidFill>
                <a:latin typeface="Calibri" panose="020F0502020204030204" pitchFamily="34" charset="0"/>
                <a:cs typeface="Calibri" panose="020F0502020204030204" pitchFamily="34" charset="0"/>
              </a:rPr>
              <a:t>Messages d’offrir </a:t>
            </a:r>
            <a:r>
              <a:rPr lang="fr-FR" sz="2800" b="1" dirty="0">
                <a:solidFill>
                  <a:schemeClr val="accent5">
                    <a:lumMod val="75000"/>
                  </a:schemeClr>
                </a:solidFill>
                <a:latin typeface="Calibri" panose="020F0502020204030204" pitchFamily="34" charset="0"/>
                <a:cs typeface="Calibri" panose="020F0502020204030204" pitchFamily="34" charset="0"/>
              </a:rPr>
              <a:t>(DHCPOFFER)</a:t>
            </a:r>
            <a:r>
              <a:rPr lang="fr-FR" sz="2800" dirty="0">
                <a:solidFill>
                  <a:srgbClr val="333333"/>
                </a:solidFill>
                <a:latin typeface="Calibri" panose="020F0502020204030204" pitchFamily="34" charset="0"/>
                <a:cs typeface="Calibri" panose="020F0502020204030204" pitchFamily="34" charset="0"/>
              </a:rPr>
              <a:t>.</a:t>
            </a:r>
            <a:endParaRPr lang="fr-FR" sz="2800" b="1" i="1" dirty="0">
              <a:solidFill>
                <a:srgbClr val="C00000"/>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FD1E8C28-86DB-456F-AE56-79FDCACA6E82}"/>
              </a:ext>
            </a:extLst>
          </p:cNvPr>
          <p:cNvPicPr>
            <a:picLocks noChangeAspect="1"/>
          </p:cNvPicPr>
          <p:nvPr/>
        </p:nvPicPr>
        <p:blipFill>
          <a:blip r:embed="rId3"/>
          <a:stretch>
            <a:fillRect/>
          </a:stretch>
        </p:blipFill>
        <p:spPr>
          <a:xfrm>
            <a:off x="1936376" y="1842583"/>
            <a:ext cx="8749553" cy="3392004"/>
          </a:xfrm>
          <a:prstGeom prst="rect">
            <a:avLst/>
          </a:prstGeom>
        </p:spPr>
      </p:pic>
      <p:sp>
        <p:nvSpPr>
          <p:cNvPr id="9" name="TextBox 8">
            <a:extLst>
              <a:ext uri="{FF2B5EF4-FFF2-40B4-BE49-F238E27FC236}">
                <a16:creationId xmlns:a16="http://schemas.microsoft.com/office/drawing/2014/main" id="{4D7BDD9C-10BB-47EE-88D2-22C57941A1F5}"/>
              </a:ext>
            </a:extLst>
          </p:cNvPr>
          <p:cNvSpPr txBox="1"/>
          <p:nvPr/>
        </p:nvSpPr>
        <p:spPr>
          <a:xfrm>
            <a:off x="1021976" y="5544854"/>
            <a:ext cx="10183905" cy="769441"/>
          </a:xfrm>
          <a:prstGeom prst="rect">
            <a:avLst/>
          </a:prstGeom>
          <a:noFill/>
        </p:spPr>
        <p:txBody>
          <a:bodyPr wrap="square">
            <a:spAutoFit/>
          </a:bodyPr>
          <a:lstStyle/>
          <a:p>
            <a:r>
              <a:rPr lang="fr-TN" sz="2200" dirty="0">
                <a:latin typeface="Calibri" panose="020F0502020204030204" pitchFamily="34" charset="0"/>
                <a:cs typeface="Calibri" panose="020F0502020204030204" pitchFamily="34" charset="0"/>
              </a:rPr>
              <a:t>Les serveurs DHCP sur un réseau qui reçoivent un message </a:t>
            </a:r>
            <a:r>
              <a:rPr lang="fr-TN" sz="2200" dirty="0" err="1">
                <a:latin typeface="Calibri" panose="020F0502020204030204" pitchFamily="34" charset="0"/>
                <a:cs typeface="Calibri" panose="020F0502020204030204" pitchFamily="34" charset="0"/>
              </a:rPr>
              <a:t>DHCPDiscover</a:t>
            </a:r>
            <a:r>
              <a:rPr lang="fr-TN" sz="2200" dirty="0">
                <a:latin typeface="Calibri" panose="020F0502020204030204" pitchFamily="34" charset="0"/>
                <a:cs typeface="Calibri" panose="020F0502020204030204" pitchFamily="34" charset="0"/>
              </a:rPr>
              <a:t> répondent avec un message </a:t>
            </a:r>
            <a:r>
              <a:rPr lang="fr-TN" sz="2200" b="1" dirty="0" err="1">
                <a:latin typeface="Calibri" panose="020F0502020204030204" pitchFamily="34" charset="0"/>
                <a:cs typeface="Calibri" panose="020F0502020204030204" pitchFamily="34" charset="0"/>
              </a:rPr>
              <a:t>DHCPOffer</a:t>
            </a:r>
            <a:r>
              <a:rPr lang="fr-TN" sz="2200" dirty="0">
                <a:latin typeface="Calibri" panose="020F0502020204030204" pitchFamily="34" charset="0"/>
                <a:cs typeface="Calibri" panose="020F0502020204030204" pitchFamily="34" charset="0"/>
              </a:rPr>
              <a:t>, qui offre au client un bail d'adresse IPv4.</a:t>
            </a:r>
          </a:p>
        </p:txBody>
      </p:sp>
      <p:sp>
        <p:nvSpPr>
          <p:cNvPr id="10" name="Rectangle 9">
            <a:extLst>
              <a:ext uri="{FF2B5EF4-FFF2-40B4-BE49-F238E27FC236}">
                <a16:creationId xmlns:a16="http://schemas.microsoft.com/office/drawing/2014/main" id="{9E9295C3-756C-42BC-AA35-CAA16F681650}"/>
              </a:ext>
            </a:extLst>
          </p:cNvPr>
          <p:cNvSpPr/>
          <p:nvPr/>
        </p:nvSpPr>
        <p:spPr>
          <a:xfrm>
            <a:off x="2002743" y="3754429"/>
            <a:ext cx="1985336" cy="304847"/>
          </a:xfrm>
          <a:prstGeom prst="rect">
            <a:avLst/>
          </a:prstGeom>
          <a:solidFill>
            <a:srgbClr val="C00000">
              <a:alpha val="2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1" name="Rectangle 10">
            <a:extLst>
              <a:ext uri="{FF2B5EF4-FFF2-40B4-BE49-F238E27FC236}">
                <a16:creationId xmlns:a16="http://schemas.microsoft.com/office/drawing/2014/main" id="{4BFAC7E0-64E1-478F-AFAC-50911B1AE08B}"/>
              </a:ext>
            </a:extLst>
          </p:cNvPr>
          <p:cNvSpPr/>
          <p:nvPr/>
        </p:nvSpPr>
        <p:spPr>
          <a:xfrm>
            <a:off x="7240484" y="3588427"/>
            <a:ext cx="747572" cy="304847"/>
          </a:xfrm>
          <a:prstGeom prst="rect">
            <a:avLst/>
          </a:prstGeom>
          <a:solidFill>
            <a:srgbClr val="C00000">
              <a:alpha val="2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2" name="Rectangle 11">
            <a:extLst>
              <a:ext uri="{FF2B5EF4-FFF2-40B4-BE49-F238E27FC236}">
                <a16:creationId xmlns:a16="http://schemas.microsoft.com/office/drawing/2014/main" id="{EA42BA4B-15CE-462A-BBBB-A3A7529CBB9B}"/>
              </a:ext>
            </a:extLst>
          </p:cNvPr>
          <p:cNvSpPr/>
          <p:nvPr/>
        </p:nvSpPr>
        <p:spPr>
          <a:xfrm>
            <a:off x="4643496" y="3734453"/>
            <a:ext cx="1985336" cy="242047"/>
          </a:xfrm>
          <a:prstGeom prst="rect">
            <a:avLst/>
          </a:prstGeom>
          <a:solidFill>
            <a:srgbClr val="C00000">
              <a:alpha val="2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3" name="Rectangle 12">
            <a:extLst>
              <a:ext uri="{FF2B5EF4-FFF2-40B4-BE49-F238E27FC236}">
                <a16:creationId xmlns:a16="http://schemas.microsoft.com/office/drawing/2014/main" id="{BA4FC011-77E7-437D-B517-CC63FF0CC337}"/>
              </a:ext>
            </a:extLst>
          </p:cNvPr>
          <p:cNvSpPr/>
          <p:nvPr/>
        </p:nvSpPr>
        <p:spPr>
          <a:xfrm>
            <a:off x="8441187" y="3322340"/>
            <a:ext cx="2244742" cy="891072"/>
          </a:xfrm>
          <a:prstGeom prst="rect">
            <a:avLst/>
          </a:prstGeom>
          <a:solidFill>
            <a:srgbClr val="C00000">
              <a:alpha val="2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extLst>
      <p:ext uri="{BB962C8B-B14F-4D97-AF65-F5344CB8AC3E}">
        <p14:creationId xmlns:p14="http://schemas.microsoft.com/office/powerpoint/2010/main" val="221457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arn(inVertical)">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1B147C-9B21-41BD-9AB4-2AFFE18FDC9D}"/>
              </a:ext>
            </a:extLst>
          </p:cNvPr>
          <p:cNvSpPr>
            <a:spLocks noGrp="1"/>
          </p:cNvSpPr>
          <p:nvPr>
            <p:ph type="sldNum" sz="quarter" idx="12"/>
          </p:nvPr>
        </p:nvSpPr>
        <p:spPr/>
        <p:txBody>
          <a:bodyPr/>
          <a:lstStyle/>
          <a:p>
            <a:fld id="{194EA0E9-6AA5-4C72-ADD8-CBD3FCBC5038}" type="slidenum">
              <a:rPr lang="fr-FR" smtClean="0"/>
              <a:pPr/>
              <a:t>18</a:t>
            </a:fld>
            <a:endParaRPr lang="fr-FR"/>
          </a:p>
        </p:txBody>
      </p:sp>
      <p:sp>
        <p:nvSpPr>
          <p:cNvPr id="4" name="TextBox 3">
            <a:extLst>
              <a:ext uri="{FF2B5EF4-FFF2-40B4-BE49-F238E27FC236}">
                <a16:creationId xmlns:a16="http://schemas.microsoft.com/office/drawing/2014/main" id="{6FC43785-0BEA-4096-8B29-F081EA0E1BBE}"/>
              </a:ext>
            </a:extLst>
          </p:cNvPr>
          <p:cNvSpPr txBox="1"/>
          <p:nvPr/>
        </p:nvSpPr>
        <p:spPr>
          <a:xfrm>
            <a:off x="706221" y="1692217"/>
            <a:ext cx="10515600" cy="769441"/>
          </a:xfrm>
          <a:prstGeom prst="rect">
            <a:avLst/>
          </a:prstGeom>
          <a:noFill/>
        </p:spPr>
        <p:txBody>
          <a:bodyPr wrap="square">
            <a:spAutoFit/>
          </a:bodyPr>
          <a:lstStyle/>
          <a:p>
            <a:pPr algn="just" fontAlgn="base"/>
            <a:r>
              <a:rPr lang="fr-FR" sz="2200" b="0" i="0" dirty="0">
                <a:solidFill>
                  <a:srgbClr val="333333"/>
                </a:solidFill>
                <a:effectLst/>
                <a:latin typeface="Calibri" panose="020F0502020204030204" pitchFamily="34" charset="0"/>
                <a:cs typeface="Calibri" panose="020F0502020204030204" pitchFamily="34" charset="0"/>
              </a:rPr>
              <a:t>Plusieurs autres types de paquets peuvent être envoyés pour communiquer d’autres demandes ou signaler des états particuliers. L’on peut citer:</a:t>
            </a:r>
          </a:p>
        </p:txBody>
      </p:sp>
      <p:sp>
        <p:nvSpPr>
          <p:cNvPr id="5" name="Titre 2">
            <a:extLst>
              <a:ext uri="{FF2B5EF4-FFF2-40B4-BE49-F238E27FC236}">
                <a16:creationId xmlns:a16="http://schemas.microsoft.com/office/drawing/2014/main" id="{66C7114D-441E-4B7A-B6C8-51A94D88F7AC}"/>
              </a:ext>
            </a:extLst>
          </p:cNvPr>
          <p:cNvSpPr txBox="1">
            <a:spLocks/>
          </p:cNvSpPr>
          <p:nvPr/>
        </p:nvSpPr>
        <p:spPr>
          <a:xfrm>
            <a:off x="1371032" y="54370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2">
                    <a:lumMod val="75000"/>
                  </a:schemeClr>
                </a:solidFill>
                <a:latin typeface="Calibri" panose="020F0502020204030204" pitchFamily="34" charset="0"/>
                <a:cs typeface="Calibri" panose="020F0502020204030204" pitchFamily="34" charset="0"/>
              </a:rPr>
              <a:t>Les messages DHCP </a:t>
            </a:r>
            <a:endParaRPr lang="fr-FR" sz="4400" b="1" i="1" dirty="0">
              <a:solidFill>
                <a:srgbClr val="C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0A813BE-0E21-451B-B6CD-65E124B0E4B1}"/>
              </a:ext>
            </a:extLst>
          </p:cNvPr>
          <p:cNvSpPr txBox="1"/>
          <p:nvPr/>
        </p:nvSpPr>
        <p:spPr>
          <a:xfrm>
            <a:off x="1106333" y="3429000"/>
            <a:ext cx="9983488" cy="1015663"/>
          </a:xfrm>
          <a:prstGeom prst="rect">
            <a:avLst/>
          </a:prstGeom>
          <a:noFill/>
        </p:spPr>
        <p:txBody>
          <a:bodyPr wrap="square">
            <a:spAutoFit/>
          </a:bodyPr>
          <a:lstStyle/>
          <a:p>
            <a:pPr algn="just"/>
            <a:r>
              <a:rPr lang="fr-FR" sz="2000" b="1" i="0" dirty="0">
                <a:solidFill>
                  <a:schemeClr val="accent5">
                    <a:lumMod val="75000"/>
                  </a:schemeClr>
                </a:solidFill>
                <a:effectLst/>
                <a:latin typeface="Calibri" panose="020F0502020204030204" pitchFamily="34" charset="0"/>
                <a:cs typeface="Calibri" panose="020F0502020204030204" pitchFamily="34" charset="0"/>
              </a:rPr>
              <a:t>DHCPDECLINE: </a:t>
            </a:r>
            <a:r>
              <a:rPr lang="fr-TN" sz="2000" dirty="0">
                <a:latin typeface="Calibri" panose="020F0502020204030204" pitchFamily="34" charset="0"/>
                <a:cs typeface="Calibri" panose="020F0502020204030204" pitchFamily="34" charset="0"/>
              </a:rPr>
              <a:t>Si le client DHCP détermine que les paramètres de configuration TCP/IP proposés ne sont pas valides, il envoie un paquet </a:t>
            </a:r>
            <a:r>
              <a:rPr lang="fr-TN" sz="2000" b="1" dirty="0" err="1">
                <a:solidFill>
                  <a:schemeClr val="accent5">
                    <a:lumMod val="75000"/>
                  </a:schemeClr>
                </a:solidFill>
                <a:latin typeface="Calibri" panose="020F0502020204030204" pitchFamily="34" charset="0"/>
                <a:cs typeface="Calibri" panose="020F0502020204030204" pitchFamily="34" charset="0"/>
              </a:rPr>
              <a:t>DHCPDecline</a:t>
            </a:r>
            <a:r>
              <a:rPr lang="fr-TN" sz="2000" dirty="0">
                <a:latin typeface="Calibri" panose="020F0502020204030204" pitchFamily="34" charset="0"/>
                <a:cs typeface="Calibri" panose="020F0502020204030204" pitchFamily="34" charset="0"/>
              </a:rPr>
              <a:t> au serveur. Après cela, le client doit recommencer le processus de bail DHCP.</a:t>
            </a:r>
          </a:p>
        </p:txBody>
      </p:sp>
      <p:sp>
        <p:nvSpPr>
          <p:cNvPr id="9" name="TextBox 8">
            <a:extLst>
              <a:ext uri="{FF2B5EF4-FFF2-40B4-BE49-F238E27FC236}">
                <a16:creationId xmlns:a16="http://schemas.microsoft.com/office/drawing/2014/main" id="{46DC5035-A8F9-4252-8018-4B3E803930A1}"/>
              </a:ext>
            </a:extLst>
          </p:cNvPr>
          <p:cNvSpPr txBox="1"/>
          <p:nvPr/>
        </p:nvSpPr>
        <p:spPr>
          <a:xfrm>
            <a:off x="1106333" y="2627323"/>
            <a:ext cx="9983488" cy="707886"/>
          </a:xfrm>
          <a:prstGeom prst="rect">
            <a:avLst/>
          </a:prstGeom>
          <a:noFill/>
        </p:spPr>
        <p:txBody>
          <a:bodyPr wrap="square">
            <a:spAutoFit/>
          </a:bodyPr>
          <a:lstStyle/>
          <a:p>
            <a:pPr algn="just"/>
            <a:r>
              <a:rPr lang="fr-FR" sz="2000" b="1" i="0" dirty="0">
                <a:solidFill>
                  <a:schemeClr val="accent5">
                    <a:lumMod val="75000"/>
                  </a:schemeClr>
                </a:solidFill>
                <a:effectLst/>
                <a:latin typeface="Calibri" panose="020F0502020204030204" pitchFamily="34" charset="0"/>
                <a:cs typeface="Calibri" panose="020F0502020204030204" pitchFamily="34" charset="0"/>
              </a:rPr>
              <a:t>DHCPINFORM</a:t>
            </a:r>
            <a:r>
              <a:rPr lang="fr-FR" sz="2000" b="0" i="0" dirty="0">
                <a:solidFill>
                  <a:srgbClr val="333333"/>
                </a:solidFill>
                <a:effectLst/>
                <a:latin typeface="Calibri" panose="020F0502020204030204" pitchFamily="34" charset="0"/>
                <a:cs typeface="Calibri" panose="020F0502020204030204" pitchFamily="34" charset="0"/>
              </a:rPr>
              <a:t> </a:t>
            </a:r>
            <a:r>
              <a:rPr lang="fr-TN" sz="2000" dirty="0">
                <a:latin typeface="Calibri" panose="020F0502020204030204" pitchFamily="34" charset="0"/>
                <a:cs typeface="Calibri" panose="020F0502020204030204" pitchFamily="34" charset="0"/>
              </a:rPr>
              <a:t> est un nouveau type de message DHCP, défini dans la RFC 2131. </a:t>
            </a:r>
            <a:r>
              <a:rPr lang="fr-TN" sz="2000" b="1" dirty="0" err="1">
                <a:solidFill>
                  <a:schemeClr val="accent5">
                    <a:lumMod val="75000"/>
                  </a:schemeClr>
                </a:solidFill>
                <a:latin typeface="Calibri" panose="020F0502020204030204" pitchFamily="34" charset="0"/>
                <a:cs typeface="Calibri" panose="020F0502020204030204" pitchFamily="34" charset="0"/>
              </a:rPr>
              <a:t>DHCPInform</a:t>
            </a:r>
            <a:r>
              <a:rPr lang="fr-TN" sz="2000" dirty="0">
                <a:latin typeface="Calibri" panose="020F0502020204030204" pitchFamily="34" charset="0"/>
                <a:cs typeface="Calibri" panose="020F0502020204030204" pitchFamily="34" charset="0"/>
              </a:rPr>
              <a:t> est utilisé par les clients DHCP pour obtenir des options DHCP.</a:t>
            </a:r>
          </a:p>
        </p:txBody>
      </p:sp>
      <p:sp>
        <p:nvSpPr>
          <p:cNvPr id="11" name="TextBox 10">
            <a:extLst>
              <a:ext uri="{FF2B5EF4-FFF2-40B4-BE49-F238E27FC236}">
                <a16:creationId xmlns:a16="http://schemas.microsoft.com/office/drawing/2014/main" id="{B018A661-E694-4165-A15A-70396F3574A6}"/>
              </a:ext>
            </a:extLst>
          </p:cNvPr>
          <p:cNvSpPr txBox="1"/>
          <p:nvPr/>
        </p:nvSpPr>
        <p:spPr>
          <a:xfrm>
            <a:off x="1104256" y="4613219"/>
            <a:ext cx="9983488" cy="707886"/>
          </a:xfrm>
          <a:prstGeom prst="rect">
            <a:avLst/>
          </a:prstGeom>
          <a:noFill/>
        </p:spPr>
        <p:txBody>
          <a:bodyPr wrap="square">
            <a:spAutoFit/>
          </a:bodyPr>
          <a:lstStyle/>
          <a:p>
            <a:pPr algn="just"/>
            <a:r>
              <a:rPr lang="fr-FR" sz="2000" b="1" i="0" dirty="0">
                <a:solidFill>
                  <a:schemeClr val="accent5">
                    <a:lumMod val="75000"/>
                  </a:schemeClr>
                </a:solidFill>
                <a:effectLst/>
                <a:latin typeface="Calibri" panose="020F0502020204030204" pitchFamily="34" charset="0"/>
                <a:cs typeface="Calibri" panose="020F0502020204030204" pitchFamily="34" charset="0"/>
              </a:rPr>
              <a:t>DHCPRELEASE: </a:t>
            </a:r>
            <a:r>
              <a:rPr lang="fr-FR" sz="2000" i="0" dirty="0">
                <a:effectLst/>
                <a:latin typeface="Calibri" panose="020F0502020204030204" pitchFamily="34" charset="0"/>
                <a:cs typeface="Calibri" panose="020F0502020204030204" pitchFamily="34" charset="0"/>
              </a:rPr>
              <a:t>Un client DHCP envoie un paquet </a:t>
            </a:r>
            <a:r>
              <a:rPr lang="fr-FR" sz="2000" b="1" i="0" dirty="0" err="1">
                <a:solidFill>
                  <a:schemeClr val="accent5">
                    <a:lumMod val="75000"/>
                  </a:schemeClr>
                </a:solidFill>
                <a:effectLst/>
                <a:latin typeface="Calibri" panose="020F0502020204030204" pitchFamily="34" charset="0"/>
                <a:cs typeface="Calibri" panose="020F0502020204030204" pitchFamily="34" charset="0"/>
              </a:rPr>
              <a:t>DHCPRelease</a:t>
            </a:r>
            <a:r>
              <a:rPr lang="fr-FR" sz="2000" i="0" dirty="0">
                <a:effectLst/>
                <a:latin typeface="Calibri" panose="020F0502020204030204" pitchFamily="34" charset="0"/>
                <a:cs typeface="Calibri" panose="020F0502020204030204" pitchFamily="34" charset="0"/>
              </a:rPr>
              <a:t> au serveur pour libérer l'adresse IPv4 et annuler tout bail restant.</a:t>
            </a:r>
            <a:endParaRPr lang="fr-TN" sz="2000" dirty="0"/>
          </a:p>
        </p:txBody>
      </p:sp>
      <p:sp>
        <p:nvSpPr>
          <p:cNvPr id="13" name="TextBox 12">
            <a:extLst>
              <a:ext uri="{FF2B5EF4-FFF2-40B4-BE49-F238E27FC236}">
                <a16:creationId xmlns:a16="http://schemas.microsoft.com/office/drawing/2014/main" id="{ADA0F907-E554-4809-958F-3228CD44E094}"/>
              </a:ext>
            </a:extLst>
          </p:cNvPr>
          <p:cNvSpPr txBox="1"/>
          <p:nvPr/>
        </p:nvSpPr>
        <p:spPr>
          <a:xfrm>
            <a:off x="1104256" y="5486770"/>
            <a:ext cx="9983488" cy="1323439"/>
          </a:xfrm>
          <a:prstGeom prst="rect">
            <a:avLst/>
          </a:prstGeom>
          <a:noFill/>
        </p:spPr>
        <p:txBody>
          <a:bodyPr wrap="square">
            <a:spAutoFit/>
          </a:bodyPr>
          <a:lstStyle/>
          <a:p>
            <a:pPr algn="just"/>
            <a:r>
              <a:rPr lang="fr-FR" sz="2000" b="1" i="0" dirty="0">
                <a:solidFill>
                  <a:schemeClr val="accent5">
                    <a:lumMod val="75000"/>
                  </a:schemeClr>
                </a:solidFill>
                <a:effectLst/>
                <a:latin typeface="Calibri" panose="020F0502020204030204" pitchFamily="34" charset="0"/>
                <a:cs typeface="Calibri" panose="020F0502020204030204" pitchFamily="34" charset="0"/>
              </a:rPr>
              <a:t>DHCPNAK: </a:t>
            </a:r>
            <a:r>
              <a:rPr lang="fr-FR" sz="2000" i="0" dirty="0">
                <a:effectLst/>
                <a:latin typeface="Calibri" panose="020F0502020204030204" pitchFamily="34" charset="0"/>
                <a:cs typeface="Calibri" panose="020F0502020204030204" pitchFamily="34" charset="0"/>
              </a:rPr>
              <a:t>Si l'adresse IPv4 demandée par le client DHCP ne peut pas être utilisée (un autre appareil utilise peut-être cette adresse IPv4), le serveur DHCP répond avec un paquet </a:t>
            </a:r>
            <a:r>
              <a:rPr lang="fr-FR" sz="2000" i="0" dirty="0" err="1">
                <a:effectLst/>
                <a:latin typeface="Calibri" panose="020F0502020204030204" pitchFamily="34" charset="0"/>
                <a:cs typeface="Calibri" panose="020F0502020204030204" pitchFamily="34" charset="0"/>
              </a:rPr>
              <a:t>DHCPNak</a:t>
            </a:r>
            <a:r>
              <a:rPr lang="fr-FR" sz="2000" i="0" dirty="0">
                <a:effectLst/>
                <a:latin typeface="Calibri" panose="020F0502020204030204" pitchFamily="34" charset="0"/>
                <a:cs typeface="Calibri" panose="020F0502020204030204" pitchFamily="34" charset="0"/>
              </a:rPr>
              <a:t> (</a:t>
            </a:r>
            <a:r>
              <a:rPr lang="fr-FR" sz="2000" i="0" dirty="0" err="1">
                <a:effectLst/>
                <a:latin typeface="Calibri" panose="020F0502020204030204" pitchFamily="34" charset="0"/>
                <a:cs typeface="Calibri" panose="020F0502020204030204" pitchFamily="34" charset="0"/>
              </a:rPr>
              <a:t>Negative</a:t>
            </a:r>
            <a:r>
              <a:rPr lang="fr-FR" sz="2000" i="0" dirty="0">
                <a:effectLst/>
                <a:latin typeface="Calibri" panose="020F0502020204030204" pitchFamily="34" charset="0"/>
                <a:cs typeface="Calibri" panose="020F0502020204030204" pitchFamily="34" charset="0"/>
              </a:rPr>
              <a:t> </a:t>
            </a:r>
            <a:r>
              <a:rPr lang="fr-FR" sz="2000" i="0" dirty="0" err="1">
                <a:effectLst/>
                <a:latin typeface="Calibri" panose="020F0502020204030204" pitchFamily="34" charset="0"/>
                <a:cs typeface="Calibri" panose="020F0502020204030204" pitchFamily="34" charset="0"/>
              </a:rPr>
              <a:t>Acknowledgement</a:t>
            </a:r>
            <a:r>
              <a:rPr lang="fr-FR" sz="2000" i="0" dirty="0">
                <a:effectLst/>
                <a:latin typeface="Calibri" panose="020F0502020204030204" pitchFamily="34" charset="0"/>
                <a:cs typeface="Calibri" panose="020F0502020204030204" pitchFamily="34" charset="0"/>
              </a:rPr>
              <a:t>). Après cela, le client doit recommencer le processus de bail DHCP.</a:t>
            </a:r>
            <a:endParaRPr lang="fr-TN" sz="2000" dirty="0"/>
          </a:p>
        </p:txBody>
      </p:sp>
    </p:spTree>
    <p:extLst>
      <p:ext uri="{BB962C8B-B14F-4D97-AF65-F5344CB8AC3E}">
        <p14:creationId xmlns:p14="http://schemas.microsoft.com/office/powerpoint/2010/main" val="149616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2D09A1-43AB-43F9-B5C3-84D6D393D68F}"/>
              </a:ext>
            </a:extLst>
          </p:cNvPr>
          <p:cNvSpPr>
            <a:spLocks noGrp="1"/>
          </p:cNvSpPr>
          <p:nvPr>
            <p:ph type="sldNum" sz="quarter" idx="12"/>
          </p:nvPr>
        </p:nvSpPr>
        <p:spPr/>
        <p:txBody>
          <a:bodyPr/>
          <a:lstStyle/>
          <a:p>
            <a:fld id="{194EA0E9-6AA5-4C72-ADD8-CBD3FCBC5038}" type="slidenum">
              <a:rPr lang="fr-FR" smtClean="0"/>
              <a:pPr/>
              <a:t>19</a:t>
            </a:fld>
            <a:endParaRPr lang="fr-FR"/>
          </a:p>
        </p:txBody>
      </p:sp>
      <p:sp>
        <p:nvSpPr>
          <p:cNvPr id="4" name="TextBox 3">
            <a:extLst>
              <a:ext uri="{FF2B5EF4-FFF2-40B4-BE49-F238E27FC236}">
                <a16:creationId xmlns:a16="http://schemas.microsoft.com/office/drawing/2014/main" id="{7CE65D32-9D54-42A7-95FF-9EC399EF8438}"/>
              </a:ext>
            </a:extLst>
          </p:cNvPr>
          <p:cNvSpPr txBox="1"/>
          <p:nvPr/>
        </p:nvSpPr>
        <p:spPr>
          <a:xfrm>
            <a:off x="278296" y="2876452"/>
            <a:ext cx="8772939" cy="861774"/>
          </a:xfrm>
          <a:prstGeom prst="rect">
            <a:avLst/>
          </a:prstGeom>
          <a:noFill/>
        </p:spPr>
        <p:txBody>
          <a:bodyPr wrap="square">
            <a:spAutoFit/>
          </a:bodyPr>
          <a:lstStyle/>
          <a:p>
            <a:r>
              <a:rPr lang="fr-FR" sz="5000" b="1" i="1" dirty="0">
                <a:solidFill>
                  <a:schemeClr val="tx2">
                    <a:lumMod val="75000"/>
                  </a:schemeClr>
                </a:solidFill>
                <a:latin typeface="Calibri" panose="020F0502020204030204" pitchFamily="34" charset="0"/>
                <a:cs typeface="Calibri" panose="020F0502020204030204" pitchFamily="34" charset="0"/>
              </a:rPr>
              <a:t>Configuration DHCPv4</a:t>
            </a:r>
          </a:p>
        </p:txBody>
      </p:sp>
      <p:pic>
        <p:nvPicPr>
          <p:cNvPr id="7" name="Picture 2" descr="dhcp définition">
            <a:extLst>
              <a:ext uri="{FF2B5EF4-FFF2-40B4-BE49-F238E27FC236}">
                <a16:creationId xmlns:a16="http://schemas.microsoft.com/office/drawing/2014/main" id="{7438400F-AA08-4621-A181-2455848A6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9254" y="2136905"/>
            <a:ext cx="4803962" cy="3202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28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402" y="382130"/>
            <a:ext cx="10369573" cy="1325563"/>
          </a:xfrm>
        </p:spPr>
        <p:txBody>
          <a:bodyPr>
            <a:noAutofit/>
          </a:bodyPr>
          <a:lstStyle/>
          <a:p>
            <a:r>
              <a:rPr lang="fr-FR" sz="4400" b="1" i="1" dirty="0">
                <a:solidFill>
                  <a:schemeClr val="tx2">
                    <a:lumMod val="75000"/>
                  </a:schemeClr>
                </a:solidFill>
                <a:latin typeface="Calibri" panose="020F0502020204030204" pitchFamily="34" charset="0"/>
                <a:cs typeface="Calibri" panose="020F0502020204030204" pitchFamily="34" charset="0"/>
              </a:rPr>
              <a:t>Configuration</a:t>
            </a:r>
            <a:r>
              <a:rPr lang="fr-FR" sz="4400" b="1" i="1" dirty="0">
                <a:solidFill>
                  <a:schemeClr val="accent5">
                    <a:lumMod val="75000"/>
                  </a:schemeClr>
                </a:solidFill>
                <a:latin typeface="Calibri" panose="020F0502020204030204" pitchFamily="34" charset="0"/>
                <a:cs typeface="Calibri" panose="020F0502020204030204" pitchFamily="34" charset="0"/>
              </a:rPr>
              <a:t> </a:t>
            </a:r>
            <a:r>
              <a:rPr lang="fr-FR" sz="4400" b="1" i="1" dirty="0">
                <a:solidFill>
                  <a:srgbClr val="00B050"/>
                </a:solidFill>
                <a:latin typeface="Calibri" panose="020F0502020204030204" pitchFamily="34" charset="0"/>
                <a:cs typeface="Calibri" panose="020F0502020204030204" pitchFamily="34" charset="0"/>
              </a:rPr>
              <a:t>d'un serveur </a:t>
            </a:r>
            <a:r>
              <a:rPr lang="fr-FR" sz="4400" b="1" i="1" dirty="0">
                <a:solidFill>
                  <a:schemeClr val="tx2">
                    <a:lumMod val="75000"/>
                  </a:schemeClr>
                </a:solidFill>
                <a:latin typeface="Calibri" panose="020F0502020204030204" pitchFamily="34" charset="0"/>
                <a:cs typeface="Calibri" panose="020F0502020204030204" pitchFamily="34" charset="0"/>
              </a:rPr>
              <a:t>DHCPv4 de base</a:t>
            </a:r>
            <a:br>
              <a:rPr lang="fr-FR" sz="4400" b="1" i="1" dirty="0">
                <a:solidFill>
                  <a:schemeClr val="accent5">
                    <a:lumMod val="75000"/>
                  </a:schemeClr>
                </a:solidFill>
                <a:latin typeface="Calibri" panose="020F0502020204030204" pitchFamily="34" charset="0"/>
                <a:cs typeface="Calibri" panose="020F0502020204030204" pitchFamily="34" charset="0"/>
              </a:rPr>
            </a:br>
            <a:endParaRPr lang="en-US" sz="4400" b="1" i="1" dirty="0">
              <a:solidFill>
                <a:schemeClr val="accent5">
                  <a:lumMod val="75000"/>
                </a:schemeClr>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20</a:t>
            </a:fld>
            <a:endParaRPr lang="fr-FR"/>
          </a:p>
        </p:txBody>
      </p:sp>
      <p:pic>
        <p:nvPicPr>
          <p:cNvPr id="5" name="Picture 4"/>
          <p:cNvPicPr>
            <a:picLocks noChangeAspect="1"/>
          </p:cNvPicPr>
          <p:nvPr/>
        </p:nvPicPr>
        <p:blipFill>
          <a:blip r:embed="rId3"/>
          <a:stretch>
            <a:fillRect/>
          </a:stretch>
        </p:blipFill>
        <p:spPr>
          <a:xfrm>
            <a:off x="6450806" y="2065267"/>
            <a:ext cx="5791200" cy="3657343"/>
          </a:xfrm>
          <a:prstGeom prst="rect">
            <a:avLst/>
          </a:prstGeom>
        </p:spPr>
      </p:pic>
      <p:sp>
        <p:nvSpPr>
          <p:cNvPr id="6" name="Rectangle 5"/>
          <p:cNvSpPr/>
          <p:nvPr/>
        </p:nvSpPr>
        <p:spPr>
          <a:xfrm>
            <a:off x="76200" y="1338361"/>
            <a:ext cx="6096000" cy="923330"/>
          </a:xfrm>
          <a:prstGeom prst="rect">
            <a:avLst/>
          </a:prstGeom>
        </p:spPr>
        <p:txBody>
          <a:bodyPr>
            <a:spAutoFit/>
          </a:bodyPr>
          <a:lstStyle/>
          <a:p>
            <a:pPr algn="just"/>
            <a:r>
              <a:rPr lang="fr-FR" dirty="0">
                <a:solidFill>
                  <a:srgbClr val="333333"/>
                </a:solidFill>
                <a:latin typeface="CiscoSansTTLight"/>
              </a:rPr>
              <a:t>Le serveur DHCPv4 Cisco IOS attribue et gère les adresses IPv4 depuis </a:t>
            </a:r>
            <a:r>
              <a:rPr lang="fr-FR" b="1" dirty="0">
                <a:solidFill>
                  <a:srgbClr val="C00000"/>
                </a:solidFill>
                <a:latin typeface="CiscoSansTTLight"/>
              </a:rPr>
              <a:t>les pools d'adresses </a:t>
            </a:r>
            <a:r>
              <a:rPr lang="fr-FR" dirty="0">
                <a:solidFill>
                  <a:srgbClr val="333333"/>
                </a:solidFill>
                <a:latin typeface="CiscoSansTTLight"/>
              </a:rPr>
              <a:t>spécifiés dans le routeur jusqu'aux clients DHCPv4. </a:t>
            </a:r>
            <a:endParaRPr lang="en-US" dirty="0"/>
          </a:p>
        </p:txBody>
      </p:sp>
      <p:sp>
        <p:nvSpPr>
          <p:cNvPr id="7" name="Rectangle 6"/>
          <p:cNvSpPr/>
          <p:nvPr/>
        </p:nvSpPr>
        <p:spPr>
          <a:xfrm>
            <a:off x="199778" y="2479258"/>
            <a:ext cx="4022255" cy="369332"/>
          </a:xfrm>
          <a:prstGeom prst="rect">
            <a:avLst/>
          </a:prstGeom>
        </p:spPr>
        <p:txBody>
          <a:bodyPr wrap="none">
            <a:spAutoFit/>
          </a:bodyPr>
          <a:lstStyle/>
          <a:p>
            <a:r>
              <a:rPr lang="fr-FR" b="1" dirty="0">
                <a:solidFill>
                  <a:srgbClr val="C00000"/>
                </a:solidFill>
                <a:latin typeface="CiscoSansTTLight"/>
              </a:rPr>
              <a:t>Étape 1. Exclusion d'adresses IPv4</a:t>
            </a:r>
            <a:endParaRPr lang="en-US" dirty="0">
              <a:solidFill>
                <a:srgbClr val="C00000"/>
              </a:solidFill>
            </a:endParaRPr>
          </a:p>
        </p:txBody>
      </p:sp>
      <p:sp>
        <p:nvSpPr>
          <p:cNvPr id="9" name="Rectangle 8"/>
          <p:cNvSpPr/>
          <p:nvPr/>
        </p:nvSpPr>
        <p:spPr>
          <a:xfrm>
            <a:off x="76200" y="2848590"/>
            <a:ext cx="6096000" cy="1754326"/>
          </a:xfrm>
          <a:prstGeom prst="rect">
            <a:avLst/>
          </a:prstGeom>
        </p:spPr>
        <p:txBody>
          <a:bodyPr>
            <a:spAutoFit/>
          </a:bodyPr>
          <a:lstStyle/>
          <a:p>
            <a:pPr algn="just"/>
            <a:r>
              <a:rPr lang="fr-FR" dirty="0">
                <a:solidFill>
                  <a:srgbClr val="333333"/>
                </a:solidFill>
                <a:latin typeface="CiscoSansTTLight"/>
              </a:rPr>
              <a:t>En général, certaines adresses IPv4 d'un pool sont attribuées aux périphériques réseau nécessitant des adresses statiques. Par conséquent, ces adresses IPv4 ne doivent pas être attribuées à d'autres périphériques. Pour exclure certaines adresses, utilisez la commande:</a:t>
            </a:r>
          </a:p>
          <a:p>
            <a:pPr algn="just"/>
            <a:r>
              <a:rPr lang="fr-FR" dirty="0">
                <a:solidFill>
                  <a:srgbClr val="333333"/>
                </a:solidFill>
                <a:latin typeface="CiscoSansTTLight"/>
              </a:rPr>
              <a:t>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dhcp</a:t>
            </a:r>
            <a:r>
              <a:rPr lang="fr-FR" b="1" dirty="0">
                <a:solidFill>
                  <a:srgbClr val="0070C0"/>
                </a:solidFill>
                <a:latin typeface="CiscoSansTTLight"/>
              </a:rPr>
              <a:t> </a:t>
            </a:r>
            <a:r>
              <a:rPr lang="fr-FR" b="1" dirty="0" err="1">
                <a:solidFill>
                  <a:srgbClr val="0070C0"/>
                </a:solidFill>
                <a:latin typeface="CiscoSansTTLight"/>
              </a:rPr>
              <a:t>excluded-address</a:t>
            </a:r>
            <a:r>
              <a:rPr lang="fr-FR" b="1" dirty="0">
                <a:solidFill>
                  <a:srgbClr val="333333"/>
                </a:solidFill>
                <a:latin typeface="CiscoSansTTLight"/>
              </a:rPr>
              <a:t>.</a:t>
            </a:r>
            <a:endParaRPr lang="en-US" dirty="0"/>
          </a:p>
        </p:txBody>
      </p:sp>
      <p:sp>
        <p:nvSpPr>
          <p:cNvPr id="11" name="Rectangle 10"/>
          <p:cNvSpPr/>
          <p:nvPr/>
        </p:nvSpPr>
        <p:spPr>
          <a:xfrm>
            <a:off x="6496526" y="2252761"/>
            <a:ext cx="4582954" cy="520919"/>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99778" y="4807169"/>
            <a:ext cx="6096000" cy="2031325"/>
          </a:xfrm>
          <a:prstGeom prst="rect">
            <a:avLst/>
          </a:prstGeom>
        </p:spPr>
        <p:txBody>
          <a:bodyPr>
            <a:spAutoFit/>
          </a:bodyPr>
          <a:lstStyle/>
          <a:p>
            <a:r>
              <a:rPr lang="fr-FR" b="1" dirty="0">
                <a:solidFill>
                  <a:srgbClr val="C00000"/>
                </a:solidFill>
                <a:latin typeface="CiscoSansTTLight"/>
              </a:rPr>
              <a:t>Étape 2. Configuration d'un pool DHCPv4</a:t>
            </a:r>
            <a:endParaRPr lang="fr-FR" dirty="0">
              <a:solidFill>
                <a:srgbClr val="C00000"/>
              </a:solidFill>
              <a:latin typeface="CiscoSansTTLight"/>
            </a:endParaRPr>
          </a:p>
          <a:p>
            <a:r>
              <a:rPr lang="fr-FR" dirty="0">
                <a:solidFill>
                  <a:srgbClr val="333333"/>
                </a:solidFill>
                <a:latin typeface="CiscoSansTTLight"/>
              </a:rPr>
              <a:t>Lorsque vous configurez un serveur DHCPv4, vous devez définir un pool d'adresses à attribuer. </a:t>
            </a:r>
          </a:p>
          <a:p>
            <a:r>
              <a:rPr lang="fr-FR" dirty="0">
                <a:solidFill>
                  <a:srgbClr val="333333"/>
                </a:solidFill>
                <a:latin typeface="CiscoSansTTLight"/>
              </a:rPr>
              <a:t>La commande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dhcp</a:t>
            </a:r>
            <a:r>
              <a:rPr lang="fr-FR" b="1" dirty="0">
                <a:solidFill>
                  <a:srgbClr val="0070C0"/>
                </a:solidFill>
                <a:latin typeface="CiscoSansTTLight"/>
              </a:rPr>
              <a:t> pool </a:t>
            </a:r>
            <a:r>
              <a:rPr lang="fr-FR" i="1" dirty="0">
                <a:solidFill>
                  <a:srgbClr val="0070C0"/>
                </a:solidFill>
                <a:latin typeface="CiscoSansTTLight"/>
              </a:rPr>
              <a:t>pool-</a:t>
            </a:r>
            <a:r>
              <a:rPr lang="fr-FR" i="1" dirty="0" err="1">
                <a:solidFill>
                  <a:srgbClr val="0070C0"/>
                </a:solidFill>
                <a:latin typeface="CiscoSansTTLight"/>
              </a:rPr>
              <a:t>name</a:t>
            </a:r>
            <a:r>
              <a:rPr lang="fr-FR" dirty="0">
                <a:solidFill>
                  <a:srgbClr val="333333"/>
                </a:solidFill>
                <a:latin typeface="CiscoSansTTLight"/>
              </a:rPr>
              <a:t> crée un pool portant le nom spécifié et place le routeur en mode de configuration DHCPv4, ce qu'indique le message Router(</a:t>
            </a:r>
            <a:r>
              <a:rPr lang="fr-FR" dirty="0" err="1">
                <a:solidFill>
                  <a:srgbClr val="333333"/>
                </a:solidFill>
                <a:latin typeface="CiscoSansTTLight"/>
              </a:rPr>
              <a:t>dhcp</a:t>
            </a:r>
            <a:r>
              <a:rPr lang="fr-FR" dirty="0">
                <a:solidFill>
                  <a:srgbClr val="333333"/>
                </a:solidFill>
                <a:latin typeface="CiscoSansTTLight"/>
              </a:rPr>
              <a:t>-config)#.</a:t>
            </a:r>
            <a:endParaRPr lang="fr-FR" b="0" i="0" dirty="0">
              <a:solidFill>
                <a:srgbClr val="333333"/>
              </a:solidFill>
              <a:effectLst/>
              <a:latin typeface="CiscoSansTTLight"/>
            </a:endParaRPr>
          </a:p>
        </p:txBody>
      </p:sp>
      <p:sp>
        <p:nvSpPr>
          <p:cNvPr id="13" name="Rectangle 12"/>
          <p:cNvSpPr/>
          <p:nvPr/>
        </p:nvSpPr>
        <p:spPr>
          <a:xfrm>
            <a:off x="6496526" y="2786162"/>
            <a:ext cx="4582954" cy="285898"/>
          </a:xfrm>
          <a:prstGeom prst="rect">
            <a:avLst/>
          </a:prstGeom>
          <a:solidFill>
            <a:srgbClr val="FF66CC">
              <a:alpha val="3000"/>
            </a:srgb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689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animBg="1"/>
      <p:bldP spid="12" grpId="0"/>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21</a:t>
            </a:fld>
            <a:endParaRPr lang="fr-FR"/>
          </a:p>
        </p:txBody>
      </p:sp>
      <p:pic>
        <p:nvPicPr>
          <p:cNvPr id="6" name="Picture 5"/>
          <p:cNvPicPr>
            <a:picLocks noChangeAspect="1"/>
          </p:cNvPicPr>
          <p:nvPr/>
        </p:nvPicPr>
        <p:blipFill>
          <a:blip r:embed="rId2"/>
          <a:stretch>
            <a:fillRect/>
          </a:stretch>
        </p:blipFill>
        <p:spPr>
          <a:xfrm>
            <a:off x="6450806" y="1292763"/>
            <a:ext cx="5791200" cy="3657343"/>
          </a:xfrm>
          <a:prstGeom prst="rect">
            <a:avLst/>
          </a:prstGeom>
        </p:spPr>
      </p:pic>
      <p:sp>
        <p:nvSpPr>
          <p:cNvPr id="7" name="Rectangle 6"/>
          <p:cNvSpPr/>
          <p:nvPr/>
        </p:nvSpPr>
        <p:spPr>
          <a:xfrm>
            <a:off x="6496526" y="1480257"/>
            <a:ext cx="4582954" cy="520919"/>
          </a:xfrm>
          <a:prstGeom prst="rect">
            <a:avLst/>
          </a:prstGeom>
          <a:solidFill>
            <a:schemeClr val="accent1">
              <a:alpha val="3000"/>
            </a:schemeClr>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496526" y="2013658"/>
            <a:ext cx="4582954" cy="285898"/>
          </a:xfrm>
          <a:prstGeom prst="rect">
            <a:avLst/>
          </a:prstGeom>
          <a:solidFill>
            <a:srgbClr val="FF66CC">
              <a:alpha val="3000"/>
            </a:srgb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6457950" y="4962588"/>
            <a:ext cx="5734050" cy="2028825"/>
          </a:xfrm>
          <a:prstGeom prst="rect">
            <a:avLst/>
          </a:prstGeom>
        </p:spPr>
      </p:pic>
      <p:sp>
        <p:nvSpPr>
          <p:cNvPr id="11" name="Rectangle 10"/>
          <p:cNvSpPr/>
          <p:nvPr/>
        </p:nvSpPr>
        <p:spPr>
          <a:xfrm>
            <a:off x="182486" y="5798145"/>
            <a:ext cx="6096000" cy="923330"/>
          </a:xfrm>
          <a:prstGeom prst="rect">
            <a:avLst/>
          </a:prstGeom>
        </p:spPr>
        <p:txBody>
          <a:bodyPr>
            <a:spAutoFit/>
          </a:bodyPr>
          <a:lstStyle/>
          <a:p>
            <a:pPr algn="just"/>
            <a:r>
              <a:rPr lang="fr-FR" dirty="0">
                <a:solidFill>
                  <a:srgbClr val="333333"/>
                </a:solidFill>
                <a:latin typeface="CiscoSansTTLight"/>
              </a:rPr>
              <a:t>La Figure affiche la liste des tâches à effectuer pour configurer le pool DHCPv4. Certaines de ces tâches sont facultatives.</a:t>
            </a:r>
            <a:endParaRPr lang="en-US" dirty="0"/>
          </a:p>
        </p:txBody>
      </p:sp>
      <p:cxnSp>
        <p:nvCxnSpPr>
          <p:cNvPr id="13" name="Straight Arrow Connector 12"/>
          <p:cNvCxnSpPr/>
          <p:nvPr/>
        </p:nvCxnSpPr>
        <p:spPr>
          <a:xfrm>
            <a:off x="3515710" y="6538912"/>
            <a:ext cx="2935096" cy="0"/>
          </a:xfrm>
          <a:prstGeom prst="straightConnector1">
            <a:avLst/>
          </a:prstGeom>
          <a:ln w="31750">
            <a:tailEnd type="triangle"/>
          </a:ln>
        </p:spPr>
        <p:style>
          <a:lnRef idx="3">
            <a:schemeClr val="accent2"/>
          </a:lnRef>
          <a:fillRef idx="0">
            <a:schemeClr val="accent2"/>
          </a:fillRef>
          <a:effectRef idx="2">
            <a:schemeClr val="accent2"/>
          </a:effectRef>
          <a:fontRef idx="minor">
            <a:schemeClr val="tx1"/>
          </a:fontRef>
        </p:style>
      </p:cxnSp>
      <p:sp>
        <p:nvSpPr>
          <p:cNvPr id="14" name="Rectangle 13"/>
          <p:cNvSpPr/>
          <p:nvPr/>
        </p:nvSpPr>
        <p:spPr>
          <a:xfrm>
            <a:off x="482944" y="1480257"/>
            <a:ext cx="5109091" cy="369332"/>
          </a:xfrm>
          <a:prstGeom prst="rect">
            <a:avLst/>
          </a:prstGeom>
        </p:spPr>
        <p:txBody>
          <a:bodyPr wrap="none">
            <a:spAutoFit/>
          </a:bodyPr>
          <a:lstStyle/>
          <a:p>
            <a:r>
              <a:rPr lang="fr-FR" b="1" dirty="0">
                <a:solidFill>
                  <a:srgbClr val="C00000"/>
                </a:solidFill>
                <a:latin typeface="CiscoSansTTLight"/>
              </a:rPr>
              <a:t>Étape 3. Configuration de tâches spécifiques</a:t>
            </a:r>
            <a:endParaRPr lang="en-US" dirty="0">
              <a:solidFill>
                <a:srgbClr val="C00000"/>
              </a:solidFill>
            </a:endParaRPr>
          </a:p>
        </p:txBody>
      </p:sp>
      <p:sp>
        <p:nvSpPr>
          <p:cNvPr id="15" name="Rectangle 14"/>
          <p:cNvSpPr/>
          <p:nvPr/>
        </p:nvSpPr>
        <p:spPr>
          <a:xfrm>
            <a:off x="182486" y="2023373"/>
            <a:ext cx="6096000" cy="1200329"/>
          </a:xfrm>
          <a:prstGeom prst="rect">
            <a:avLst/>
          </a:prstGeom>
        </p:spPr>
        <p:txBody>
          <a:bodyPr>
            <a:spAutoFit/>
          </a:bodyPr>
          <a:lstStyle/>
          <a:p>
            <a:pPr algn="just"/>
            <a:r>
              <a:rPr lang="fr-FR" dirty="0">
                <a:solidFill>
                  <a:srgbClr val="333333"/>
                </a:solidFill>
                <a:latin typeface="CiscoSansTTLight"/>
              </a:rPr>
              <a:t>Le pool d'adresses et le routeur servant de passerelle par défaut doivent être configurés. Utilisez l'instruction </a:t>
            </a:r>
            <a:r>
              <a:rPr lang="fr-FR" b="1" dirty="0">
                <a:solidFill>
                  <a:srgbClr val="0070C0"/>
                </a:solidFill>
                <a:latin typeface="CiscoSansTTLight"/>
              </a:rPr>
              <a:t>network</a:t>
            </a:r>
            <a:r>
              <a:rPr lang="fr-FR" dirty="0">
                <a:solidFill>
                  <a:srgbClr val="333333"/>
                </a:solidFill>
                <a:latin typeface="CiscoSansTTLight"/>
              </a:rPr>
              <a:t> pour définir la plage d'adresses disponibles.</a:t>
            </a:r>
            <a:endParaRPr lang="en-US" dirty="0"/>
          </a:p>
        </p:txBody>
      </p:sp>
      <p:sp>
        <p:nvSpPr>
          <p:cNvPr id="16" name="Rectangle 15"/>
          <p:cNvSpPr/>
          <p:nvPr/>
        </p:nvSpPr>
        <p:spPr>
          <a:xfrm>
            <a:off x="6491270" y="2307952"/>
            <a:ext cx="4582954" cy="214531"/>
          </a:xfrm>
          <a:prstGeom prst="rect">
            <a:avLst/>
          </a:prstGeom>
          <a:solidFill>
            <a:srgbClr val="FF66CC">
              <a:alpha val="3000"/>
            </a:srgbClr>
          </a:solidFill>
          <a:ln w="381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82486" y="3325214"/>
            <a:ext cx="6096000" cy="646331"/>
          </a:xfrm>
          <a:prstGeom prst="rect">
            <a:avLst/>
          </a:prstGeom>
        </p:spPr>
        <p:txBody>
          <a:bodyPr>
            <a:spAutoFit/>
          </a:bodyPr>
          <a:lstStyle/>
          <a:p>
            <a:pPr algn="just"/>
            <a:r>
              <a:rPr lang="fr-FR" dirty="0">
                <a:solidFill>
                  <a:srgbClr val="333333"/>
                </a:solidFill>
                <a:latin typeface="CiscoSansTTLight"/>
              </a:rPr>
              <a:t>Utilisez la commande </a:t>
            </a:r>
            <a:r>
              <a:rPr lang="fr-FR" b="1" dirty="0">
                <a:solidFill>
                  <a:srgbClr val="0070C0"/>
                </a:solidFill>
                <a:latin typeface="CiscoSansTTLight"/>
              </a:rPr>
              <a:t>default-router</a:t>
            </a:r>
            <a:r>
              <a:rPr lang="fr-FR" dirty="0">
                <a:solidFill>
                  <a:srgbClr val="333333"/>
                </a:solidFill>
                <a:latin typeface="CiscoSansTTLight"/>
              </a:rPr>
              <a:t> pour définir le routeur servant de passerelle par défaut.</a:t>
            </a:r>
            <a:endParaRPr lang="en-US" dirty="0"/>
          </a:p>
        </p:txBody>
      </p:sp>
      <p:sp>
        <p:nvSpPr>
          <p:cNvPr id="18" name="Rectangle 17"/>
          <p:cNvSpPr/>
          <p:nvPr/>
        </p:nvSpPr>
        <p:spPr>
          <a:xfrm>
            <a:off x="6507032" y="2544430"/>
            <a:ext cx="4582954" cy="285898"/>
          </a:xfrm>
          <a:prstGeom prst="rect">
            <a:avLst/>
          </a:prstGeom>
          <a:solidFill>
            <a:srgbClr val="FF66CC">
              <a:alpha val="3000"/>
            </a:srgbClr>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82486" y="4083258"/>
            <a:ext cx="6096000" cy="923330"/>
          </a:xfrm>
          <a:prstGeom prst="rect">
            <a:avLst/>
          </a:prstGeom>
        </p:spPr>
        <p:txBody>
          <a:bodyPr>
            <a:spAutoFit/>
          </a:bodyPr>
          <a:lstStyle/>
          <a:p>
            <a:r>
              <a:rPr lang="fr-FR" dirty="0">
                <a:solidFill>
                  <a:srgbClr val="333333"/>
                </a:solidFill>
                <a:latin typeface="CiscoSansTTLight"/>
              </a:rPr>
              <a:t>L'adresse IPv4 du serveur DNS à la disposition d'un client DHCPv4 est configurée à l'aide de la commande </a:t>
            </a:r>
            <a:r>
              <a:rPr lang="fr-FR" b="1" dirty="0" err="1">
                <a:solidFill>
                  <a:srgbClr val="0070C0"/>
                </a:solidFill>
                <a:latin typeface="CiscoSansTTLight"/>
              </a:rPr>
              <a:t>dns</a:t>
            </a:r>
            <a:r>
              <a:rPr lang="fr-FR" b="1" dirty="0">
                <a:solidFill>
                  <a:srgbClr val="0070C0"/>
                </a:solidFill>
                <a:latin typeface="CiscoSansTTLight"/>
              </a:rPr>
              <a:t>-server</a:t>
            </a:r>
            <a:r>
              <a:rPr lang="fr-FR" dirty="0">
                <a:solidFill>
                  <a:srgbClr val="0070C0"/>
                </a:solidFill>
                <a:latin typeface="CiscoSansTTLight"/>
              </a:rPr>
              <a:t>.</a:t>
            </a:r>
            <a:endParaRPr lang="en-US" dirty="0">
              <a:solidFill>
                <a:srgbClr val="0070C0"/>
              </a:solidFill>
            </a:endParaRPr>
          </a:p>
        </p:txBody>
      </p:sp>
      <p:sp>
        <p:nvSpPr>
          <p:cNvPr id="20" name="Rectangle 19"/>
          <p:cNvSpPr/>
          <p:nvPr/>
        </p:nvSpPr>
        <p:spPr>
          <a:xfrm>
            <a:off x="6507034" y="2843973"/>
            <a:ext cx="4582954" cy="144102"/>
          </a:xfrm>
          <a:prstGeom prst="rect">
            <a:avLst/>
          </a:prstGeom>
          <a:solidFill>
            <a:srgbClr val="FF66CC">
              <a:alpha val="3000"/>
            </a:srgbClr>
          </a:solid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82486" y="5045599"/>
            <a:ext cx="6096000" cy="646331"/>
          </a:xfrm>
          <a:prstGeom prst="rect">
            <a:avLst/>
          </a:prstGeom>
        </p:spPr>
        <p:txBody>
          <a:bodyPr>
            <a:spAutoFit/>
          </a:bodyPr>
          <a:lstStyle/>
          <a:p>
            <a:r>
              <a:rPr lang="fr-FR" dirty="0">
                <a:solidFill>
                  <a:srgbClr val="333333"/>
                </a:solidFill>
                <a:latin typeface="CiscoSansTTLight"/>
              </a:rPr>
              <a:t>La commande </a:t>
            </a:r>
            <a:r>
              <a:rPr lang="fr-FR" b="1" dirty="0" err="1">
                <a:solidFill>
                  <a:srgbClr val="0070C0"/>
                </a:solidFill>
                <a:latin typeface="CiscoSansTTLight"/>
              </a:rPr>
              <a:t>domain-name</a:t>
            </a:r>
            <a:r>
              <a:rPr lang="fr-FR" b="1" dirty="0">
                <a:solidFill>
                  <a:srgbClr val="0070C0"/>
                </a:solidFill>
                <a:latin typeface="CiscoSansTTLight"/>
              </a:rPr>
              <a:t> </a:t>
            </a:r>
            <a:r>
              <a:rPr lang="fr-FR" i="1" dirty="0" err="1">
                <a:solidFill>
                  <a:srgbClr val="0070C0"/>
                </a:solidFill>
                <a:latin typeface="CiscoSansTTLight"/>
              </a:rPr>
              <a:t>domain</a:t>
            </a:r>
            <a:r>
              <a:rPr lang="fr-FR" dirty="0">
                <a:solidFill>
                  <a:srgbClr val="333333"/>
                </a:solidFill>
                <a:latin typeface="CiscoSansTTLight"/>
              </a:rPr>
              <a:t> sert à définir le nom de domaine.</a:t>
            </a:r>
            <a:endParaRPr lang="en-US" dirty="0"/>
          </a:p>
        </p:txBody>
      </p:sp>
      <p:sp>
        <p:nvSpPr>
          <p:cNvPr id="22" name="Rectangle 21"/>
          <p:cNvSpPr/>
          <p:nvPr/>
        </p:nvSpPr>
        <p:spPr>
          <a:xfrm>
            <a:off x="6491268" y="3035787"/>
            <a:ext cx="4582954" cy="289427"/>
          </a:xfrm>
          <a:prstGeom prst="rect">
            <a:avLst/>
          </a:prstGeom>
          <a:solidFill>
            <a:schemeClr val="accent1">
              <a:alpha val="3000"/>
            </a:schemeClr>
          </a:solidFill>
          <a:ln w="381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1">
            <a:extLst>
              <a:ext uri="{FF2B5EF4-FFF2-40B4-BE49-F238E27FC236}">
                <a16:creationId xmlns:a16="http://schemas.microsoft.com/office/drawing/2014/main" id="{B6E88005-371D-41FA-9C25-5E6432916F73}"/>
              </a:ext>
            </a:extLst>
          </p:cNvPr>
          <p:cNvSpPr>
            <a:spLocks noGrp="1"/>
          </p:cNvSpPr>
          <p:nvPr>
            <p:ph type="title"/>
          </p:nvPr>
        </p:nvSpPr>
        <p:spPr>
          <a:xfrm>
            <a:off x="1320402" y="382130"/>
            <a:ext cx="10369573" cy="1325563"/>
          </a:xfrm>
        </p:spPr>
        <p:txBody>
          <a:bodyPr>
            <a:noAutofit/>
          </a:bodyPr>
          <a:lstStyle/>
          <a:p>
            <a:r>
              <a:rPr lang="fr-FR" sz="4400" b="1" i="1" dirty="0">
                <a:solidFill>
                  <a:schemeClr val="tx2">
                    <a:lumMod val="75000"/>
                  </a:schemeClr>
                </a:solidFill>
                <a:latin typeface="Calibri" panose="020F0502020204030204" pitchFamily="34" charset="0"/>
                <a:cs typeface="Calibri" panose="020F0502020204030204" pitchFamily="34" charset="0"/>
              </a:rPr>
              <a:t>Configuration</a:t>
            </a:r>
            <a:r>
              <a:rPr lang="fr-FR" sz="4400" b="1" i="1" dirty="0">
                <a:solidFill>
                  <a:schemeClr val="accent5">
                    <a:lumMod val="75000"/>
                  </a:schemeClr>
                </a:solidFill>
                <a:latin typeface="Calibri" panose="020F0502020204030204" pitchFamily="34" charset="0"/>
                <a:cs typeface="Calibri" panose="020F0502020204030204" pitchFamily="34" charset="0"/>
              </a:rPr>
              <a:t> </a:t>
            </a:r>
            <a:r>
              <a:rPr lang="fr-FR" sz="4400" b="1" i="1" dirty="0">
                <a:solidFill>
                  <a:srgbClr val="00B050"/>
                </a:solidFill>
                <a:latin typeface="Calibri" panose="020F0502020204030204" pitchFamily="34" charset="0"/>
                <a:cs typeface="Calibri" panose="020F0502020204030204" pitchFamily="34" charset="0"/>
              </a:rPr>
              <a:t>d'un serveur </a:t>
            </a:r>
            <a:r>
              <a:rPr lang="fr-FR" sz="4400" b="1" i="1" dirty="0">
                <a:solidFill>
                  <a:schemeClr val="tx2">
                    <a:lumMod val="75000"/>
                  </a:schemeClr>
                </a:solidFill>
                <a:latin typeface="Calibri" panose="020F0502020204030204" pitchFamily="34" charset="0"/>
                <a:cs typeface="Calibri" panose="020F0502020204030204" pitchFamily="34" charset="0"/>
              </a:rPr>
              <a:t>DHCPv4 de base</a:t>
            </a:r>
            <a:br>
              <a:rPr lang="fr-FR" sz="4400" b="1" i="1" dirty="0">
                <a:solidFill>
                  <a:schemeClr val="accent5">
                    <a:lumMod val="75000"/>
                  </a:schemeClr>
                </a:solidFill>
                <a:latin typeface="Calibri" panose="020F0502020204030204" pitchFamily="34" charset="0"/>
                <a:cs typeface="Calibri" panose="020F0502020204030204" pitchFamily="34" charset="0"/>
              </a:rPr>
            </a:br>
            <a:endParaRPr lang="en-US" sz="4400" b="1" i="1"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674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inVertical)">
                                      <p:cBhvr>
                                        <p:cTn id="18" dur="500"/>
                                        <p:tgtEl>
                                          <p:spTgt spid="18"/>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arn(inVertical)">
                                      <p:cBhvr>
                                        <p:cTn id="26" dur="500"/>
                                        <p:tgtEl>
                                          <p:spTgt spid="20"/>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barn(inVertical)">
                                      <p:cBhvr>
                                        <p:cTn id="29" dur="50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arn(inVertical)">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animBg="1"/>
      <p:bldP spid="17" grpId="0"/>
      <p:bldP spid="18" grpId="0" animBg="1"/>
      <p:bldP spid="19" grpId="0"/>
      <p:bldP spid="20" grpId="0" animBg="1"/>
      <p:bldP spid="21" grpId="0"/>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buFont typeface="Wingdings" panose="05000000000000000000" pitchFamily="2" charset="2"/>
              <a:buChar char="q"/>
            </a:pPr>
            <a:r>
              <a:rPr lang="fr-FR" dirty="0">
                <a:latin typeface="Calibri" panose="020F0502020204030204" pitchFamily="34" charset="0"/>
                <a:cs typeface="Calibri" panose="020F0502020204030204" pitchFamily="34" charset="0"/>
              </a:rPr>
              <a:t>Le service DHCPv4 est activé par défaut. </a:t>
            </a:r>
          </a:p>
          <a:p>
            <a:pPr algn="just">
              <a:buFont typeface="Wingdings" panose="05000000000000000000" pitchFamily="2" charset="2"/>
              <a:buChar char="q"/>
            </a:pPr>
            <a:endParaRPr lang="fr-FR" dirty="0">
              <a:latin typeface="Calibri" panose="020F0502020204030204" pitchFamily="34" charset="0"/>
              <a:cs typeface="Calibri" panose="020F0502020204030204" pitchFamily="34" charset="0"/>
            </a:endParaRPr>
          </a:p>
          <a:p>
            <a:pPr algn="just">
              <a:buFont typeface="Wingdings" panose="05000000000000000000" pitchFamily="2" charset="2"/>
              <a:buChar char="q"/>
            </a:pPr>
            <a:r>
              <a:rPr lang="fr-FR" dirty="0">
                <a:latin typeface="Calibri" panose="020F0502020204030204" pitchFamily="34" charset="0"/>
                <a:cs typeface="Calibri" panose="020F0502020204030204" pitchFamily="34" charset="0"/>
              </a:rPr>
              <a:t>Pour désactiver le service, utilisez la commande </a:t>
            </a:r>
            <a:r>
              <a:rPr lang="fr-FR" b="1" dirty="0">
                <a:solidFill>
                  <a:srgbClr val="0070C0"/>
                </a:solidFill>
                <a:latin typeface="Calibri" panose="020F0502020204030204" pitchFamily="34" charset="0"/>
                <a:cs typeface="Calibri" panose="020F0502020204030204" pitchFamily="34" charset="0"/>
              </a:rPr>
              <a:t>no service </a:t>
            </a:r>
            <a:r>
              <a:rPr lang="fr-FR" b="1" dirty="0" err="1">
                <a:solidFill>
                  <a:srgbClr val="0070C0"/>
                </a:solidFill>
                <a:latin typeface="Calibri" panose="020F0502020204030204" pitchFamily="34" charset="0"/>
                <a:cs typeface="Calibri" panose="020F0502020204030204" pitchFamily="34" charset="0"/>
              </a:rPr>
              <a:t>dhcp</a:t>
            </a:r>
            <a:r>
              <a:rPr lang="fr-FR" dirty="0">
                <a:latin typeface="Calibri" panose="020F0502020204030204" pitchFamily="34" charset="0"/>
                <a:cs typeface="Calibri" panose="020F0502020204030204" pitchFamily="34" charset="0"/>
              </a:rPr>
              <a:t> du mode de configuration globale.</a:t>
            </a:r>
          </a:p>
          <a:p>
            <a:pPr algn="just">
              <a:buFont typeface="Wingdings" panose="05000000000000000000" pitchFamily="2" charset="2"/>
              <a:buChar char="q"/>
            </a:pPr>
            <a:endParaRPr lang="fr-FR" dirty="0">
              <a:latin typeface="Calibri" panose="020F0502020204030204" pitchFamily="34" charset="0"/>
              <a:cs typeface="Calibri" panose="020F0502020204030204" pitchFamily="34" charset="0"/>
            </a:endParaRPr>
          </a:p>
          <a:p>
            <a:pPr algn="just">
              <a:buFont typeface="Wingdings" panose="05000000000000000000" pitchFamily="2" charset="2"/>
              <a:buChar char="q"/>
            </a:pPr>
            <a:r>
              <a:rPr lang="fr-FR" dirty="0">
                <a:latin typeface="Calibri" panose="020F0502020204030204" pitchFamily="34" charset="0"/>
                <a:cs typeface="Calibri" panose="020F0502020204030204" pitchFamily="34" charset="0"/>
              </a:rPr>
              <a:t>Utilisez la commande </a:t>
            </a:r>
            <a:r>
              <a:rPr lang="fr-FR" b="1" dirty="0">
                <a:solidFill>
                  <a:srgbClr val="0070C0"/>
                </a:solidFill>
                <a:latin typeface="Calibri" panose="020F0502020204030204" pitchFamily="34" charset="0"/>
                <a:cs typeface="Calibri" panose="020F0502020204030204" pitchFamily="34" charset="0"/>
              </a:rPr>
              <a:t>service </a:t>
            </a:r>
            <a:r>
              <a:rPr lang="fr-FR" b="1" dirty="0" err="1">
                <a:solidFill>
                  <a:srgbClr val="0070C0"/>
                </a:solidFill>
                <a:latin typeface="Calibri" panose="020F0502020204030204" pitchFamily="34" charset="0"/>
                <a:cs typeface="Calibri" panose="020F0502020204030204" pitchFamily="34" charset="0"/>
              </a:rPr>
              <a:t>dhcp</a:t>
            </a:r>
            <a:r>
              <a:rPr lang="fr-FR" dirty="0">
                <a:latin typeface="Calibri" panose="020F0502020204030204" pitchFamily="34" charset="0"/>
                <a:cs typeface="Calibri" panose="020F0502020204030204" pitchFamily="34" charset="0"/>
              </a:rPr>
              <a:t> du mode de configuration globale pour réactiver le processus du serveur DHCPv4. </a:t>
            </a:r>
          </a:p>
          <a:p>
            <a:pPr algn="just">
              <a:buFont typeface="Wingdings" panose="05000000000000000000" pitchFamily="2" charset="2"/>
              <a:buChar char="q"/>
            </a:pPr>
            <a:endParaRPr lang="fr-FR" dirty="0">
              <a:latin typeface="Calibri" panose="020F0502020204030204" pitchFamily="34" charset="0"/>
              <a:cs typeface="Calibri" panose="020F0502020204030204" pitchFamily="34" charset="0"/>
            </a:endParaRPr>
          </a:p>
          <a:p>
            <a:pPr algn="just">
              <a:buFont typeface="Wingdings" panose="05000000000000000000" pitchFamily="2" charset="2"/>
              <a:buChar char="q"/>
            </a:pPr>
            <a:r>
              <a:rPr lang="fr-FR" dirty="0">
                <a:latin typeface="Calibri" panose="020F0502020204030204" pitchFamily="34" charset="0"/>
                <a:cs typeface="Calibri" panose="020F0502020204030204" pitchFamily="34" charset="0"/>
              </a:rPr>
              <a:t>L'activation du service n'a aucun effet si les paramètres ne sont pas configurés.</a:t>
            </a:r>
            <a:endParaRPr lang="en-US"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22</a:t>
            </a:fld>
            <a:endParaRPr lang="fr-FR"/>
          </a:p>
        </p:txBody>
      </p:sp>
      <p:sp>
        <p:nvSpPr>
          <p:cNvPr id="8" name="Title 1">
            <a:extLst>
              <a:ext uri="{FF2B5EF4-FFF2-40B4-BE49-F238E27FC236}">
                <a16:creationId xmlns:a16="http://schemas.microsoft.com/office/drawing/2014/main" id="{746FC6CB-A833-4140-ADA6-164E38A16617}"/>
              </a:ext>
            </a:extLst>
          </p:cNvPr>
          <p:cNvSpPr>
            <a:spLocks noGrp="1"/>
          </p:cNvSpPr>
          <p:nvPr>
            <p:ph type="title"/>
          </p:nvPr>
        </p:nvSpPr>
        <p:spPr>
          <a:xfrm>
            <a:off x="1320402" y="382130"/>
            <a:ext cx="10369573" cy="1325563"/>
          </a:xfrm>
        </p:spPr>
        <p:txBody>
          <a:bodyPr>
            <a:noAutofit/>
          </a:bodyPr>
          <a:lstStyle/>
          <a:p>
            <a:r>
              <a:rPr lang="fr-FR" sz="4400" b="1" i="1" dirty="0">
                <a:solidFill>
                  <a:schemeClr val="tx2">
                    <a:lumMod val="75000"/>
                  </a:schemeClr>
                </a:solidFill>
                <a:latin typeface="Calibri" panose="020F0502020204030204" pitchFamily="34" charset="0"/>
                <a:cs typeface="Calibri" panose="020F0502020204030204" pitchFamily="34" charset="0"/>
              </a:rPr>
              <a:t>Configuration</a:t>
            </a:r>
            <a:r>
              <a:rPr lang="fr-FR" sz="4400" b="1" i="1" dirty="0">
                <a:solidFill>
                  <a:schemeClr val="accent5">
                    <a:lumMod val="75000"/>
                  </a:schemeClr>
                </a:solidFill>
                <a:latin typeface="Calibri" panose="020F0502020204030204" pitchFamily="34" charset="0"/>
                <a:cs typeface="Calibri" panose="020F0502020204030204" pitchFamily="34" charset="0"/>
              </a:rPr>
              <a:t> </a:t>
            </a:r>
            <a:r>
              <a:rPr lang="fr-FR" sz="4400" b="1" i="1" dirty="0">
                <a:solidFill>
                  <a:srgbClr val="00B050"/>
                </a:solidFill>
                <a:latin typeface="Calibri" panose="020F0502020204030204" pitchFamily="34" charset="0"/>
                <a:cs typeface="Calibri" panose="020F0502020204030204" pitchFamily="34" charset="0"/>
              </a:rPr>
              <a:t>d'un serveur </a:t>
            </a:r>
            <a:r>
              <a:rPr lang="fr-FR" sz="4400" b="1" i="1" dirty="0">
                <a:solidFill>
                  <a:schemeClr val="tx2">
                    <a:lumMod val="75000"/>
                  </a:schemeClr>
                </a:solidFill>
                <a:latin typeface="Calibri" panose="020F0502020204030204" pitchFamily="34" charset="0"/>
                <a:cs typeface="Calibri" panose="020F0502020204030204" pitchFamily="34" charset="0"/>
              </a:rPr>
              <a:t>DHCPv4 de base</a:t>
            </a:r>
            <a:br>
              <a:rPr lang="fr-FR" sz="4400" b="1" i="1" dirty="0">
                <a:solidFill>
                  <a:schemeClr val="accent5">
                    <a:lumMod val="75000"/>
                  </a:schemeClr>
                </a:solidFill>
                <a:latin typeface="Calibri" panose="020F0502020204030204" pitchFamily="34" charset="0"/>
                <a:cs typeface="Calibri" panose="020F0502020204030204" pitchFamily="34" charset="0"/>
              </a:rPr>
            </a:br>
            <a:endParaRPr lang="en-US" sz="4400" b="1" i="1" dirty="0">
              <a:solidFill>
                <a:schemeClr val="accent5">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3592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23</a:t>
            </a:fld>
            <a:endParaRPr lang="fr-FR"/>
          </a:p>
        </p:txBody>
      </p:sp>
      <p:pic>
        <p:nvPicPr>
          <p:cNvPr id="5" name="Picture 4"/>
          <p:cNvPicPr>
            <a:picLocks noChangeAspect="1"/>
          </p:cNvPicPr>
          <p:nvPr/>
        </p:nvPicPr>
        <p:blipFill>
          <a:blip r:embed="rId2"/>
          <a:stretch>
            <a:fillRect/>
          </a:stretch>
        </p:blipFill>
        <p:spPr>
          <a:xfrm>
            <a:off x="491686" y="1418102"/>
            <a:ext cx="4111083" cy="2875236"/>
          </a:xfrm>
          <a:prstGeom prst="rect">
            <a:avLst/>
          </a:prstGeom>
        </p:spPr>
      </p:pic>
      <p:pic>
        <p:nvPicPr>
          <p:cNvPr id="6" name="Picture 5"/>
          <p:cNvPicPr>
            <a:picLocks noChangeAspect="1"/>
          </p:cNvPicPr>
          <p:nvPr/>
        </p:nvPicPr>
        <p:blipFill>
          <a:blip r:embed="rId3"/>
          <a:stretch>
            <a:fillRect/>
          </a:stretch>
        </p:blipFill>
        <p:spPr>
          <a:xfrm>
            <a:off x="6598949" y="1331036"/>
            <a:ext cx="5275113" cy="4820362"/>
          </a:xfrm>
          <a:prstGeom prst="rect">
            <a:avLst/>
          </a:prstGeom>
        </p:spPr>
      </p:pic>
      <p:sp>
        <p:nvSpPr>
          <p:cNvPr id="7" name="Rectangle 6"/>
          <p:cNvSpPr/>
          <p:nvPr/>
        </p:nvSpPr>
        <p:spPr>
          <a:xfrm>
            <a:off x="491686" y="1430229"/>
            <a:ext cx="4111083" cy="260459"/>
          </a:xfrm>
          <a:prstGeom prst="rect">
            <a:avLst/>
          </a:prstGeom>
          <a:solidFill>
            <a:schemeClr val="accent1">
              <a:alpha val="3000"/>
            </a:scheme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98949" y="1351541"/>
            <a:ext cx="5275113" cy="209245"/>
          </a:xfrm>
          <a:prstGeom prst="rect">
            <a:avLst/>
          </a:prstGeom>
          <a:solidFill>
            <a:schemeClr val="accent1">
              <a:alpha val="3000"/>
            </a:scheme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98949" y="2985760"/>
            <a:ext cx="5275113" cy="246171"/>
          </a:xfrm>
          <a:prstGeom prst="rect">
            <a:avLst/>
          </a:prstGeom>
          <a:solidFill>
            <a:schemeClr val="accent1">
              <a:alpha val="3000"/>
            </a:scheme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4355398"/>
            <a:ext cx="6598949" cy="1200329"/>
          </a:xfrm>
          <a:prstGeom prst="rect">
            <a:avLst/>
          </a:prstGeom>
        </p:spPr>
        <p:txBody>
          <a:bodyPr wrap="square">
            <a:spAutoFit/>
          </a:bodyPr>
          <a:lstStyle/>
          <a:p>
            <a:pPr algn="just"/>
            <a:r>
              <a:rPr lang="fr-FR" dirty="0">
                <a:solidFill>
                  <a:srgbClr val="333333"/>
                </a:solidFill>
                <a:latin typeface="CiscoSansTTLight"/>
              </a:rPr>
              <a:t>La commande </a:t>
            </a:r>
            <a:r>
              <a:rPr lang="fr-FR" b="1" dirty="0">
                <a:solidFill>
                  <a:srgbClr val="0070C0"/>
                </a:solidFill>
                <a:latin typeface="CiscoSansTTLight"/>
              </a:rPr>
              <a:t>show running-config | section </a:t>
            </a:r>
            <a:r>
              <a:rPr lang="fr-FR" b="1" dirty="0" err="1">
                <a:solidFill>
                  <a:srgbClr val="0070C0"/>
                </a:solidFill>
                <a:latin typeface="CiscoSansTTLight"/>
              </a:rPr>
              <a:t>dhcp</a:t>
            </a:r>
            <a:r>
              <a:rPr lang="fr-FR" dirty="0">
                <a:solidFill>
                  <a:srgbClr val="333333"/>
                </a:solidFill>
                <a:latin typeface="CiscoSansTTLight"/>
              </a:rPr>
              <a:t> indique les commandes DHCPv4 configurées sur R1. </a:t>
            </a:r>
          </a:p>
          <a:p>
            <a:pPr algn="just"/>
            <a:r>
              <a:rPr lang="fr-FR" dirty="0">
                <a:solidFill>
                  <a:srgbClr val="333333"/>
                </a:solidFill>
                <a:latin typeface="CiscoSansTTLight"/>
              </a:rPr>
              <a:t>Le paramètre </a:t>
            </a:r>
            <a:r>
              <a:rPr lang="fr-FR" b="1" dirty="0">
                <a:solidFill>
                  <a:srgbClr val="0070C0"/>
                </a:solidFill>
                <a:latin typeface="CiscoSansTTLight"/>
              </a:rPr>
              <a:t>| section</a:t>
            </a:r>
            <a:r>
              <a:rPr lang="fr-FR" b="1" dirty="0">
                <a:solidFill>
                  <a:srgbClr val="333333"/>
                </a:solidFill>
                <a:latin typeface="CiscoSansTTLight"/>
              </a:rPr>
              <a:t> </a:t>
            </a:r>
            <a:r>
              <a:rPr lang="fr-FR" dirty="0">
                <a:solidFill>
                  <a:srgbClr val="333333"/>
                </a:solidFill>
                <a:latin typeface="CiscoSansTTLight"/>
              </a:rPr>
              <a:t>affiche uniquement les commandes liées à la configuration de DHCPv4.</a:t>
            </a:r>
            <a:endParaRPr lang="en-US" dirty="0"/>
          </a:p>
        </p:txBody>
      </p:sp>
      <p:sp>
        <p:nvSpPr>
          <p:cNvPr id="11" name="Rectangle 10"/>
          <p:cNvSpPr/>
          <p:nvPr/>
        </p:nvSpPr>
        <p:spPr>
          <a:xfrm>
            <a:off x="0" y="5575979"/>
            <a:ext cx="6096000" cy="646331"/>
          </a:xfrm>
          <a:prstGeom prst="rect">
            <a:avLst/>
          </a:prstGeom>
        </p:spPr>
        <p:txBody>
          <a:bodyPr>
            <a:spAutoFit/>
          </a:bodyPr>
          <a:lstStyle/>
          <a:p>
            <a:r>
              <a:rPr lang="fr-FR" dirty="0">
                <a:solidFill>
                  <a:srgbClr val="333333"/>
                </a:solidFill>
                <a:latin typeface="CiscoSansTTLight"/>
              </a:rPr>
              <a:t>Le fonctionnement de DHCPv4 peut être vérifié à l'aide de la commande </a:t>
            </a:r>
            <a:r>
              <a:rPr lang="fr-FR" b="1" dirty="0">
                <a:solidFill>
                  <a:srgbClr val="0070C0"/>
                </a:solidFill>
                <a:latin typeface="CiscoSansTTLight"/>
              </a:rPr>
              <a:t>show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dhcp</a:t>
            </a:r>
            <a:r>
              <a:rPr lang="fr-FR" b="1" dirty="0">
                <a:solidFill>
                  <a:srgbClr val="0070C0"/>
                </a:solidFill>
                <a:latin typeface="CiscoSansTTLight"/>
              </a:rPr>
              <a:t> </a:t>
            </a:r>
            <a:r>
              <a:rPr lang="fr-FR" b="1" dirty="0" err="1">
                <a:solidFill>
                  <a:srgbClr val="0070C0"/>
                </a:solidFill>
                <a:latin typeface="CiscoSansTTLight"/>
              </a:rPr>
              <a:t>binding</a:t>
            </a:r>
            <a:r>
              <a:rPr lang="fr-FR" dirty="0">
                <a:solidFill>
                  <a:srgbClr val="333333"/>
                </a:solidFill>
                <a:latin typeface="CiscoSansTTLight"/>
              </a:rPr>
              <a:t>.</a:t>
            </a:r>
            <a:endParaRPr lang="en-US" dirty="0"/>
          </a:p>
        </p:txBody>
      </p:sp>
      <p:sp>
        <p:nvSpPr>
          <p:cNvPr id="12" name="Rectangle 11"/>
          <p:cNvSpPr/>
          <p:nvPr/>
        </p:nvSpPr>
        <p:spPr>
          <a:xfrm>
            <a:off x="-1" y="6343799"/>
            <a:ext cx="10909738" cy="369332"/>
          </a:xfrm>
          <a:prstGeom prst="rect">
            <a:avLst/>
          </a:prstGeom>
        </p:spPr>
        <p:txBody>
          <a:bodyPr wrap="square">
            <a:spAutoFit/>
          </a:bodyPr>
          <a:lstStyle/>
          <a:p>
            <a:r>
              <a:rPr lang="fr-FR" b="1" dirty="0">
                <a:solidFill>
                  <a:srgbClr val="0070C0"/>
                </a:solidFill>
                <a:latin typeface="CiscoSansTTLight"/>
              </a:rPr>
              <a:t>Show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dhcp</a:t>
            </a:r>
            <a:r>
              <a:rPr lang="fr-FR" b="1" dirty="0">
                <a:solidFill>
                  <a:srgbClr val="0070C0"/>
                </a:solidFill>
                <a:latin typeface="CiscoSansTTLight"/>
              </a:rPr>
              <a:t> server </a:t>
            </a:r>
            <a:r>
              <a:rPr lang="fr-FR" b="1" dirty="0" err="1">
                <a:solidFill>
                  <a:srgbClr val="0070C0"/>
                </a:solidFill>
                <a:latin typeface="CiscoSansTTLight"/>
              </a:rPr>
              <a:t>statistics</a:t>
            </a:r>
            <a:r>
              <a:rPr lang="fr-FR" dirty="0">
                <a:solidFill>
                  <a:srgbClr val="333333"/>
                </a:solidFill>
                <a:latin typeface="CiscoSansTTLight"/>
              </a:rPr>
              <a:t>, sert à vérifier que les messages sont reçus ou envoyés par le routeur. </a:t>
            </a:r>
            <a:endParaRPr lang="en-US" dirty="0"/>
          </a:p>
        </p:txBody>
      </p:sp>
      <p:sp>
        <p:nvSpPr>
          <p:cNvPr id="14" name="Title 1">
            <a:extLst>
              <a:ext uri="{FF2B5EF4-FFF2-40B4-BE49-F238E27FC236}">
                <a16:creationId xmlns:a16="http://schemas.microsoft.com/office/drawing/2014/main" id="{ED9AB999-BCE3-4F1C-BFEC-976616877CF2}"/>
              </a:ext>
            </a:extLst>
          </p:cNvPr>
          <p:cNvSpPr>
            <a:spLocks noGrp="1"/>
          </p:cNvSpPr>
          <p:nvPr>
            <p:ph type="title"/>
          </p:nvPr>
        </p:nvSpPr>
        <p:spPr>
          <a:xfrm>
            <a:off x="1104900" y="447982"/>
            <a:ext cx="9982200" cy="1325563"/>
          </a:xfrm>
        </p:spPr>
        <p:txBody>
          <a:bodyPr>
            <a:normAutofit/>
          </a:bodyPr>
          <a:lstStyle/>
          <a:p>
            <a:r>
              <a:rPr lang="fr-FR" sz="4400" b="1" i="1" dirty="0">
                <a:solidFill>
                  <a:schemeClr val="tx2">
                    <a:lumMod val="75000"/>
                  </a:schemeClr>
                </a:solidFill>
                <a:latin typeface="Calibri" panose="020F0502020204030204" pitchFamily="34" charset="0"/>
                <a:cs typeface="Calibri" panose="020F0502020204030204" pitchFamily="34" charset="0"/>
              </a:rPr>
              <a:t>Vérification de la configuration DHCPv4 </a:t>
            </a:r>
            <a:br>
              <a:rPr lang="fr-FR" sz="4400" b="1" i="1" dirty="0">
                <a:solidFill>
                  <a:schemeClr val="tx2">
                    <a:lumMod val="75000"/>
                  </a:schemeClr>
                </a:solidFill>
                <a:latin typeface="Calibri" panose="020F0502020204030204" pitchFamily="34" charset="0"/>
                <a:cs typeface="Calibri" panose="020F0502020204030204" pitchFamily="34" charset="0"/>
              </a:rPr>
            </a:br>
            <a:endParaRPr lang="en-US" sz="4400" b="1" i="1"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976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arn(inVertical)">
                                      <p:cBhvr>
                                        <p:cTn id="23" dur="500"/>
                                        <p:tgtEl>
                                          <p:spTgt spid="12"/>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barn(inVertical)">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24</a:t>
            </a:fld>
            <a:endParaRPr lang="fr-FR"/>
          </a:p>
        </p:txBody>
      </p:sp>
      <p:pic>
        <p:nvPicPr>
          <p:cNvPr id="6" name="Picture 5"/>
          <p:cNvPicPr>
            <a:picLocks noChangeAspect="1"/>
          </p:cNvPicPr>
          <p:nvPr/>
        </p:nvPicPr>
        <p:blipFill>
          <a:blip r:embed="rId3"/>
          <a:stretch>
            <a:fillRect/>
          </a:stretch>
        </p:blipFill>
        <p:spPr>
          <a:xfrm>
            <a:off x="2801710" y="1094802"/>
            <a:ext cx="7034894" cy="3838272"/>
          </a:xfrm>
          <a:prstGeom prst="rect">
            <a:avLst/>
          </a:prstGeom>
        </p:spPr>
      </p:pic>
      <p:sp>
        <p:nvSpPr>
          <p:cNvPr id="9" name="Rectangle 8"/>
          <p:cNvSpPr/>
          <p:nvPr/>
        </p:nvSpPr>
        <p:spPr>
          <a:xfrm>
            <a:off x="0" y="4954786"/>
            <a:ext cx="6096000" cy="2031325"/>
          </a:xfrm>
          <a:prstGeom prst="rect">
            <a:avLst/>
          </a:prstGeom>
        </p:spPr>
        <p:txBody>
          <a:bodyPr>
            <a:spAutoFit/>
          </a:bodyPr>
          <a:lstStyle/>
          <a:p>
            <a:pPr algn="just">
              <a:defRPr/>
            </a:pPr>
            <a:r>
              <a:rPr lang="fr-FR" dirty="0">
                <a:solidFill>
                  <a:srgbClr val="333333"/>
                </a:solidFill>
                <a:latin typeface="CiscoSansTTLight"/>
              </a:rPr>
              <a:t>Le PC1 essaie d'acquérir une adresse IPv4 à partir d'un serveur DHCP à l'aide d'un message de diffusion. Dans ce scénario, le routeur R1 n'est pas configuré en tant que serveur DHCPv4 et ne transmet pas la diffusion. Étant donné que le serveur DHCPv4 se trouve sur un autre réseau, PC1 ne peut pas recevoir d'adresse IP via DHCP.</a:t>
            </a:r>
            <a:endParaRPr lang="en-US" dirty="0"/>
          </a:p>
          <a:p>
            <a:pPr algn="just"/>
            <a:endParaRPr lang="fr-FR" dirty="0">
              <a:solidFill>
                <a:srgbClr val="333333"/>
              </a:solidFill>
              <a:latin typeface="CiscoSansTTLight"/>
            </a:endParaRPr>
          </a:p>
        </p:txBody>
      </p:sp>
      <p:sp>
        <p:nvSpPr>
          <p:cNvPr id="10" name="Right Arrow 9"/>
          <p:cNvSpPr/>
          <p:nvPr/>
        </p:nvSpPr>
        <p:spPr>
          <a:xfrm>
            <a:off x="6319157" y="5535387"/>
            <a:ext cx="653143" cy="227811"/>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
        <p:nvSpPr>
          <p:cNvPr id="11" name="Rectangle 10"/>
          <p:cNvSpPr/>
          <p:nvPr/>
        </p:nvSpPr>
        <p:spPr>
          <a:xfrm>
            <a:off x="7043057" y="5326126"/>
            <a:ext cx="4310743" cy="923330"/>
          </a:xfrm>
          <a:prstGeom prst="rect">
            <a:avLst/>
          </a:prstGeom>
        </p:spPr>
        <p:txBody>
          <a:bodyPr wrap="square">
            <a:spAutoFit/>
          </a:bodyPr>
          <a:lstStyle/>
          <a:p>
            <a:pPr algn="just"/>
            <a:r>
              <a:rPr lang="fr-FR" dirty="0">
                <a:solidFill>
                  <a:srgbClr val="333333"/>
                </a:solidFill>
                <a:latin typeface="CiscoSansTTLight"/>
              </a:rPr>
              <a:t>Un administrateur peut ajouter des serveurs DHCPv4 sur tous les sous-réseaux.</a:t>
            </a:r>
            <a:endParaRPr lang="en-US" dirty="0"/>
          </a:p>
        </p:txBody>
      </p:sp>
      <p:sp>
        <p:nvSpPr>
          <p:cNvPr id="8" name="Title 1">
            <a:extLst>
              <a:ext uri="{FF2B5EF4-FFF2-40B4-BE49-F238E27FC236}">
                <a16:creationId xmlns:a16="http://schemas.microsoft.com/office/drawing/2014/main" id="{20E9B6D8-100D-4836-9E5B-3A596E620EA7}"/>
              </a:ext>
            </a:extLst>
          </p:cNvPr>
          <p:cNvSpPr txBox="1">
            <a:spLocks/>
          </p:cNvSpPr>
          <p:nvPr/>
        </p:nvSpPr>
        <p:spPr>
          <a:xfrm>
            <a:off x="1328057" y="57427"/>
            <a:ext cx="9982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rgbClr val="00B050"/>
                </a:solidFill>
                <a:latin typeface="Calibri" panose="020F0502020204030204" pitchFamily="34" charset="0"/>
                <a:cs typeface="Calibri" panose="020F0502020204030204" pitchFamily="34" charset="0"/>
              </a:rPr>
              <a:t>Relais </a:t>
            </a:r>
            <a:r>
              <a:rPr lang="fr-FR" b="1" i="1" dirty="0">
                <a:solidFill>
                  <a:schemeClr val="tx2">
                    <a:lumMod val="75000"/>
                  </a:schemeClr>
                </a:solidFill>
                <a:latin typeface="Calibri" panose="020F0502020204030204" pitchFamily="34" charset="0"/>
                <a:cs typeface="Calibri" panose="020F0502020204030204" pitchFamily="34" charset="0"/>
              </a:rPr>
              <a:t>DHCPv4</a:t>
            </a:r>
            <a:endParaRPr lang="en-US" b="1" i="1"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170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25</a:t>
            </a:fld>
            <a:endParaRPr lang="fr-FR"/>
          </a:p>
        </p:txBody>
      </p:sp>
      <p:sp>
        <p:nvSpPr>
          <p:cNvPr id="5" name="Rectangle 4"/>
          <p:cNvSpPr/>
          <p:nvPr/>
        </p:nvSpPr>
        <p:spPr>
          <a:xfrm>
            <a:off x="310143" y="1583902"/>
            <a:ext cx="5283619" cy="1477328"/>
          </a:xfrm>
          <a:prstGeom prst="rect">
            <a:avLst/>
          </a:prstGeom>
        </p:spPr>
        <p:txBody>
          <a:bodyPr wrap="square">
            <a:spAutoFit/>
          </a:bodyPr>
          <a:lstStyle/>
          <a:p>
            <a:pPr algn="just"/>
            <a:r>
              <a:rPr lang="fr-FR" dirty="0">
                <a:solidFill>
                  <a:srgbClr val="333333"/>
                </a:solidFill>
                <a:latin typeface="CiscoSansTTLight"/>
              </a:rPr>
              <a:t>L'interface sur R1 recevant la diffusion est configurée avec la commande du mode de configuration d'interface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helper-address</a:t>
            </a:r>
            <a:r>
              <a:rPr lang="fr-FR" dirty="0">
                <a:solidFill>
                  <a:srgbClr val="333333"/>
                </a:solidFill>
                <a:latin typeface="CiscoSansTTLight"/>
              </a:rPr>
              <a:t>. L'adresse du serveur DHCPv4 est configurée comme seul paramètre.</a:t>
            </a:r>
            <a:endParaRPr lang="en-US" dirty="0"/>
          </a:p>
        </p:txBody>
      </p:sp>
      <p:pic>
        <p:nvPicPr>
          <p:cNvPr id="6" name="Picture 5"/>
          <p:cNvPicPr>
            <a:picLocks noChangeAspect="1"/>
          </p:cNvPicPr>
          <p:nvPr/>
        </p:nvPicPr>
        <p:blipFill>
          <a:blip r:embed="rId2"/>
          <a:stretch>
            <a:fillRect/>
          </a:stretch>
        </p:blipFill>
        <p:spPr>
          <a:xfrm>
            <a:off x="5966199" y="1254767"/>
            <a:ext cx="5915658" cy="3391913"/>
          </a:xfrm>
          <a:prstGeom prst="rect">
            <a:avLst/>
          </a:prstGeom>
        </p:spPr>
      </p:pic>
      <p:sp>
        <p:nvSpPr>
          <p:cNvPr id="8" name="Rectangle 7"/>
          <p:cNvSpPr/>
          <p:nvPr/>
        </p:nvSpPr>
        <p:spPr>
          <a:xfrm>
            <a:off x="5966199" y="1583902"/>
            <a:ext cx="5915658" cy="302325"/>
          </a:xfrm>
          <a:prstGeom prst="rect">
            <a:avLst/>
          </a:prstGeom>
          <a:solidFill>
            <a:srgbClr val="FF66CC">
              <a:alpha val="3000"/>
            </a:srgb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31241" y="3453365"/>
            <a:ext cx="5241422" cy="646331"/>
          </a:xfrm>
          <a:prstGeom prst="rect">
            <a:avLst/>
          </a:prstGeom>
        </p:spPr>
        <p:txBody>
          <a:bodyPr wrap="square">
            <a:spAutoFit/>
          </a:bodyPr>
          <a:lstStyle/>
          <a:p>
            <a:r>
              <a:rPr lang="fr-FR" dirty="0">
                <a:solidFill>
                  <a:srgbClr val="333333"/>
                </a:solidFill>
                <a:latin typeface="CiscoSansTTLight"/>
              </a:rPr>
              <a:t> La commande </a:t>
            </a:r>
            <a:r>
              <a:rPr lang="fr-FR" b="1" dirty="0">
                <a:solidFill>
                  <a:srgbClr val="0070C0"/>
                </a:solidFill>
                <a:latin typeface="CiscoSansTTLight"/>
              </a:rPr>
              <a:t>show </a:t>
            </a:r>
            <a:r>
              <a:rPr lang="fr-FR" b="1" dirty="0" err="1">
                <a:solidFill>
                  <a:srgbClr val="0070C0"/>
                </a:solidFill>
                <a:latin typeface="CiscoSansTTLight"/>
              </a:rPr>
              <a:t>ip</a:t>
            </a:r>
            <a:r>
              <a:rPr lang="fr-FR" b="1" dirty="0">
                <a:solidFill>
                  <a:srgbClr val="0070C0"/>
                </a:solidFill>
                <a:latin typeface="CiscoSansTTLight"/>
              </a:rPr>
              <a:t> interface</a:t>
            </a:r>
            <a:r>
              <a:rPr lang="fr-FR" dirty="0">
                <a:solidFill>
                  <a:srgbClr val="333333"/>
                </a:solidFill>
                <a:latin typeface="CiscoSansTTLight"/>
              </a:rPr>
              <a:t> permet de vérifier la configuration.</a:t>
            </a:r>
            <a:endParaRPr lang="en-US" dirty="0"/>
          </a:p>
        </p:txBody>
      </p:sp>
      <p:sp>
        <p:nvSpPr>
          <p:cNvPr id="10" name="Rectangle 9"/>
          <p:cNvSpPr/>
          <p:nvPr/>
        </p:nvSpPr>
        <p:spPr>
          <a:xfrm>
            <a:off x="5966199" y="2133717"/>
            <a:ext cx="5915658" cy="366836"/>
          </a:xfrm>
          <a:prstGeom prst="rect">
            <a:avLst/>
          </a:prstGeom>
          <a:solidFill>
            <a:srgbClr val="FF66CC">
              <a:alpha val="3000"/>
            </a:srgb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A9555EB-178C-454E-8E0D-A325BB31926E}"/>
              </a:ext>
            </a:extLst>
          </p:cNvPr>
          <p:cNvSpPr txBox="1">
            <a:spLocks/>
          </p:cNvSpPr>
          <p:nvPr/>
        </p:nvSpPr>
        <p:spPr>
          <a:xfrm>
            <a:off x="1328057" y="57427"/>
            <a:ext cx="99822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rgbClr val="00B050"/>
                </a:solidFill>
                <a:latin typeface="Calibri" panose="020F0502020204030204" pitchFamily="34" charset="0"/>
                <a:cs typeface="Calibri" panose="020F0502020204030204" pitchFamily="34" charset="0"/>
              </a:rPr>
              <a:t>Relais </a:t>
            </a:r>
            <a:r>
              <a:rPr lang="fr-FR" b="1" i="1" dirty="0">
                <a:solidFill>
                  <a:schemeClr val="tx2">
                    <a:lumMod val="75000"/>
                  </a:schemeClr>
                </a:solidFill>
                <a:latin typeface="Calibri" panose="020F0502020204030204" pitchFamily="34" charset="0"/>
                <a:cs typeface="Calibri" panose="020F0502020204030204" pitchFamily="34" charset="0"/>
              </a:rPr>
              <a:t>DHCPv4</a:t>
            </a:r>
            <a:endParaRPr lang="en-US" b="1" i="1" dirty="0">
              <a:solidFill>
                <a:schemeClr val="tx2">
                  <a:lumMod val="7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6808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7152" y="817525"/>
            <a:ext cx="11423061" cy="1325563"/>
          </a:xfrm>
        </p:spPr>
        <p:txBody>
          <a:bodyPr>
            <a:noAutofit/>
          </a:bodyPr>
          <a:lstStyle/>
          <a:p>
            <a:pPr algn="l"/>
            <a:r>
              <a:rPr lang="fr-FR" sz="4400" b="1" i="1" dirty="0">
                <a:solidFill>
                  <a:schemeClr val="tx2">
                    <a:lumMod val="75000"/>
                  </a:schemeClr>
                </a:solidFill>
                <a:latin typeface="Calibri" panose="020F0502020204030204" pitchFamily="34" charset="0"/>
                <a:cs typeface="Calibri" panose="020F0502020204030204" pitchFamily="34" charset="0"/>
              </a:rPr>
              <a:t>Configuration d'un routeur en tant que </a:t>
            </a:r>
            <a:r>
              <a:rPr lang="fr-FR" sz="4400" b="1" i="1" dirty="0">
                <a:solidFill>
                  <a:srgbClr val="00B050"/>
                </a:solidFill>
                <a:latin typeface="Calibri" panose="020F0502020204030204" pitchFamily="34" charset="0"/>
                <a:cs typeface="Calibri" panose="020F0502020204030204" pitchFamily="34" charset="0"/>
              </a:rPr>
              <a:t>client </a:t>
            </a:r>
            <a:r>
              <a:rPr lang="fr-FR" sz="4400" b="1" i="1" dirty="0">
                <a:solidFill>
                  <a:schemeClr val="tx2">
                    <a:lumMod val="75000"/>
                  </a:schemeClr>
                </a:solidFill>
                <a:latin typeface="Calibri" panose="020F0502020204030204" pitchFamily="34" charset="0"/>
                <a:cs typeface="Calibri" panose="020F0502020204030204" pitchFamily="34" charset="0"/>
              </a:rPr>
              <a:t>DHCPv4</a:t>
            </a:r>
            <a:br>
              <a:rPr lang="fr-FR" sz="4400" b="1" i="1" dirty="0">
                <a:solidFill>
                  <a:srgbClr val="C00000"/>
                </a:solidFill>
                <a:latin typeface="Calibri" panose="020F0502020204030204" pitchFamily="34" charset="0"/>
                <a:cs typeface="Calibri" panose="020F0502020204030204" pitchFamily="34" charset="0"/>
              </a:rPr>
            </a:br>
            <a:br>
              <a:rPr lang="fr-FR" sz="4400" b="1" i="1" dirty="0">
                <a:solidFill>
                  <a:srgbClr val="C00000"/>
                </a:solidFill>
                <a:latin typeface="Calibri" panose="020F0502020204030204" pitchFamily="34" charset="0"/>
                <a:cs typeface="Calibri" panose="020F0502020204030204" pitchFamily="34" charset="0"/>
              </a:rPr>
            </a:br>
            <a:endParaRPr lang="en-US" sz="4400" b="1" i="1" dirty="0">
              <a:solidFill>
                <a:srgbClr val="C0000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26</a:t>
            </a:fld>
            <a:endParaRPr lang="fr-FR"/>
          </a:p>
        </p:txBody>
      </p:sp>
      <p:pic>
        <p:nvPicPr>
          <p:cNvPr id="5" name="Picture 4"/>
          <p:cNvPicPr>
            <a:picLocks noChangeAspect="1"/>
          </p:cNvPicPr>
          <p:nvPr/>
        </p:nvPicPr>
        <p:blipFill>
          <a:blip r:embed="rId2"/>
          <a:stretch>
            <a:fillRect/>
          </a:stretch>
        </p:blipFill>
        <p:spPr>
          <a:xfrm>
            <a:off x="5568045" y="1690688"/>
            <a:ext cx="5557837" cy="1191922"/>
          </a:xfrm>
          <a:prstGeom prst="rect">
            <a:avLst/>
          </a:prstGeom>
        </p:spPr>
      </p:pic>
      <p:pic>
        <p:nvPicPr>
          <p:cNvPr id="6" name="Picture 5"/>
          <p:cNvPicPr>
            <a:picLocks noChangeAspect="1"/>
          </p:cNvPicPr>
          <p:nvPr/>
        </p:nvPicPr>
        <p:blipFill>
          <a:blip r:embed="rId3"/>
          <a:stretch>
            <a:fillRect/>
          </a:stretch>
        </p:blipFill>
        <p:spPr>
          <a:xfrm>
            <a:off x="5568044" y="3037681"/>
            <a:ext cx="5557837" cy="2965135"/>
          </a:xfrm>
          <a:prstGeom prst="rect">
            <a:avLst/>
          </a:prstGeom>
        </p:spPr>
      </p:pic>
      <p:sp>
        <p:nvSpPr>
          <p:cNvPr id="7" name="Rectangle 6"/>
          <p:cNvSpPr/>
          <p:nvPr/>
        </p:nvSpPr>
        <p:spPr>
          <a:xfrm>
            <a:off x="0" y="1902519"/>
            <a:ext cx="5078186" cy="923330"/>
          </a:xfrm>
          <a:prstGeom prst="rect">
            <a:avLst/>
          </a:prstGeom>
        </p:spPr>
        <p:txBody>
          <a:bodyPr wrap="square">
            <a:spAutoFit/>
          </a:bodyPr>
          <a:lstStyle/>
          <a:p>
            <a:pPr algn="just"/>
            <a:r>
              <a:rPr lang="fr-FR" dirty="0">
                <a:solidFill>
                  <a:srgbClr val="333333"/>
                </a:solidFill>
                <a:latin typeface="CiscoSansTTLight"/>
              </a:rPr>
              <a:t>Pour configurer une interface Ethernet en tant que client DHCP, utilisez la commande du mode de configuration d'interface </a:t>
            </a:r>
            <a:r>
              <a:rPr lang="fr-FR" b="1" dirty="0" err="1">
                <a:solidFill>
                  <a:srgbClr val="0070C0"/>
                </a:solidFill>
                <a:latin typeface="CiscoSansTTLight"/>
              </a:rPr>
              <a:t>ip</a:t>
            </a:r>
            <a:r>
              <a:rPr lang="fr-FR" b="1" dirty="0">
                <a:solidFill>
                  <a:srgbClr val="0070C0"/>
                </a:solidFill>
                <a:latin typeface="CiscoSansTTLight"/>
              </a:rPr>
              <a:t> </a:t>
            </a:r>
            <a:r>
              <a:rPr lang="fr-FR" b="1" dirty="0" err="1">
                <a:solidFill>
                  <a:srgbClr val="0070C0"/>
                </a:solidFill>
                <a:latin typeface="CiscoSansTTLight"/>
              </a:rPr>
              <a:t>address</a:t>
            </a:r>
            <a:r>
              <a:rPr lang="fr-FR" b="1" dirty="0">
                <a:solidFill>
                  <a:srgbClr val="0070C0"/>
                </a:solidFill>
                <a:latin typeface="CiscoSansTTLight"/>
              </a:rPr>
              <a:t> </a:t>
            </a:r>
            <a:r>
              <a:rPr lang="fr-FR" b="1" dirty="0" err="1">
                <a:solidFill>
                  <a:srgbClr val="0070C0"/>
                </a:solidFill>
                <a:latin typeface="CiscoSansTTLight"/>
              </a:rPr>
              <a:t>dhcp</a:t>
            </a:r>
            <a:r>
              <a:rPr lang="fr-FR" dirty="0">
                <a:solidFill>
                  <a:srgbClr val="333333"/>
                </a:solidFill>
                <a:latin typeface="CiscoSansTTLight"/>
              </a:rPr>
              <a:t>.</a:t>
            </a:r>
            <a:endParaRPr lang="en-US" dirty="0"/>
          </a:p>
        </p:txBody>
      </p:sp>
      <p:sp>
        <p:nvSpPr>
          <p:cNvPr id="8" name="Rectangle 7"/>
          <p:cNvSpPr/>
          <p:nvPr/>
        </p:nvSpPr>
        <p:spPr>
          <a:xfrm>
            <a:off x="5568043" y="3303374"/>
            <a:ext cx="5535387" cy="239927"/>
          </a:xfrm>
          <a:prstGeom prst="rect">
            <a:avLst/>
          </a:prstGeom>
          <a:solidFill>
            <a:srgbClr val="FF66CC">
              <a:alpha val="3000"/>
            </a:srgb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590494" y="4686539"/>
            <a:ext cx="5535387" cy="239927"/>
          </a:xfrm>
          <a:prstGeom prst="rect">
            <a:avLst/>
          </a:prstGeom>
          <a:solidFill>
            <a:srgbClr val="FF66CC">
              <a:alpha val="3000"/>
            </a:srgbClr>
          </a:solidFill>
          <a:ln w="38100">
            <a:solidFill>
              <a:srgbClr val="FF66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3878707"/>
            <a:ext cx="5208814" cy="1200329"/>
          </a:xfrm>
          <a:prstGeom prst="rect">
            <a:avLst/>
          </a:prstGeom>
        </p:spPr>
        <p:txBody>
          <a:bodyPr wrap="square">
            <a:spAutoFit/>
          </a:bodyPr>
          <a:lstStyle/>
          <a:p>
            <a:pPr algn="just"/>
            <a:r>
              <a:rPr lang="fr-FR" dirty="0">
                <a:solidFill>
                  <a:srgbClr val="333333"/>
                </a:solidFill>
                <a:latin typeface="CiscoSansTTLight"/>
              </a:rPr>
              <a:t>Une fois que l'interface est configurée la commande </a:t>
            </a:r>
            <a:r>
              <a:rPr lang="fr-FR" b="1" dirty="0">
                <a:solidFill>
                  <a:srgbClr val="0070C0"/>
                </a:solidFill>
                <a:latin typeface="CiscoSansTTLight"/>
              </a:rPr>
              <a:t>show </a:t>
            </a:r>
            <a:r>
              <a:rPr lang="fr-FR" b="1" dirty="0" err="1">
                <a:solidFill>
                  <a:srgbClr val="0070C0"/>
                </a:solidFill>
                <a:latin typeface="CiscoSansTTLight"/>
              </a:rPr>
              <a:t>ip</a:t>
            </a:r>
            <a:r>
              <a:rPr lang="fr-FR" b="1" dirty="0">
                <a:solidFill>
                  <a:srgbClr val="0070C0"/>
                </a:solidFill>
                <a:latin typeface="CiscoSansTTLight"/>
              </a:rPr>
              <a:t> interface </a:t>
            </a:r>
            <a:r>
              <a:rPr lang="fr-FR" i="1" dirty="0" err="1">
                <a:solidFill>
                  <a:srgbClr val="0070C0"/>
                </a:solidFill>
                <a:latin typeface="CiscoSansTTLight"/>
              </a:rPr>
              <a:t>interface</a:t>
            </a:r>
            <a:r>
              <a:rPr lang="fr-FR" i="1" dirty="0">
                <a:solidFill>
                  <a:srgbClr val="0070C0"/>
                </a:solidFill>
                <a:latin typeface="CiscoSansTTLight"/>
              </a:rPr>
              <a:t> nom</a:t>
            </a:r>
            <a:r>
              <a:rPr lang="fr-FR" dirty="0">
                <a:solidFill>
                  <a:srgbClr val="333333"/>
                </a:solidFill>
                <a:latin typeface="CiscoSansTTLight"/>
              </a:rPr>
              <a:t> confirme que l'interface est activée et que l'adresse a été attribuée par un serveur DHCPv4.</a:t>
            </a:r>
            <a:endParaRPr lang="en-US" dirty="0"/>
          </a:p>
        </p:txBody>
      </p:sp>
    </p:spTree>
    <p:extLst>
      <p:ext uri="{BB962C8B-B14F-4D97-AF65-F5344CB8AC3E}">
        <p14:creationId xmlns:p14="http://schemas.microsoft.com/office/powerpoint/2010/main" val="267248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arn(inVertical)">
                                      <p:cBhvr>
                                        <p:cTn id="15" dur="500"/>
                                        <p:tgtEl>
                                          <p:spTgt spid="9"/>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arn(inVertic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398" y="889417"/>
            <a:ext cx="10092390" cy="1325563"/>
          </a:xfrm>
        </p:spPr>
        <p:txBody>
          <a:bodyPr>
            <a:noAutofit/>
          </a:bodyPr>
          <a:lstStyle/>
          <a:p>
            <a:r>
              <a:rPr lang="fr-FR" sz="4400" b="1" i="1" dirty="0">
                <a:solidFill>
                  <a:schemeClr val="tx2">
                    <a:lumMod val="75000"/>
                  </a:schemeClr>
                </a:solidFill>
                <a:latin typeface="Calibri" panose="020F0502020204030204" pitchFamily="34" charset="0"/>
                <a:cs typeface="Calibri" panose="020F0502020204030204" pitchFamily="34" charset="0"/>
              </a:rPr>
              <a:t>Configuration</a:t>
            </a:r>
            <a:r>
              <a:rPr lang="fr-FR" sz="4400" b="1" i="1" dirty="0">
                <a:latin typeface="Calibri" panose="020F0502020204030204" pitchFamily="34" charset="0"/>
                <a:cs typeface="Calibri" panose="020F0502020204030204" pitchFamily="34" charset="0"/>
              </a:rPr>
              <a:t> </a:t>
            </a:r>
            <a:r>
              <a:rPr lang="fr-FR" sz="4400" b="1" i="1" dirty="0">
                <a:solidFill>
                  <a:srgbClr val="00B050"/>
                </a:solidFill>
                <a:latin typeface="Calibri" panose="020F0502020204030204" pitchFamily="34" charset="0"/>
                <a:cs typeface="Calibri" panose="020F0502020204030204" pitchFamily="34" charset="0"/>
              </a:rPr>
              <a:t>d'un routeur sans fil </a:t>
            </a:r>
            <a:r>
              <a:rPr lang="fr-FR" sz="4400" b="1" i="1" dirty="0">
                <a:solidFill>
                  <a:schemeClr val="tx2">
                    <a:lumMod val="75000"/>
                  </a:schemeClr>
                </a:solidFill>
                <a:latin typeface="Calibri" panose="020F0502020204030204" pitchFamily="34" charset="0"/>
                <a:cs typeface="Calibri" panose="020F0502020204030204" pitchFamily="34" charset="0"/>
              </a:rPr>
              <a:t>en tant que</a:t>
            </a:r>
            <a:r>
              <a:rPr lang="fr-FR" sz="4400" b="1" i="1" dirty="0">
                <a:solidFill>
                  <a:schemeClr val="accent5">
                    <a:lumMod val="75000"/>
                  </a:schemeClr>
                </a:solidFill>
                <a:latin typeface="Calibri" panose="020F0502020204030204" pitchFamily="34" charset="0"/>
                <a:cs typeface="Calibri" panose="020F0502020204030204" pitchFamily="34" charset="0"/>
              </a:rPr>
              <a:t> </a:t>
            </a:r>
            <a:r>
              <a:rPr lang="fr-FR" sz="4400" b="1" i="1" dirty="0">
                <a:solidFill>
                  <a:srgbClr val="00B050"/>
                </a:solidFill>
                <a:latin typeface="Calibri" panose="020F0502020204030204" pitchFamily="34" charset="0"/>
                <a:cs typeface="Calibri" panose="020F0502020204030204" pitchFamily="34" charset="0"/>
              </a:rPr>
              <a:t>client</a:t>
            </a:r>
            <a:r>
              <a:rPr lang="fr-FR" sz="4400" b="1" i="1" dirty="0">
                <a:latin typeface="Calibri" panose="020F0502020204030204" pitchFamily="34" charset="0"/>
                <a:cs typeface="Calibri" panose="020F0502020204030204" pitchFamily="34" charset="0"/>
              </a:rPr>
              <a:t> </a:t>
            </a:r>
            <a:r>
              <a:rPr lang="fr-FR" sz="4400" b="1" i="1" dirty="0">
                <a:solidFill>
                  <a:schemeClr val="tx2">
                    <a:lumMod val="75000"/>
                  </a:schemeClr>
                </a:solidFill>
                <a:latin typeface="Calibri" panose="020F0502020204030204" pitchFamily="34" charset="0"/>
                <a:cs typeface="Calibri" panose="020F0502020204030204" pitchFamily="34" charset="0"/>
              </a:rPr>
              <a:t>DHCPv4</a:t>
            </a:r>
            <a:br>
              <a:rPr lang="fr-FR" sz="4400" b="1" i="1" dirty="0">
                <a:latin typeface="Calibri" panose="020F0502020204030204" pitchFamily="34" charset="0"/>
                <a:cs typeface="Calibri" panose="020F0502020204030204" pitchFamily="34" charset="0"/>
              </a:rPr>
            </a:br>
            <a:br>
              <a:rPr lang="fr-FR" sz="4400" b="1" i="1" dirty="0">
                <a:latin typeface="Calibri" panose="020F0502020204030204" pitchFamily="34" charset="0"/>
                <a:cs typeface="Calibri" panose="020F0502020204030204" pitchFamily="34" charset="0"/>
              </a:rPr>
            </a:br>
            <a:endParaRPr lang="en-US" sz="4400" b="1" i="1"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194EA0E9-6AA5-4C72-ADD8-CBD3FCBC5038}" type="slidenum">
              <a:rPr lang="fr-FR" smtClean="0"/>
              <a:pPr/>
              <a:t>27</a:t>
            </a:fld>
            <a:endParaRPr lang="fr-FR"/>
          </a:p>
        </p:txBody>
      </p:sp>
      <p:pic>
        <p:nvPicPr>
          <p:cNvPr id="5" name="Picture 4"/>
          <p:cNvPicPr>
            <a:picLocks noChangeAspect="1"/>
          </p:cNvPicPr>
          <p:nvPr/>
        </p:nvPicPr>
        <p:blipFill>
          <a:blip r:embed="rId2"/>
          <a:stretch>
            <a:fillRect/>
          </a:stretch>
        </p:blipFill>
        <p:spPr>
          <a:xfrm>
            <a:off x="203562" y="2017265"/>
            <a:ext cx="7519851" cy="3714750"/>
          </a:xfrm>
          <a:prstGeom prst="rect">
            <a:avLst/>
          </a:prstGeom>
        </p:spPr>
      </p:pic>
      <p:sp>
        <p:nvSpPr>
          <p:cNvPr id="6" name="Rectangle 5"/>
          <p:cNvSpPr/>
          <p:nvPr/>
        </p:nvSpPr>
        <p:spPr>
          <a:xfrm>
            <a:off x="8001000" y="2443479"/>
            <a:ext cx="3690257" cy="2862322"/>
          </a:xfrm>
          <a:prstGeom prst="rect">
            <a:avLst/>
          </a:prstGeom>
        </p:spPr>
        <p:txBody>
          <a:bodyPr wrap="square">
            <a:spAutoFit/>
          </a:bodyPr>
          <a:lstStyle/>
          <a:p>
            <a:pPr algn="just"/>
            <a:r>
              <a:rPr lang="fr-FR" dirty="0">
                <a:solidFill>
                  <a:srgbClr val="333333"/>
                </a:solidFill>
                <a:latin typeface="CiscoSansTTLight"/>
              </a:rPr>
              <a:t>Le type de connexion Internet est défini sur </a:t>
            </a:r>
            <a:r>
              <a:rPr lang="fr-FR" b="1" dirty="0" err="1">
                <a:solidFill>
                  <a:srgbClr val="0070C0"/>
                </a:solidFill>
                <a:latin typeface="CiscoSansTTLight"/>
              </a:rPr>
              <a:t>Automatic</a:t>
            </a:r>
            <a:r>
              <a:rPr lang="fr-FR" b="1" dirty="0">
                <a:solidFill>
                  <a:srgbClr val="0070C0"/>
                </a:solidFill>
                <a:latin typeface="CiscoSansTTLight"/>
              </a:rPr>
              <a:t> Configuration - DHCP</a:t>
            </a:r>
            <a:r>
              <a:rPr lang="fr-FR" dirty="0">
                <a:solidFill>
                  <a:srgbClr val="333333"/>
                </a:solidFill>
                <a:latin typeface="CiscoSansTTLight"/>
              </a:rPr>
              <a:t> (Configuration automatique - DHCP). </a:t>
            </a:r>
          </a:p>
          <a:p>
            <a:pPr algn="just"/>
            <a:endParaRPr lang="fr-FR" dirty="0">
              <a:solidFill>
                <a:srgbClr val="333333"/>
              </a:solidFill>
              <a:latin typeface="CiscoSansTTLight"/>
            </a:endParaRPr>
          </a:p>
          <a:p>
            <a:pPr algn="just"/>
            <a:r>
              <a:rPr lang="fr-FR" dirty="0">
                <a:solidFill>
                  <a:srgbClr val="333333"/>
                </a:solidFill>
                <a:latin typeface="CiscoSansTTLight"/>
              </a:rPr>
              <a:t>Cette sélection est utilisée lorsque le routeur est connecté à un DSL ou à un modem câble et agit en tant que client DHCPv4, demandant une adresse IPv4 auprès du FAI.</a:t>
            </a:r>
            <a:endParaRPr lang="en-US" dirty="0"/>
          </a:p>
        </p:txBody>
      </p:sp>
    </p:spTree>
    <p:extLst>
      <p:ext uri="{BB962C8B-B14F-4D97-AF65-F5344CB8AC3E}">
        <p14:creationId xmlns:p14="http://schemas.microsoft.com/office/powerpoint/2010/main" val="2384182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pPr marL="0" lvl="0" indent="0" algn="r" rtl="0">
                <a:spcBef>
                  <a:spcPts val="0"/>
                </a:spcBef>
                <a:spcAft>
                  <a:spcPts val="0"/>
                </a:spcAft>
                <a:buNone/>
              </a:pPr>
              <a:t>28</a:t>
            </a:fld>
            <a:endParaRPr lang="fr-FR"/>
          </a:p>
        </p:txBody>
      </p:sp>
      <p:sp>
        <p:nvSpPr>
          <p:cNvPr id="3" name="Google Shape;185;ge2bdff7c1c_1_52"/>
          <p:cNvSpPr/>
          <p:nvPr/>
        </p:nvSpPr>
        <p:spPr>
          <a:xfrm>
            <a:off x="0" y="-28242"/>
            <a:ext cx="12192000" cy="6886200"/>
          </a:xfrm>
          <a:prstGeom prst="rect">
            <a:avLst/>
          </a:prstGeom>
          <a:solidFill>
            <a:srgbClr val="9E0000"/>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 name="Google Shape;186;ge2bdff7c1c_1_52" descr="Picture 7"/>
          <p:cNvPicPr preferRelativeResize="0"/>
          <p:nvPr/>
        </p:nvPicPr>
        <p:blipFill rotWithShape="1">
          <a:blip r:embed="rId2" cstate="print">
            <a:alphaModFix/>
          </a:blip>
          <a:srcRect/>
          <a:stretch/>
        </p:blipFill>
        <p:spPr>
          <a:xfrm flipH="1">
            <a:off x="9359530" y="-28258"/>
            <a:ext cx="2832470" cy="1949130"/>
          </a:xfrm>
          <a:prstGeom prst="rect">
            <a:avLst/>
          </a:prstGeom>
          <a:noFill/>
          <a:ln>
            <a:noFill/>
          </a:ln>
        </p:spPr>
      </p:pic>
      <p:sp>
        <p:nvSpPr>
          <p:cNvPr id="7" name="Google Shape;187;ge2bdff7c1c_1_52"/>
          <p:cNvSpPr txBox="1">
            <a:spLocks/>
          </p:cNvSpPr>
          <p:nvPr/>
        </p:nvSpPr>
        <p:spPr>
          <a:xfrm>
            <a:off x="677100" y="1737250"/>
            <a:ext cx="10456800" cy="3355200"/>
          </a:xfrm>
          <a:prstGeom prst="rect">
            <a:avLst/>
          </a:prstGeom>
          <a:noFill/>
          <a:ln>
            <a:noFill/>
          </a:ln>
        </p:spPr>
        <p:txBody>
          <a:bodyPr spcFirstLastPara="1" wrap="square" lIns="45700" tIns="45700" rIns="45700" bIns="45700"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152777"/>
            </a:pPr>
            <a:endParaRPr lang="en-US" sz="4800" b="1" kern="0" dirty="0">
              <a:solidFill>
                <a:schemeClr val="bg1"/>
              </a:solidFill>
              <a:latin typeface="Times New Roman" panose="02020603050405020304" pitchFamily="18" charset="0"/>
              <a:cs typeface="Times New Roman" panose="02020603050405020304" pitchFamily="18" charset="0"/>
            </a:endParaRPr>
          </a:p>
          <a:p>
            <a:pPr algn="ctr">
              <a:buSzPct val="92243"/>
            </a:pPr>
            <a:r>
              <a:rPr lang="en-US" sz="4800" kern="0" dirty="0">
                <a:solidFill>
                  <a:schemeClr val="bg1"/>
                </a:solidFill>
                <a:latin typeface="Times New Roman" panose="02020603050405020304" pitchFamily="18" charset="0"/>
                <a:cs typeface="Times New Roman" panose="02020603050405020304" pitchFamily="18" charset="0"/>
              </a:rPr>
              <a:t>Merci pour </a:t>
            </a:r>
            <a:r>
              <a:rPr lang="en-US" sz="4800" kern="0" dirty="0" err="1">
                <a:solidFill>
                  <a:schemeClr val="bg1"/>
                </a:solidFill>
                <a:latin typeface="Times New Roman" panose="02020603050405020304" pitchFamily="18" charset="0"/>
                <a:cs typeface="Times New Roman" panose="02020603050405020304" pitchFamily="18" charset="0"/>
              </a:rPr>
              <a:t>votre</a:t>
            </a:r>
            <a:r>
              <a:rPr lang="en-US" sz="4800" kern="0" dirty="0">
                <a:solidFill>
                  <a:schemeClr val="bg1"/>
                </a:solidFill>
                <a:latin typeface="Times New Roman" panose="02020603050405020304" pitchFamily="18" charset="0"/>
                <a:cs typeface="Times New Roman" panose="02020603050405020304" pitchFamily="18" charset="0"/>
              </a:rPr>
              <a:t> attention</a:t>
            </a:r>
          </a:p>
          <a:p>
            <a:pPr algn="ctr">
              <a:buSzPct val="92243"/>
            </a:pPr>
            <a:endParaRPr lang="en-US" sz="4800" kern="0" dirty="0">
              <a:solidFill>
                <a:schemeClr val="bg1"/>
              </a:solidFill>
              <a:latin typeface="Times New Roman" panose="02020603050405020304" pitchFamily="18" charset="0"/>
              <a:cs typeface="Times New Roman" panose="02020603050405020304" pitchFamily="18" charset="0"/>
            </a:endParaRPr>
          </a:p>
          <a:p>
            <a:pPr algn="ctr">
              <a:buSzPct val="92243"/>
            </a:pPr>
            <a:endParaRPr lang="en-US" sz="4800" b="1" kern="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693282"/>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3540</TotalTime>
  <Words>2945</Words>
  <Application>Microsoft Office PowerPoint</Application>
  <PresentationFormat>Widescreen</PresentationFormat>
  <Paragraphs>194</Paragraphs>
  <Slides>28</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agrandirnarrow</vt:lpstr>
      <vt:lpstr>Arial</vt:lpstr>
      <vt:lpstr>Calibri</vt:lpstr>
      <vt:lpstr>Cambria</vt:lpstr>
      <vt:lpstr>CiscoSans</vt:lpstr>
      <vt:lpstr>CiscoSansTTLight</vt:lpstr>
      <vt:lpstr>Noto Sans</vt:lpstr>
      <vt:lpstr>Open Sans</vt:lpstr>
      <vt:lpstr>Times New Roman</vt:lpstr>
      <vt:lpstr>Wingdings</vt:lpstr>
      <vt:lpstr>Office Theme</vt:lpstr>
      <vt:lpstr>Chapitre 4 DHCP : Dynamic Host Configuration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Configuration d'un serveur DHCPv4 de base </vt:lpstr>
      <vt:lpstr>Configuration d'un serveur DHCPv4 de base </vt:lpstr>
      <vt:lpstr>Configuration d'un serveur DHCPv4 de base </vt:lpstr>
      <vt:lpstr>Vérification de la configuration DHCPv4  </vt:lpstr>
      <vt:lpstr>PowerPoint Presentation</vt:lpstr>
      <vt:lpstr>PowerPoint Presentation</vt:lpstr>
      <vt:lpstr>Configuration d'un routeur en tant que client DHCPv4  </vt:lpstr>
      <vt:lpstr>Configuration d'un routeur sans fil en tant que client DHCPv4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Hajer Bargaoui</dc:creator>
  <cp:lastModifiedBy>hafawa messaoudi</cp:lastModifiedBy>
  <cp:revision>193</cp:revision>
  <dcterms:created xsi:type="dcterms:W3CDTF">2021-09-24T12:56:43Z</dcterms:created>
  <dcterms:modified xsi:type="dcterms:W3CDTF">2021-11-27T13:38:43Z</dcterms:modified>
</cp:coreProperties>
</file>