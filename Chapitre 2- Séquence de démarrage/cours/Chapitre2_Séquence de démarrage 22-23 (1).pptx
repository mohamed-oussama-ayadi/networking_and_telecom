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tif" ContentType="image/t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50"/>
  </p:notesMasterIdLst>
  <p:sldIdLst>
    <p:sldId id="256" r:id="rId3"/>
    <p:sldId id="257" r:id="rId4"/>
    <p:sldId id="258" r:id="rId5"/>
    <p:sldId id="259" r:id="rId6"/>
    <p:sldId id="260" r:id="rId7"/>
    <p:sldId id="261" r:id="rId8"/>
    <p:sldId id="262" r:id="rId9"/>
    <p:sldId id="263" r:id="rId10"/>
    <p:sldId id="264" r:id="rId11"/>
    <p:sldId id="300" r:id="rId12"/>
    <p:sldId id="301" r:id="rId13"/>
    <p:sldId id="266" r:id="rId14"/>
    <p:sldId id="267" r:id="rId15"/>
    <p:sldId id="269" r:id="rId16"/>
    <p:sldId id="270" r:id="rId17"/>
    <p:sldId id="305" r:id="rId18"/>
    <p:sldId id="302" r:id="rId19"/>
    <p:sldId id="303" r:id="rId20"/>
    <p:sldId id="304" r:id="rId21"/>
    <p:sldId id="273" r:id="rId22"/>
    <p:sldId id="271" r:id="rId23"/>
    <p:sldId id="274" r:id="rId24"/>
    <p:sldId id="306" r:id="rId25"/>
    <p:sldId id="307" r:id="rId26"/>
    <p:sldId id="308"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12192000" cy="6858000"/>
  <p:notesSz cx="6858000" cy="9144000"/>
  <p:embeddedFontLst>
    <p:embeddedFont>
      <p:font typeface="Bodoni" panose="020B0604020202020204" charset="0"/>
      <p:regular r:id="rId51"/>
      <p:bold r:id="rId52"/>
      <p:italic r:id="rId53"/>
      <p:boldItalic r:id="rId54"/>
    </p:embeddedFont>
    <p:embeddedFont>
      <p:font typeface="Times" panose="02020603050405020304" pitchFamily="18" charset="0"/>
      <p:regular r:id="rId55"/>
      <p:bold r:id="rId56"/>
      <p:italic r:id="rId57"/>
      <p:boldItalic r:id="rId58"/>
    </p:embeddedFont>
    <p:embeddedFont>
      <p:font typeface="Arial Narrow" panose="020B0606020202030204" pitchFamily="34" charset="0"/>
      <p:regular r:id="rId59"/>
      <p:bold r:id="rId60"/>
      <p:italic r:id="rId61"/>
      <p:boldItalic r:id="rId62"/>
    </p:embeddedFont>
    <p:embeddedFont>
      <p:font typeface="Calibri" panose="020F0502020204030204" pitchFamily="34" charset="0"/>
      <p:regular r:id="rId63"/>
      <p:bold r:id="rId64"/>
      <p:italic r:id="rId65"/>
      <p:boldItalic r:id="rId66"/>
    </p:embeddedFont>
    <p:embeddedFont>
      <p:font typeface="Quattrocento Sans" panose="020B0604020202020204" charset="0"/>
      <p:regular r:id="rId67"/>
      <p:bold r:id="rId68"/>
      <p:italic r:id="rId69"/>
      <p:boldItalic r:id="rId70"/>
    </p:embeddedFont>
    <p:embeddedFont>
      <p:font typeface="Arial Unicode MS" panose="020B0604020202020204" pitchFamily="34" charset="-128"/>
      <p:regular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QgCp4FxZtgWuK1H8fJto3uQYg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7ED7B5-BB42-4EF1-8D1F-B8411F66248A}">
  <a:tblStyle styleId="{467ED7B5-BB42-4EF1-8D1F-B8411F66248A}" styleName="Table_0">
    <a:wholeTbl>
      <a:tcTxStyle b="off" i="off">
        <a:font>
          <a:latin typeface="Bodoni SvtyTwo ITC TT-Book"/>
          <a:ea typeface="Bodoni SvtyTwo ITC TT-Book"/>
          <a:cs typeface="Bodoni SvtyTwo ITC TT-Book"/>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F2"/>
          </a:solidFill>
        </a:fill>
      </a:tcStyle>
    </a:wholeTbl>
    <a:band1H>
      <a:tcTxStyle/>
      <a:tcStyle>
        <a:tcBdr/>
        <a:fill>
          <a:solidFill>
            <a:srgbClr val="D4DBE3"/>
          </a:solidFill>
        </a:fill>
      </a:tcStyle>
    </a:band1H>
    <a:band2H>
      <a:tcTxStyle/>
      <a:tcStyle>
        <a:tcBdr/>
      </a:tcStyle>
    </a:band2H>
    <a:band1V>
      <a:tcTxStyle/>
      <a:tcStyle>
        <a:tcBdr/>
        <a:fill>
          <a:solidFill>
            <a:srgbClr val="D4DBE3"/>
          </a:solidFill>
        </a:fill>
      </a:tcStyle>
    </a:band1V>
    <a:band2V>
      <a:tcTxStyle/>
      <a:tcStyle>
        <a:tcBdr/>
      </a:tcStyle>
    </a:band2V>
    <a:lastCol>
      <a:tcTxStyle b="on" i="off">
        <a:font>
          <a:latin typeface="Bodoni SvtyTwo ITC TT-Book"/>
          <a:ea typeface="Bodoni SvtyTwo ITC TT-Book"/>
          <a:cs typeface="Bodoni SvtyTwo ITC TT-Book"/>
        </a:font>
        <a:schemeClr val="lt1"/>
      </a:tcTxStyle>
      <a:tcStyle>
        <a:tcBdr/>
        <a:fill>
          <a:solidFill>
            <a:schemeClr val="accent1"/>
          </a:solidFill>
        </a:fill>
      </a:tcStyle>
    </a:lastCol>
    <a:firstCol>
      <a:tcTxStyle b="on" i="off">
        <a:font>
          <a:latin typeface="Bodoni SvtyTwo ITC TT-Book"/>
          <a:ea typeface="Bodoni SvtyTwo ITC TT-Book"/>
          <a:cs typeface="Bodoni SvtyTwo ITC TT-Book"/>
        </a:font>
        <a:schemeClr val="lt1"/>
      </a:tcTxStyle>
      <a:tcStyle>
        <a:tcBdr/>
        <a:fill>
          <a:solidFill>
            <a:schemeClr val="accent1"/>
          </a:solidFill>
        </a:fill>
      </a:tcStyle>
    </a:firstCol>
    <a:lastRow>
      <a:tcTxStyle b="on" i="off">
        <a:font>
          <a:latin typeface="Bodoni SvtyTwo ITC TT-Book"/>
          <a:ea typeface="Bodoni SvtyTwo ITC TT-Book"/>
          <a:cs typeface="Bodoni SvtyTwo ITC TT-Book"/>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Bodoni SvtyTwo ITC TT-Book"/>
          <a:ea typeface="Bodoni SvtyTwo ITC TT-Book"/>
          <a:cs typeface="Bodoni SvtyTwo ITC TT-Book"/>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4EB90734-3C13-4004-ABC0-247D0613421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68" autoAdjust="0"/>
    <p:restoredTop sz="94660"/>
  </p:normalViewPr>
  <p:slideViewPr>
    <p:cSldViewPr snapToGrid="0">
      <p:cViewPr varScale="1">
        <p:scale>
          <a:sx n="62" d="100"/>
          <a:sy n="62" d="100"/>
        </p:scale>
        <p:origin x="48"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3.fntdata"/><Relationship Id="rId68" Type="http://schemas.openxmlformats.org/officeDocument/2006/relationships/font" Target="fonts/font18.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1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6.xml"/><Relationship Id="rId51" Type="http://schemas.openxmlformats.org/officeDocument/2006/relationships/font" Target="fonts/font1.fntdata"/><Relationship Id="rId72"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46320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fr.wikipedia.org/wiki/Secteur_de_disque%22%20/o%20%22Secteur%20de%20disque"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slide" Target="../slides/slide47.xml"/><Relationship Id="rId1" Type="http://schemas.openxmlformats.org/officeDocument/2006/relationships/notesMaster" Target="../notesMasters/notesMaster1.xml"/><Relationship Id="rId5" Type="http://schemas.openxmlformats.org/officeDocument/2006/relationships/hyperlink" Target="mailto:getty@tty2.service" TargetMode="External"/><Relationship Id="rId4" Type="http://schemas.openxmlformats.org/officeDocument/2006/relationships/hyperlink" Target="mailto:getty@tty1.servic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208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5084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3047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232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6899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1823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3612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241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 BIOS fonctionne de paire avec une puce CMOS (Complementary Metal Oxide Semiconductor) dans laquelle les paramètres personnalisés du BIOS sont enregistrés : date et heure du système, ordre d’amorçage, configuration des disques, overclocking du CPU et la RAM, mot de passe d’accès à l’ordinateur… Une pile 3 V est nécessaire pour que les informations stockées dans la puce CMOS soient conservées lorsque l’ordinateur est éteint ou débranché de sa source d’alimentation. Si la pile CMOS de votre ordinateur est H.S., tous les paramètres du BIOS seront réinitialisés à leurs valeurs par défaut.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7" name="Google Shape;20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325984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L'une des fonctionnalités du micrologiciel UEFI est de pouvoir stocker les entrées de démarrage dans la mémoire NVRAM persistante et modifiable (RAM non volatile).</a:t>
            </a:r>
            <a:endParaRPr/>
          </a:p>
          <a:p>
            <a:pPr marL="0" lvl="0" indent="0" algn="l" rtl="0">
              <a:spcBef>
                <a:spcPts val="0"/>
              </a:spcBef>
              <a:spcAft>
                <a:spcPts val="0"/>
              </a:spcAft>
              <a:buNone/>
            </a:pPr>
            <a:r>
              <a:rPr lang="en-US"/>
              <a:t>Lors de l'installation d'une distribution Linux (ou de tout autre système d'exploitation) en mode UEFI, l'entrée de démarrage associée doit généralement être écrite dans la NVRAM.</a:t>
            </a:r>
            <a:endParaRPr/>
          </a:p>
        </p:txBody>
      </p:sp>
      <p:sp>
        <p:nvSpPr>
          <p:cNvPr id="221" name="Google Shape;22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681705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397105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ff6332d0de_2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ff6332d0de_2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ff6332d0de_2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42522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956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167986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L’adresse LBA d’un secteur de données est simplement un numéro unique pris dans l’intervalle [ 0 ... N [ où N est le nombre total de secteurs du support. Comme 0 est le numéro du tout premier </a:t>
            </a:r>
            <a:r>
              <a:rPr lang="en-US" u="sng">
                <a:solidFill>
                  <a:schemeClr val="hlink"/>
                </a:solidFill>
                <a:hlinkClick r:id="rId3"/>
              </a:rPr>
              <a:t>secteur de données</a:t>
            </a:r>
            <a:r>
              <a:rPr lang="en-US"/>
              <a:t> c’est N - 1 le numéro du dernier (et non pas N). »</a:t>
            </a:r>
            <a:endParaRPr/>
          </a:p>
        </p:txBody>
      </p:sp>
      <p:sp>
        <p:nvSpPr>
          <p:cNvPr id="296" name="Google Shape;29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988787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227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492987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smtClean="0"/>
              <a:t>MOK (Machine </a:t>
            </a:r>
            <a:r>
              <a:rPr lang="fr-FR" dirty="0" err="1" smtClean="0"/>
              <a:t>Owner</a:t>
            </a:r>
            <a:r>
              <a:rPr lang="fr-FR" dirty="0" smtClean="0"/>
              <a:t> Key) consiste à sécuriser le processus de démarrage en autorisant uniquement l'exécution des composants et pilotes du système d'exploitation approuvés.</a:t>
            </a:r>
            <a:endParaRPr dirty="0"/>
          </a:p>
        </p:txBody>
      </p:sp>
      <p:sp>
        <p:nvSpPr>
          <p:cNvPr id="273" name="Google Shape;27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74554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L’UEFI+GPT fonctionne différemment : l’UEFI charge </a:t>
            </a:r>
            <a:r>
              <a:rPr lang="en-US" sz="1200" b="1" i="0" u="none" strike="noStrike">
                <a:solidFill>
                  <a:schemeClr val="dk1"/>
                </a:solidFill>
                <a:latin typeface="Calibri"/>
                <a:ea typeface="Calibri"/>
                <a:cs typeface="Calibri"/>
                <a:sym typeface="Calibri"/>
              </a:rPr>
              <a:t>directement</a:t>
            </a:r>
            <a:r>
              <a:rPr lang="en-US" sz="1200" b="0" i="0" u="none" strike="noStrike">
                <a:solidFill>
                  <a:schemeClr val="dk1"/>
                </a:solidFill>
                <a:latin typeface="Calibri"/>
                <a:ea typeface="Calibri"/>
                <a:cs typeface="Calibri"/>
                <a:sym typeface="Calibri"/>
              </a:rPr>
              <a:t> le chargeur d’amorçage (bootloader) du système d’exploitation, enregistré </a:t>
            </a:r>
            <a:r>
              <a:rPr lang="en-US" sz="1200" b="1" i="0" u="none" strike="noStrike">
                <a:solidFill>
                  <a:schemeClr val="dk1"/>
                </a:solidFill>
                <a:latin typeface="Calibri"/>
                <a:ea typeface="Calibri"/>
                <a:cs typeface="Calibri"/>
                <a:sym typeface="Calibri"/>
              </a:rPr>
              <a:t>sous la forme d’un fichier .efi</a:t>
            </a:r>
            <a:r>
              <a:rPr lang="en-US" sz="1200" b="0" i="0" u="none" strike="noStrike">
                <a:solidFill>
                  <a:schemeClr val="dk1"/>
                </a:solidFill>
                <a:latin typeface="Calibri"/>
                <a:ea typeface="Calibri"/>
                <a:cs typeface="Calibri"/>
                <a:sym typeface="Calibri"/>
              </a:rPr>
              <a:t> sur la partition EFI du disque GPT.</a:t>
            </a:r>
            <a:endParaRPr/>
          </a:p>
        </p:txBody>
      </p:sp>
      <p:sp>
        <p:nvSpPr>
          <p:cNvPr id="258" name="Google Shape;25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151160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 </a:t>
            </a:r>
            <a:endParaRPr dirty="0"/>
          </a:p>
        </p:txBody>
      </p:sp>
      <p:sp>
        <p:nvSpPr>
          <p:cNvPr id="282" name="Google Shape;28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209578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 </a:t>
            </a:r>
            <a:endParaRPr/>
          </a:p>
        </p:txBody>
      </p:sp>
      <p:sp>
        <p:nvSpPr>
          <p:cNvPr id="282" name="Google Shape;28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50804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 </a:t>
            </a:r>
            <a:endParaRPr/>
          </a:p>
        </p:txBody>
      </p:sp>
      <p:sp>
        <p:nvSpPr>
          <p:cNvPr id="282" name="Google Shape;28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397217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 </a:t>
            </a:r>
            <a:endParaRPr/>
          </a:p>
        </p:txBody>
      </p:sp>
      <p:sp>
        <p:nvSpPr>
          <p:cNvPr id="282" name="Google Shape;28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276853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457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8606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77859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0683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971965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987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4124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Lorsque le noyau est chargé, l’ordinateur n’est pas encore prêt à l’emploi. Le noyau délègue au système d’initialisation le lancement du reste du système, selon la configuration établie par l'administrateur. Il lance les services d'arrière-plan (montage des périphériques de stockage, configuration du réseau, messagerie…) et l'interface utilisateur, qu’elle soit graphique ou pas. Le système d’initialisation possède aussi une autre fonction : récupérer les processus qui sortent de leur session. En effet, dans tous les </a:t>
            </a:r>
            <a:r>
              <a:rPr lang="en-US" sz="1200" i="1">
                <a:solidFill>
                  <a:schemeClr val="dk1"/>
                </a:solidFill>
                <a:latin typeface="Calibri"/>
                <a:ea typeface="Calibri"/>
                <a:cs typeface="Calibri"/>
                <a:sym typeface="Calibri"/>
              </a:rPr>
              <a:t>Unix-like</a:t>
            </a:r>
            <a:r>
              <a:rPr lang="en-US" sz="1200">
                <a:solidFill>
                  <a:schemeClr val="dk1"/>
                </a:solidFill>
                <a:latin typeface="Calibri"/>
                <a:ea typeface="Calibri"/>
                <a:cs typeface="Calibri"/>
                <a:sym typeface="Calibri"/>
              </a:rPr>
              <a:t>—et cela inclut GNU/Linux—tous les processus doivent avoir au moins un processus père, sauf le tout premier processus lancé (PID 1). Si un processus renie son père (on dit qu'il est </a:t>
            </a:r>
            <a:r>
              <a:rPr lang="en-US" sz="1200" i="1">
                <a:solidFill>
                  <a:schemeClr val="dk1"/>
                </a:solidFill>
                <a:latin typeface="Calibri"/>
                <a:ea typeface="Calibri"/>
                <a:cs typeface="Calibri"/>
                <a:sym typeface="Calibri"/>
              </a:rPr>
              <a:t>démonisé</a:t>
            </a:r>
            <a:r>
              <a:rPr lang="en-US" sz="1200">
                <a:solidFill>
                  <a:schemeClr val="dk1"/>
                </a:solidFill>
                <a:latin typeface="Calibri"/>
                <a:ea typeface="Calibri"/>
                <a:cs typeface="Calibri"/>
                <a:sym typeface="Calibri"/>
              </a:rPr>
              <a:t>), le noyau le rattache alors au premier processus.</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Hormis le noyau, il est donc le premier processus lancé sur la machine (ce qui explique l’appellation « PID 1 » — « processus n°1 ») et le dernier à s'arrêter, car il contrôle tous les autres. Par conséquent, le système d’initialisation est un composant critique du système car s’il ne fonctionne pas, la machine ne démarre pas. D’où sa robustesse requise.</a:t>
            </a:r>
            <a:endParaRPr/>
          </a:p>
          <a:p>
            <a:pPr marL="0" lvl="0" indent="0" algn="l" rtl="0">
              <a:spcBef>
                <a:spcPts val="0"/>
              </a:spcBef>
              <a:spcAft>
                <a:spcPts val="0"/>
              </a:spcAft>
              <a:buNone/>
            </a:pPr>
            <a:endParaRPr b="1"/>
          </a:p>
        </p:txBody>
      </p:sp>
      <p:sp>
        <p:nvSpPr>
          <p:cNvPr id="357" name="Google Shape;357;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8268543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2:notes"/>
          <p:cNvSpPr txBox="1">
            <a:spLocks noGrp="1"/>
          </p:cNvSpPr>
          <p:nvPr>
            <p:ph type="sldNum" idx="12"/>
          </p:nvPr>
        </p:nvSpPr>
        <p:spPr>
          <a:xfrm>
            <a:off x="4138613" y="9109075"/>
            <a:ext cx="3163887"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34</a:t>
            </a:fld>
            <a:endParaRPr sz="1300" b="0" i="0" u="none" strike="noStrike" cap="none">
              <a:solidFill>
                <a:srgbClr val="000000"/>
              </a:solidFill>
              <a:latin typeface="Arial"/>
              <a:ea typeface="Arial"/>
              <a:cs typeface="Arial"/>
              <a:sym typeface="Arial"/>
            </a:endParaRPr>
          </a:p>
        </p:txBody>
      </p:sp>
      <p:sp>
        <p:nvSpPr>
          <p:cNvPr id="363" name="Google Shape;36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4" name="Google Shape;36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extLst>
      <p:ext uri="{BB962C8B-B14F-4D97-AF65-F5344CB8AC3E}">
        <p14:creationId xmlns:p14="http://schemas.microsoft.com/office/powerpoint/2010/main" val="13340712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500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Ainsi, le fichier </a:t>
            </a:r>
            <a:r>
              <a:rPr lang="en-US" b="1"/>
              <a:t>NetworkManager.service </a:t>
            </a:r>
            <a:r>
              <a:rPr lang="en-US"/>
              <a:t>définira l'unité de type service qui s'occupe de la gestion réseau ; de même, </a:t>
            </a:r>
            <a:r>
              <a:rPr lang="en-US" b="1"/>
              <a:t>systemd-shutdownd.socket définira </a:t>
            </a:r>
            <a:r>
              <a:rPr lang="en-US"/>
              <a:t>la socket pour l'arrêt.</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62759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3576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7329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041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92816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4103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De manière similaire, l’unité </a:t>
            </a:r>
            <a:r>
              <a:rPr lang="en-US" b="1"/>
              <a:t>multi-user.target </a:t>
            </a:r>
            <a:r>
              <a:rPr lang="en-US"/>
              <a:t>lance d’autres services système essentiels, tels que NetworkManager (</a:t>
            </a:r>
            <a:r>
              <a:rPr lang="en-US" b="1"/>
              <a:t>NetworkManager.service</a:t>
            </a:r>
            <a:r>
              <a:rPr lang="en-US"/>
              <a:t>) ou D-Bus (</a:t>
            </a:r>
            <a:r>
              <a:rPr lang="en-US" b="1"/>
              <a:t>dbus.service</a:t>
            </a:r>
            <a:r>
              <a:rPr lang="en-US"/>
              <a:t>) et active une autre unité cible nommée </a:t>
            </a:r>
            <a:r>
              <a:rPr lang="en-US" b="1"/>
              <a:t>basic.target</a:t>
            </a:r>
            <a:r>
              <a:rPr lang="en-US"/>
              <a:t>.</a:t>
            </a:r>
            <a:endParaRPr/>
          </a:p>
          <a:p>
            <a:pPr marL="0" lvl="0" indent="0" algn="l" rtl="0">
              <a:spcBef>
                <a:spcPts val="0"/>
              </a:spcBef>
              <a:spcAft>
                <a:spcPts val="0"/>
              </a:spcAft>
              <a:buNone/>
            </a:pPr>
            <a:endParaRPr/>
          </a:p>
        </p:txBody>
      </p:sp>
      <p:sp>
        <p:nvSpPr>
          <p:cNvPr id="421" name="Google Shape;421;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3766404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72332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79242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9881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50703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Fournit des capacités poussées de parallélisation. </a:t>
            </a:r>
            <a:endParaRPr/>
          </a:p>
          <a:p>
            <a:pPr marL="0" lvl="0" indent="0" algn="l" rtl="0">
              <a:spcBef>
                <a:spcPts val="0"/>
              </a:spcBef>
              <a:spcAft>
                <a:spcPts val="0"/>
              </a:spcAft>
              <a:buNone/>
            </a:pPr>
            <a:r>
              <a:rPr lang="en-US" sz="1200"/>
              <a:t>Allocation fine des ressources (processeur, mémoire, E/S, etc) aux services, grâce aux fonctionnalités avancées du noyau comme les cgroups ;</a:t>
            </a:r>
            <a:endParaRPr/>
          </a:p>
          <a:p>
            <a:pPr marL="0" lvl="0" indent="0" algn="l" rtl="0">
              <a:spcBef>
                <a:spcPts val="0"/>
              </a:spcBef>
              <a:spcAft>
                <a:spcPts val="0"/>
              </a:spcAft>
              <a:buNone/>
            </a:pPr>
            <a:r>
              <a:rPr lang="en-US" sz="1200"/>
              <a:t>Surveillance améliorée (grâce aux cgroups, un processus ne peut pas s'échapper, même en forkant) ;</a:t>
            </a:r>
            <a:endParaRPr/>
          </a:p>
          <a:p>
            <a:pPr marL="0" lvl="0" indent="0" algn="l" rtl="0">
              <a:spcBef>
                <a:spcPts val="0"/>
              </a:spcBef>
              <a:spcAft>
                <a:spcPts val="0"/>
              </a:spcAft>
              <a:buNone/>
            </a:pPr>
            <a:r>
              <a:rPr lang="en-US" sz="1200"/>
              <a:t>Log plus complet (commençant plus tôt, comprenant aussi la sortie standard et les sous-processus, proposant un aperçu centralisé de l’état des services ou un résumé des erreurs de démarrage…) ;</a:t>
            </a:r>
            <a:endParaRPr/>
          </a:p>
          <a:p>
            <a:pPr marL="0" lvl="0" indent="0" algn="l" rtl="0">
              <a:spcBef>
                <a:spcPts val="0"/>
              </a:spcBef>
              <a:spcAft>
                <a:spcPts val="0"/>
              </a:spcAft>
              <a:buNone/>
            </a:pPr>
            <a:r>
              <a:rPr lang="en-US" sz="1200"/>
              <a:t>Séparation claire entre les services fournis par la distribution et les services créés par l’administrateur, avec la possibilité pour l’administrateur de personnaliser les scripts de la distribution sans avoir à les dupliquer ;</a:t>
            </a:r>
            <a:endParaRPr/>
          </a:p>
          <a:p>
            <a:pPr marL="0" lvl="0" indent="0" algn="l" rtl="0">
              <a:spcBef>
                <a:spcPts val="0"/>
              </a:spcBef>
              <a:spcAft>
                <a:spcPts val="0"/>
              </a:spcAft>
              <a:buNone/>
            </a:pPr>
            <a:r>
              <a:rPr lang="en-US" sz="1200"/>
              <a:t>Système de template dans les unités de lancement (par exemple un seul fichier </a:t>
            </a:r>
            <a:r>
              <a:rPr lang="en-US" sz="1200" u="sng">
                <a:solidFill>
                  <a:schemeClr val="hlink"/>
                </a:solidFill>
                <a:hlinkClick r:id="rId3"/>
              </a:rPr>
              <a:t>getty@.service</a:t>
            </a:r>
            <a:r>
              <a:rPr lang="en-US" sz="1200"/>
              <a:t> peut être utilisé pour gérer un nombre arbitraire d’instances : </a:t>
            </a:r>
            <a:r>
              <a:rPr lang="en-US" sz="1200" u="sng">
                <a:solidFill>
                  <a:schemeClr val="hlink"/>
                </a:solidFill>
                <a:hlinkClick r:id="rId4"/>
              </a:rPr>
              <a:t>getty@tty1.service</a:t>
            </a:r>
            <a:r>
              <a:rPr lang="en-US" sz="1200"/>
              <a:t>, </a:t>
            </a:r>
            <a:r>
              <a:rPr lang="en-US" sz="1200" u="sng">
                <a:solidFill>
                  <a:schemeClr val="hlink"/>
                </a:solidFill>
                <a:hlinkClick r:id="rId5"/>
              </a:rPr>
              <a:t>getty@tty2.service</a:t>
            </a:r>
            <a:r>
              <a:rPr lang="en-US" sz="1200"/>
              <a:t>…).</a:t>
            </a:r>
            <a:endParaRPr/>
          </a:p>
          <a:p>
            <a:pPr marL="0" lvl="0" indent="0" algn="l" rtl="0">
              <a:spcBef>
                <a:spcPts val="0"/>
              </a:spcBef>
              <a:spcAft>
                <a:spcPts val="0"/>
              </a:spcAft>
              <a:buNone/>
            </a:pPr>
            <a:endParaRPr/>
          </a:p>
          <a:p>
            <a:pPr marL="0" lvl="0" indent="0" algn="l" rtl="0">
              <a:spcBef>
                <a:spcPts val="0"/>
              </a:spcBef>
              <a:spcAft>
                <a:spcPts val="0"/>
              </a:spcAft>
              <a:buNone/>
            </a:pPr>
            <a:r>
              <a:rPr lang="en-US"/>
              <a:t>Fournit des capacités poussées de parallélisation </a:t>
            </a:r>
            <a:endParaRPr/>
          </a:p>
          <a:p>
            <a:pPr marL="0" lvl="0" indent="0" algn="l" rtl="0">
              <a:spcBef>
                <a:spcPts val="0"/>
              </a:spcBef>
              <a:spcAft>
                <a:spcPts val="0"/>
              </a:spcAft>
              <a:buNone/>
            </a:pPr>
            <a:r>
              <a:rPr lang="en-US"/>
              <a:t>Utilise les sockets et l'activation D-Bus pour démarrer les services </a:t>
            </a:r>
            <a:endParaRPr/>
          </a:p>
          <a:p>
            <a:pPr marL="0" lvl="0" indent="0" algn="l" rtl="0">
              <a:spcBef>
                <a:spcPts val="0"/>
              </a:spcBef>
              <a:spcAft>
                <a:spcPts val="0"/>
              </a:spcAft>
              <a:buNone/>
            </a:pPr>
            <a:r>
              <a:rPr lang="en-US"/>
              <a:t>Offre un démarrage à la demande des daemons </a:t>
            </a:r>
            <a:endParaRPr/>
          </a:p>
          <a:p>
            <a:pPr marL="0" lvl="0" indent="0" algn="l" rtl="0">
              <a:spcBef>
                <a:spcPts val="0"/>
              </a:spcBef>
              <a:spcAft>
                <a:spcPts val="0"/>
              </a:spcAft>
              <a:buNone/>
            </a:pPr>
            <a:r>
              <a:rPr lang="en-US"/>
              <a:t>Implémente une logique de contrôle transactionnelle des dépendances entre services </a:t>
            </a:r>
            <a:endParaRPr/>
          </a:p>
          <a:p>
            <a:pPr marL="0" lvl="0" indent="0" algn="l" rtl="0">
              <a:spcBef>
                <a:spcPts val="0"/>
              </a:spcBef>
              <a:spcAft>
                <a:spcPts val="0"/>
              </a:spcAft>
              <a:buNone/>
            </a:pPr>
            <a:r>
              <a:rPr lang="en-US"/>
              <a:t>Piste les processus en utilisant les cgroups Linux </a:t>
            </a:r>
            <a:endParaRPr/>
          </a:p>
          <a:p>
            <a:pPr marL="0" lvl="0" indent="0" algn="l" rtl="0">
              <a:spcBef>
                <a:spcPts val="0"/>
              </a:spcBef>
              <a:spcAft>
                <a:spcPts val="0"/>
              </a:spcAft>
              <a:buNone/>
            </a:pPr>
            <a:r>
              <a:rPr lang="en-US"/>
              <a:t>Supporte les snapshots et leurs restaurations </a:t>
            </a:r>
            <a:endParaRPr/>
          </a:p>
          <a:p>
            <a:pPr marL="0" lvl="0" indent="0" algn="l" rtl="0">
              <a:spcBef>
                <a:spcPts val="0"/>
              </a:spcBef>
              <a:spcAft>
                <a:spcPts val="0"/>
              </a:spcAft>
              <a:buNone/>
            </a:pPr>
            <a:r>
              <a:rPr lang="en-US"/>
              <a:t>Maintient les points de montage (montage/démontage)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53" name="Google Shape;453;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356386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re - Centré" type="tx">
  <p:cSld name="TITLE_AND_BODY">
    <p:spTree>
      <p:nvGrpSpPr>
        <p:cNvPr id="1" name="Shape 15"/>
        <p:cNvGrpSpPr/>
        <p:nvPr/>
      </p:nvGrpSpPr>
      <p:grpSpPr>
        <a:xfrm>
          <a:off x="0" y="0"/>
          <a:ext cx="0" cy="0"/>
          <a:chOff x="0" y="0"/>
          <a:chExt cx="0" cy="0"/>
        </a:xfrm>
      </p:grpSpPr>
      <p:sp>
        <p:nvSpPr>
          <p:cNvPr id="16" name="Google Shape;16;p47"/>
          <p:cNvSpPr txBox="1">
            <a:spLocks noGrp="1"/>
          </p:cNvSpPr>
          <p:nvPr>
            <p:ph type="title"/>
          </p:nvPr>
        </p:nvSpPr>
        <p:spPr>
          <a:xfrm>
            <a:off x="476250" y="2580680"/>
            <a:ext cx="11239500" cy="1696641"/>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7" name="Google Shape;17;p47"/>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re et sous-titre" type="title">
  <p:cSld name="TITLE">
    <p:spTree>
      <p:nvGrpSpPr>
        <p:cNvPr id="1" name="Shape 18"/>
        <p:cNvGrpSpPr/>
        <p:nvPr/>
      </p:nvGrpSpPr>
      <p:grpSpPr>
        <a:xfrm>
          <a:off x="0" y="0"/>
          <a:ext cx="0" cy="0"/>
          <a:chOff x="0" y="0"/>
          <a:chExt cx="0" cy="0"/>
        </a:xfrm>
      </p:grpSpPr>
      <p:cxnSp>
        <p:nvCxnSpPr>
          <p:cNvPr id="19" name="Google Shape;19;p62"/>
          <p:cNvCxnSpPr/>
          <p:nvPr/>
        </p:nvCxnSpPr>
        <p:spPr>
          <a:xfrm>
            <a:off x="476251" y="4634508"/>
            <a:ext cx="11249487"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20" name="Google Shape;20;p62"/>
          <p:cNvCxnSpPr/>
          <p:nvPr/>
        </p:nvCxnSpPr>
        <p:spPr>
          <a:xfrm>
            <a:off x="476250" y="2875359"/>
            <a:ext cx="11250018"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21" name="Google Shape;21;p62"/>
          <p:cNvCxnSpPr/>
          <p:nvPr/>
        </p:nvCxnSpPr>
        <p:spPr>
          <a:xfrm rot="10800000" flipH="1">
            <a:off x="7494659" y="3182523"/>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22" name="Google Shape;22;p62"/>
          <p:cNvSpPr txBox="1">
            <a:spLocks noGrp="1"/>
          </p:cNvSpPr>
          <p:nvPr>
            <p:ph type="body" idx="1"/>
          </p:nvPr>
        </p:nvSpPr>
        <p:spPr>
          <a:xfrm>
            <a:off x="476250" y="2452334"/>
            <a:ext cx="6750844" cy="381708"/>
          </a:xfrm>
          <a:prstGeom prst="rect">
            <a:avLst/>
          </a:prstGeom>
          <a:noFill/>
          <a:ln>
            <a:noFill/>
          </a:ln>
        </p:spPr>
        <p:txBody>
          <a:bodyPr spcFirstLastPara="1" wrap="square" lIns="50800" tIns="50800" rIns="50800" bIns="50800" anchor="ctr"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23" name="Google Shape;23;p62"/>
          <p:cNvSpPr txBox="1">
            <a:spLocks noGrp="1"/>
          </p:cNvSpPr>
          <p:nvPr>
            <p:ph type="title"/>
          </p:nvPr>
        </p:nvSpPr>
        <p:spPr>
          <a:xfrm>
            <a:off x="476250" y="2911078"/>
            <a:ext cx="6750844" cy="1696641"/>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24" name="Google Shape;24;p62"/>
          <p:cNvSpPr txBox="1">
            <a:spLocks noGrp="1"/>
          </p:cNvSpPr>
          <p:nvPr>
            <p:ph type="body" idx="2"/>
          </p:nvPr>
        </p:nvSpPr>
        <p:spPr>
          <a:xfrm>
            <a:off x="7762875" y="2911078"/>
            <a:ext cx="3976688" cy="1696641"/>
          </a:xfrm>
          <a:prstGeom prst="rect">
            <a:avLst/>
          </a:prstGeom>
          <a:noFill/>
          <a:ln>
            <a:noFill/>
          </a:ln>
        </p:spPr>
        <p:txBody>
          <a:bodyPr spcFirstLastPara="1" wrap="square" lIns="50800" tIns="50800" rIns="50800" bIns="50800" anchor="ctr"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25" name="Google Shape;25;p62"/>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hoto - Horizontale">
  <p:cSld name="Photo - Horizontale">
    <p:spTree>
      <p:nvGrpSpPr>
        <p:cNvPr id="1" name="Shape 26"/>
        <p:cNvGrpSpPr/>
        <p:nvPr/>
      </p:nvGrpSpPr>
      <p:grpSpPr>
        <a:xfrm>
          <a:off x="0" y="0"/>
          <a:ext cx="0" cy="0"/>
          <a:chOff x="0" y="0"/>
          <a:chExt cx="0" cy="0"/>
        </a:xfrm>
      </p:grpSpPr>
      <p:cxnSp>
        <p:nvCxnSpPr>
          <p:cNvPr id="27" name="Google Shape;27;p63"/>
          <p:cNvCxnSpPr/>
          <p:nvPr/>
        </p:nvCxnSpPr>
        <p:spPr>
          <a:xfrm rot="10800000" flipH="1">
            <a:off x="7494659" y="4959531"/>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28" name="Google Shape;28;p63"/>
          <p:cNvCxnSpPr/>
          <p:nvPr/>
        </p:nvCxnSpPr>
        <p:spPr>
          <a:xfrm>
            <a:off x="476251" y="6420445"/>
            <a:ext cx="11249487"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29" name="Google Shape;29;p63"/>
          <p:cNvCxnSpPr/>
          <p:nvPr/>
        </p:nvCxnSpPr>
        <p:spPr>
          <a:xfrm>
            <a:off x="476250" y="4661297"/>
            <a:ext cx="11250018"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30" name="Google Shape;30;p63"/>
          <p:cNvCxnSpPr/>
          <p:nvPr/>
        </p:nvCxnSpPr>
        <p:spPr>
          <a:xfrm rot="10800000" flipH="1">
            <a:off x="7494659" y="4959531"/>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31" name="Google Shape;31;p63"/>
          <p:cNvSpPr txBox="1">
            <a:spLocks noGrp="1"/>
          </p:cNvSpPr>
          <p:nvPr>
            <p:ph type="body" idx="1"/>
          </p:nvPr>
        </p:nvSpPr>
        <p:spPr>
          <a:xfrm>
            <a:off x="476250" y="4273990"/>
            <a:ext cx="6750844" cy="381708"/>
          </a:xfrm>
          <a:prstGeom prst="rect">
            <a:avLst/>
          </a:prstGeom>
          <a:noFill/>
          <a:ln>
            <a:noFill/>
          </a:ln>
        </p:spPr>
        <p:txBody>
          <a:bodyPr spcFirstLastPara="1" wrap="square" lIns="50800" tIns="50800" rIns="50800" bIns="50800" anchor="ctr"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32" name="Google Shape;32;p63"/>
          <p:cNvSpPr>
            <a:spLocks noGrp="1"/>
          </p:cNvSpPr>
          <p:nvPr>
            <p:ph type="pic" idx="2"/>
          </p:nvPr>
        </p:nvSpPr>
        <p:spPr>
          <a:xfrm>
            <a:off x="547687" y="392906"/>
            <a:ext cx="11084719" cy="4982766"/>
          </a:xfrm>
          <a:prstGeom prst="rect">
            <a:avLst/>
          </a:prstGeom>
          <a:noFill/>
          <a:ln>
            <a:noFill/>
          </a:ln>
        </p:spPr>
      </p:sp>
      <p:sp>
        <p:nvSpPr>
          <p:cNvPr id="33" name="Google Shape;33;p63"/>
          <p:cNvSpPr txBox="1">
            <a:spLocks noGrp="1"/>
          </p:cNvSpPr>
          <p:nvPr>
            <p:ph type="title"/>
          </p:nvPr>
        </p:nvSpPr>
        <p:spPr>
          <a:xfrm>
            <a:off x="476250" y="4697015"/>
            <a:ext cx="6750844" cy="1696641"/>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34" name="Google Shape;34;p63"/>
          <p:cNvSpPr txBox="1">
            <a:spLocks noGrp="1"/>
          </p:cNvSpPr>
          <p:nvPr>
            <p:ph type="body" idx="3"/>
          </p:nvPr>
        </p:nvSpPr>
        <p:spPr>
          <a:xfrm>
            <a:off x="7762875" y="4697015"/>
            <a:ext cx="3976688" cy="1696641"/>
          </a:xfrm>
          <a:prstGeom prst="rect">
            <a:avLst/>
          </a:prstGeom>
          <a:noFill/>
          <a:ln>
            <a:noFill/>
          </a:ln>
        </p:spPr>
        <p:txBody>
          <a:bodyPr spcFirstLastPara="1" wrap="square" lIns="50800" tIns="50800" rIns="50800" bIns="50800" anchor="ctr"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35" name="Google Shape;35;p63"/>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Photo - Verticale">
  <p:cSld name="Photo - Verticale">
    <p:spTree>
      <p:nvGrpSpPr>
        <p:cNvPr id="1" name="Shape 36"/>
        <p:cNvGrpSpPr/>
        <p:nvPr/>
      </p:nvGrpSpPr>
      <p:grpSpPr>
        <a:xfrm>
          <a:off x="0" y="0"/>
          <a:ext cx="0" cy="0"/>
          <a:chOff x="0" y="0"/>
          <a:chExt cx="0" cy="0"/>
        </a:xfrm>
      </p:grpSpPr>
      <p:cxnSp>
        <p:nvCxnSpPr>
          <p:cNvPr id="37" name="Google Shape;37;p64"/>
          <p:cNvCxnSpPr/>
          <p:nvPr/>
        </p:nvCxnSpPr>
        <p:spPr>
          <a:xfrm>
            <a:off x="476250" y="3429000"/>
            <a:ext cx="5321601"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38" name="Google Shape;38;p64"/>
          <p:cNvCxnSpPr/>
          <p:nvPr/>
        </p:nvCxnSpPr>
        <p:spPr>
          <a:xfrm>
            <a:off x="476250" y="1946672"/>
            <a:ext cx="5321546" cy="0"/>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39" name="Google Shape;39;p64"/>
          <p:cNvSpPr txBox="1">
            <a:spLocks noGrp="1"/>
          </p:cNvSpPr>
          <p:nvPr>
            <p:ph type="body" idx="1"/>
          </p:nvPr>
        </p:nvSpPr>
        <p:spPr>
          <a:xfrm>
            <a:off x="476250" y="1502456"/>
            <a:ext cx="5322094" cy="381708"/>
          </a:xfrm>
          <a:prstGeom prst="rect">
            <a:avLst/>
          </a:prstGeom>
          <a:noFill/>
          <a:ln>
            <a:noFill/>
          </a:ln>
        </p:spPr>
        <p:txBody>
          <a:bodyPr spcFirstLastPara="1" wrap="square" lIns="50800" tIns="50800" rIns="50800" bIns="50800" anchor="b"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40" name="Google Shape;40;p64"/>
          <p:cNvSpPr>
            <a:spLocks noGrp="1"/>
          </p:cNvSpPr>
          <p:nvPr>
            <p:ph type="pic" idx="2"/>
          </p:nvPr>
        </p:nvSpPr>
        <p:spPr>
          <a:xfrm>
            <a:off x="6285654" y="415230"/>
            <a:ext cx="5443954" cy="5982891"/>
          </a:xfrm>
          <a:prstGeom prst="rect">
            <a:avLst/>
          </a:prstGeom>
          <a:noFill/>
          <a:ln>
            <a:noFill/>
          </a:ln>
        </p:spPr>
      </p:sp>
      <p:sp>
        <p:nvSpPr>
          <p:cNvPr id="41" name="Google Shape;41;p64"/>
          <p:cNvSpPr txBox="1">
            <a:spLocks noGrp="1"/>
          </p:cNvSpPr>
          <p:nvPr>
            <p:ph type="title"/>
          </p:nvPr>
        </p:nvSpPr>
        <p:spPr>
          <a:xfrm>
            <a:off x="476250" y="1973461"/>
            <a:ext cx="5322094" cy="1428750"/>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008F00"/>
              </a:buClr>
              <a:buSzPts val="2883"/>
              <a:buFont typeface="Bodoni"/>
              <a:buNone/>
              <a:defRPr sz="2883">
                <a:solidFill>
                  <a:srgbClr val="008F00"/>
                </a:solidFill>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42" name="Google Shape;42;p64"/>
          <p:cNvSpPr txBox="1">
            <a:spLocks noGrp="1"/>
          </p:cNvSpPr>
          <p:nvPr>
            <p:ph type="body" idx="3"/>
          </p:nvPr>
        </p:nvSpPr>
        <p:spPr>
          <a:xfrm>
            <a:off x="476250" y="3536156"/>
            <a:ext cx="5322094" cy="282178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43" name="Google Shape;43;p64"/>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 Haut">
  <p:cSld name="Titre - Haut">
    <p:spTree>
      <p:nvGrpSpPr>
        <p:cNvPr id="1" name="Shape 44"/>
        <p:cNvGrpSpPr/>
        <p:nvPr/>
      </p:nvGrpSpPr>
      <p:grpSpPr>
        <a:xfrm>
          <a:off x="0" y="0"/>
          <a:ext cx="0" cy="0"/>
          <a:chOff x="0" y="0"/>
          <a:chExt cx="0" cy="0"/>
        </a:xfrm>
      </p:grpSpPr>
      <p:sp>
        <p:nvSpPr>
          <p:cNvPr id="45" name="Google Shape;45;p65"/>
          <p:cNvSpPr txBox="1">
            <a:spLocks noGrp="1"/>
          </p:cNvSpPr>
          <p:nvPr>
            <p:ph type="title"/>
          </p:nvPr>
        </p:nvSpPr>
        <p:spPr>
          <a:xfrm>
            <a:off x="476250" y="2303859"/>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46" name="Google Shape;46;p65"/>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et puces">
  <p:cSld name="Titre et puces">
    <p:spTree>
      <p:nvGrpSpPr>
        <p:cNvPr id="1" name="Shape 47"/>
        <p:cNvGrpSpPr/>
        <p:nvPr/>
      </p:nvGrpSpPr>
      <p:grpSpPr>
        <a:xfrm>
          <a:off x="0" y="0"/>
          <a:ext cx="0" cy="0"/>
          <a:chOff x="0" y="0"/>
          <a:chExt cx="0" cy="0"/>
        </a:xfrm>
      </p:grpSpPr>
      <p:sp>
        <p:nvSpPr>
          <p:cNvPr id="48" name="Google Shape;48;p66"/>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49" name="Google Shape;49;p66"/>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lvl1pPr marL="457200" lvl="0" indent="-297180" algn="l">
              <a:lnSpc>
                <a:spcPct val="100000"/>
              </a:lnSpc>
              <a:spcBef>
                <a:spcPts val="1687"/>
              </a:spcBef>
              <a:spcAft>
                <a:spcPts val="0"/>
              </a:spcAft>
              <a:buSzPts val="1080"/>
              <a:buChar char="●"/>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50" name="Google Shape;50;p66"/>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puces et photo">
  <p:cSld name="Titre, puces et photo">
    <p:spTree>
      <p:nvGrpSpPr>
        <p:cNvPr id="1" name="Shape 51"/>
        <p:cNvGrpSpPr/>
        <p:nvPr/>
      </p:nvGrpSpPr>
      <p:grpSpPr>
        <a:xfrm>
          <a:off x="0" y="0"/>
          <a:ext cx="0" cy="0"/>
          <a:chOff x="0" y="0"/>
          <a:chExt cx="0" cy="0"/>
        </a:xfrm>
      </p:grpSpPr>
      <p:sp>
        <p:nvSpPr>
          <p:cNvPr id="52" name="Google Shape;52;p67"/>
          <p:cNvSpPr>
            <a:spLocks noGrp="1"/>
          </p:cNvSpPr>
          <p:nvPr>
            <p:ph type="pic" idx="2"/>
          </p:nvPr>
        </p:nvSpPr>
        <p:spPr>
          <a:xfrm>
            <a:off x="6393656" y="1223367"/>
            <a:ext cx="5226844" cy="5744289"/>
          </a:xfrm>
          <a:prstGeom prst="rect">
            <a:avLst/>
          </a:prstGeom>
          <a:noFill/>
          <a:ln>
            <a:noFill/>
          </a:ln>
        </p:spPr>
      </p:sp>
      <p:sp>
        <p:nvSpPr>
          <p:cNvPr id="53" name="Google Shape;53;p67"/>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54" name="Google Shape;54;p67"/>
          <p:cNvSpPr txBox="1">
            <a:spLocks noGrp="1"/>
          </p:cNvSpPr>
          <p:nvPr>
            <p:ph type="body" idx="1"/>
          </p:nvPr>
        </p:nvSpPr>
        <p:spPr>
          <a:xfrm>
            <a:off x="476250" y="1919883"/>
            <a:ext cx="5453063" cy="4464844"/>
          </a:xfrm>
          <a:prstGeom prst="rect">
            <a:avLst/>
          </a:prstGeom>
          <a:noFill/>
          <a:ln>
            <a:noFill/>
          </a:ln>
        </p:spPr>
        <p:txBody>
          <a:bodyPr spcFirstLastPara="1" wrap="square" lIns="50800" tIns="50800" rIns="50800" bIns="50800" anchor="ctr" anchorCtr="0">
            <a:normAutofit/>
          </a:bodyPr>
          <a:lstStyle>
            <a:lvl1pPr marL="457200" lvl="0" indent="-315648" algn="l">
              <a:lnSpc>
                <a:spcPct val="100000"/>
              </a:lnSpc>
              <a:spcBef>
                <a:spcPts val="1266"/>
              </a:spcBef>
              <a:spcAft>
                <a:spcPts val="0"/>
              </a:spcAft>
              <a:buSzPts val="1371"/>
              <a:buChar char="●"/>
              <a:defRPr sz="2109"/>
            </a:lvl1pPr>
            <a:lvl2pPr marL="914400" lvl="1" indent="-315648" algn="l">
              <a:lnSpc>
                <a:spcPct val="100000"/>
              </a:lnSpc>
              <a:spcBef>
                <a:spcPts val="1266"/>
              </a:spcBef>
              <a:spcAft>
                <a:spcPts val="0"/>
              </a:spcAft>
              <a:buSzPts val="1371"/>
              <a:buChar char="●"/>
              <a:defRPr sz="2109"/>
            </a:lvl2pPr>
            <a:lvl3pPr marL="1371600" lvl="2" indent="-315648" algn="l">
              <a:lnSpc>
                <a:spcPct val="100000"/>
              </a:lnSpc>
              <a:spcBef>
                <a:spcPts val="1266"/>
              </a:spcBef>
              <a:spcAft>
                <a:spcPts val="0"/>
              </a:spcAft>
              <a:buSzPts val="1371"/>
              <a:buChar char="●"/>
              <a:defRPr sz="2109"/>
            </a:lvl3pPr>
            <a:lvl4pPr marL="1828800" lvl="3" indent="-315648" algn="l">
              <a:lnSpc>
                <a:spcPct val="100000"/>
              </a:lnSpc>
              <a:spcBef>
                <a:spcPts val="1266"/>
              </a:spcBef>
              <a:spcAft>
                <a:spcPts val="0"/>
              </a:spcAft>
              <a:buSzPts val="1371"/>
              <a:buChar char="●"/>
              <a:defRPr sz="2109"/>
            </a:lvl4pPr>
            <a:lvl5pPr marL="2286000" lvl="4" indent="-315648" algn="l">
              <a:lnSpc>
                <a:spcPct val="100000"/>
              </a:lnSpc>
              <a:spcBef>
                <a:spcPts val="1266"/>
              </a:spcBef>
              <a:spcAft>
                <a:spcPts val="0"/>
              </a:spcAft>
              <a:buSzPts val="1371"/>
              <a:buChar char="●"/>
              <a:defRPr sz="2109"/>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55" name="Google Shape;55;p67"/>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uces">
  <p:cSld name="Puces">
    <p:spTree>
      <p:nvGrpSpPr>
        <p:cNvPr id="1" name="Shape 56"/>
        <p:cNvGrpSpPr/>
        <p:nvPr/>
      </p:nvGrpSpPr>
      <p:grpSpPr>
        <a:xfrm>
          <a:off x="0" y="0"/>
          <a:ext cx="0" cy="0"/>
          <a:chOff x="0" y="0"/>
          <a:chExt cx="0" cy="0"/>
        </a:xfrm>
      </p:grpSpPr>
      <p:sp>
        <p:nvSpPr>
          <p:cNvPr id="57" name="Google Shape;57;p68"/>
          <p:cNvSpPr txBox="1">
            <a:spLocks noGrp="1"/>
          </p:cNvSpPr>
          <p:nvPr>
            <p:ph type="body" idx="1"/>
          </p:nvPr>
        </p:nvSpPr>
        <p:spPr>
          <a:xfrm>
            <a:off x="476250" y="892969"/>
            <a:ext cx="11239500" cy="5072063"/>
          </a:xfrm>
          <a:prstGeom prst="rect">
            <a:avLst/>
          </a:prstGeom>
          <a:noFill/>
          <a:ln>
            <a:noFill/>
          </a:ln>
        </p:spPr>
        <p:txBody>
          <a:bodyPr spcFirstLastPara="1" wrap="square" lIns="50800" tIns="50800" rIns="50800" bIns="50800" anchor="ctr" anchorCtr="0">
            <a:normAutofit/>
          </a:bodyPr>
          <a:lstStyle>
            <a:lvl1pPr marL="457200" lvl="0" indent="-297180" algn="l">
              <a:lnSpc>
                <a:spcPct val="100000"/>
              </a:lnSpc>
              <a:spcBef>
                <a:spcPts val="1687"/>
              </a:spcBef>
              <a:spcAft>
                <a:spcPts val="0"/>
              </a:spcAft>
              <a:buSzPts val="1080"/>
              <a:buChar char="●"/>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58" name="Google Shape;58;p68"/>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3 photos">
  <p:cSld name="3 photos">
    <p:spTree>
      <p:nvGrpSpPr>
        <p:cNvPr id="1" name="Shape 59"/>
        <p:cNvGrpSpPr/>
        <p:nvPr/>
      </p:nvGrpSpPr>
      <p:grpSpPr>
        <a:xfrm>
          <a:off x="0" y="0"/>
          <a:ext cx="0" cy="0"/>
          <a:chOff x="0" y="0"/>
          <a:chExt cx="0" cy="0"/>
        </a:xfrm>
      </p:grpSpPr>
      <p:sp>
        <p:nvSpPr>
          <p:cNvPr id="60" name="Google Shape;60;p69"/>
          <p:cNvSpPr>
            <a:spLocks noGrp="1"/>
          </p:cNvSpPr>
          <p:nvPr>
            <p:ph type="pic" idx="2"/>
          </p:nvPr>
        </p:nvSpPr>
        <p:spPr>
          <a:xfrm>
            <a:off x="5869675" y="3098602"/>
            <a:ext cx="6279168" cy="3312914"/>
          </a:xfrm>
          <a:prstGeom prst="rect">
            <a:avLst/>
          </a:prstGeom>
          <a:noFill/>
          <a:ln>
            <a:noFill/>
          </a:ln>
        </p:spPr>
      </p:sp>
      <p:sp>
        <p:nvSpPr>
          <p:cNvPr id="61" name="Google Shape;61;p69"/>
          <p:cNvSpPr>
            <a:spLocks noGrp="1"/>
          </p:cNvSpPr>
          <p:nvPr>
            <p:ph type="pic" idx="3"/>
          </p:nvPr>
        </p:nvSpPr>
        <p:spPr>
          <a:xfrm>
            <a:off x="6262688" y="446485"/>
            <a:ext cx="5464970" cy="2473523"/>
          </a:xfrm>
          <a:prstGeom prst="rect">
            <a:avLst/>
          </a:prstGeom>
          <a:noFill/>
          <a:ln>
            <a:noFill/>
          </a:ln>
        </p:spPr>
      </p:sp>
      <p:sp>
        <p:nvSpPr>
          <p:cNvPr id="62" name="Google Shape;62;p69"/>
          <p:cNvSpPr>
            <a:spLocks noGrp="1"/>
          </p:cNvSpPr>
          <p:nvPr>
            <p:ph type="pic" idx="4"/>
          </p:nvPr>
        </p:nvSpPr>
        <p:spPr>
          <a:xfrm>
            <a:off x="452438" y="428625"/>
            <a:ext cx="5370826" cy="5902523"/>
          </a:xfrm>
          <a:prstGeom prst="rect">
            <a:avLst/>
          </a:prstGeom>
          <a:noFill/>
          <a:ln>
            <a:noFill/>
          </a:ln>
        </p:spPr>
      </p:sp>
      <p:sp>
        <p:nvSpPr>
          <p:cNvPr id="63" name="Google Shape;63;p69"/>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itation">
  <p:cSld name="Citation">
    <p:spTree>
      <p:nvGrpSpPr>
        <p:cNvPr id="1" name="Shape 64"/>
        <p:cNvGrpSpPr/>
        <p:nvPr/>
      </p:nvGrpSpPr>
      <p:grpSpPr>
        <a:xfrm>
          <a:off x="0" y="0"/>
          <a:ext cx="0" cy="0"/>
          <a:chOff x="0" y="0"/>
          <a:chExt cx="0" cy="0"/>
        </a:xfrm>
      </p:grpSpPr>
      <p:sp>
        <p:nvSpPr>
          <p:cNvPr id="65" name="Google Shape;65;p70"/>
          <p:cNvSpPr txBox="1">
            <a:spLocks noGrp="1"/>
          </p:cNvSpPr>
          <p:nvPr>
            <p:ph type="body" idx="1"/>
          </p:nvPr>
        </p:nvSpPr>
        <p:spPr>
          <a:xfrm>
            <a:off x="500063" y="4196953"/>
            <a:ext cx="11191875" cy="428625"/>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844"/>
              </a:spcBef>
              <a:spcAft>
                <a:spcPts val="0"/>
              </a:spcAft>
              <a:buClr>
                <a:srgbClr val="414141"/>
              </a:buClr>
              <a:buSzPts val="2109"/>
              <a:buFont typeface="Palatino"/>
              <a:buNone/>
              <a:defRPr sz="2109"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66" name="Google Shape;66;p70"/>
          <p:cNvSpPr txBox="1">
            <a:spLocks noGrp="1"/>
          </p:cNvSpPr>
          <p:nvPr>
            <p:ph type="body" idx="2"/>
          </p:nvPr>
        </p:nvSpPr>
        <p:spPr>
          <a:xfrm>
            <a:off x="1190625" y="2991445"/>
            <a:ext cx="9810750" cy="500063"/>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414141"/>
              </a:buClr>
              <a:buSzPts val="1800"/>
              <a:buNone/>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67" name="Google Shape;67;p70"/>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68"/>
        <p:cNvGrpSpPr/>
        <p:nvPr/>
      </p:nvGrpSpPr>
      <p:grpSpPr>
        <a:xfrm>
          <a:off x="0" y="0"/>
          <a:ext cx="0" cy="0"/>
          <a:chOff x="0" y="0"/>
          <a:chExt cx="0" cy="0"/>
        </a:xfrm>
      </p:grpSpPr>
      <p:sp>
        <p:nvSpPr>
          <p:cNvPr id="69" name="Google Shape;69;p71"/>
          <p:cNvSpPr>
            <a:spLocks noGrp="1"/>
          </p:cNvSpPr>
          <p:nvPr>
            <p:ph type="pic" idx="2"/>
          </p:nvPr>
        </p:nvSpPr>
        <p:spPr>
          <a:xfrm>
            <a:off x="-845344" y="-89297"/>
            <a:ext cx="13323094" cy="7029320"/>
          </a:xfrm>
          <a:prstGeom prst="rect">
            <a:avLst/>
          </a:prstGeom>
          <a:noFill/>
          <a:ln>
            <a:noFill/>
          </a:ln>
        </p:spPr>
      </p:sp>
      <p:sp>
        <p:nvSpPr>
          <p:cNvPr id="70" name="Google Shape;70;p71"/>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ierge">
  <p:cSld name="Vierge">
    <p:spTree>
      <p:nvGrpSpPr>
        <p:cNvPr id="1" name="Shape 71"/>
        <p:cNvGrpSpPr/>
        <p:nvPr/>
      </p:nvGrpSpPr>
      <p:grpSpPr>
        <a:xfrm>
          <a:off x="0" y="0"/>
          <a:ext cx="0" cy="0"/>
          <a:chOff x="0" y="0"/>
          <a:chExt cx="0" cy="0"/>
        </a:xfrm>
      </p:grpSpPr>
      <p:sp>
        <p:nvSpPr>
          <p:cNvPr id="72" name="Google Shape;72;p72"/>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Titre et puces">
  <p:cSld name="1_Titre et puces">
    <p:bg>
      <p:bgPr>
        <a:blipFill>
          <a:blip r:embed="rId2">
            <a:alphaModFix/>
          </a:blip>
          <a:stretch>
            <a:fillRect/>
          </a:stretch>
        </a:blipFill>
        <a:effectLst/>
      </p:bgPr>
    </p:bg>
    <p:spTree>
      <p:nvGrpSpPr>
        <p:cNvPr id="1" name="Shape 73"/>
        <p:cNvGrpSpPr/>
        <p:nvPr/>
      </p:nvGrpSpPr>
      <p:grpSpPr>
        <a:xfrm>
          <a:off x="0" y="0"/>
          <a:ext cx="0" cy="0"/>
          <a:chOff x="0" y="0"/>
          <a:chExt cx="0" cy="0"/>
        </a:xfrm>
      </p:grpSpPr>
      <p:cxnSp>
        <p:nvCxnSpPr>
          <p:cNvPr id="74" name="Google Shape;74;p73"/>
          <p:cNvCxnSpPr/>
          <p:nvPr/>
        </p:nvCxnSpPr>
        <p:spPr>
          <a:xfrm>
            <a:off x="1881187" y="2002482"/>
            <a:ext cx="8435598" cy="1"/>
          </a:xfrm>
          <a:prstGeom prst="straightConnector1">
            <a:avLst/>
          </a:prstGeom>
          <a:noFill/>
          <a:ln w="9525" cap="flat" cmpd="sng">
            <a:solidFill>
              <a:srgbClr val="444444">
                <a:alpha val="29803"/>
              </a:srgbClr>
            </a:solidFill>
            <a:prstDash val="solid"/>
            <a:miter lim="400000"/>
            <a:headEnd type="none" w="sm" len="sm"/>
            <a:tailEnd type="none" w="sm" len="sm"/>
          </a:ln>
        </p:spPr>
      </p:cxnSp>
      <p:cxnSp>
        <p:nvCxnSpPr>
          <p:cNvPr id="75" name="Google Shape;75;p73"/>
          <p:cNvCxnSpPr/>
          <p:nvPr/>
        </p:nvCxnSpPr>
        <p:spPr>
          <a:xfrm>
            <a:off x="1881187" y="1192113"/>
            <a:ext cx="8435598" cy="1"/>
          </a:xfrm>
          <a:prstGeom prst="straightConnector1">
            <a:avLst/>
          </a:prstGeom>
          <a:noFill/>
          <a:ln w="9525" cap="flat" cmpd="sng">
            <a:solidFill>
              <a:srgbClr val="444444">
                <a:alpha val="29803"/>
              </a:srgbClr>
            </a:solidFill>
            <a:prstDash val="solid"/>
            <a:miter lim="400000"/>
            <a:headEnd type="none" w="sm" len="sm"/>
            <a:tailEnd type="none" w="sm" len="sm"/>
          </a:ln>
        </p:spPr>
      </p:cxnSp>
      <p:sp>
        <p:nvSpPr>
          <p:cNvPr id="76" name="Google Shape;76;p73"/>
          <p:cNvSpPr txBox="1">
            <a:spLocks noGrp="1"/>
          </p:cNvSpPr>
          <p:nvPr>
            <p:ph type="title"/>
          </p:nvPr>
        </p:nvSpPr>
        <p:spPr>
          <a:xfrm>
            <a:off x="1881187" y="1279177"/>
            <a:ext cx="8429627" cy="642938"/>
          </a:xfrm>
          <a:prstGeom prst="rect">
            <a:avLst/>
          </a:prstGeom>
          <a:noFill/>
          <a:ln>
            <a:noFill/>
          </a:ln>
        </p:spPr>
        <p:txBody>
          <a:bodyPr spcFirstLastPara="1" wrap="square" lIns="38100" tIns="38100" rIns="38100" bIns="38100" anchor="ctr" anchorCtr="0">
            <a:normAutofit/>
          </a:bodyPr>
          <a:lstStyle>
            <a:lvl1pPr lvl="0" algn="ctr">
              <a:lnSpc>
                <a:spcPct val="90000"/>
              </a:lnSpc>
              <a:spcBef>
                <a:spcPts val="1125"/>
              </a:spcBef>
              <a:spcAft>
                <a:spcPts val="0"/>
              </a:spcAft>
              <a:buClr>
                <a:srgbClr val="D93E2B"/>
              </a:buClr>
              <a:buSzPts val="4781"/>
              <a:buFont typeface="Bodoni"/>
              <a:buNone/>
              <a:defRPr sz="4781"/>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77" name="Google Shape;77;p73"/>
          <p:cNvSpPr txBox="1">
            <a:spLocks noGrp="1"/>
          </p:cNvSpPr>
          <p:nvPr>
            <p:ph type="body" idx="1"/>
          </p:nvPr>
        </p:nvSpPr>
        <p:spPr>
          <a:xfrm>
            <a:off x="1881187" y="2243584"/>
            <a:ext cx="8429627" cy="3214688"/>
          </a:xfrm>
          <a:prstGeom prst="rect">
            <a:avLst/>
          </a:prstGeom>
          <a:noFill/>
          <a:ln>
            <a:noFill/>
          </a:ln>
        </p:spPr>
        <p:txBody>
          <a:bodyPr spcFirstLastPara="1" wrap="square" lIns="38100" tIns="38100" rIns="38100" bIns="38100" anchor="ctr" anchorCtr="0">
            <a:normAutofit/>
          </a:bodyPr>
          <a:lstStyle>
            <a:lvl1pPr marL="457200" lvl="0" indent="-319697" algn="l">
              <a:lnSpc>
                <a:spcPct val="100000"/>
              </a:lnSpc>
              <a:spcBef>
                <a:spcPts val="1687"/>
              </a:spcBef>
              <a:spcAft>
                <a:spcPts val="0"/>
              </a:spcAft>
              <a:buSzPts val="1435"/>
              <a:buChar char="●"/>
              <a:defRPr sz="2391"/>
            </a:lvl1pPr>
            <a:lvl2pPr marL="914400" lvl="1" indent="-319697" algn="l">
              <a:lnSpc>
                <a:spcPct val="100000"/>
              </a:lnSpc>
              <a:spcBef>
                <a:spcPts val="1687"/>
              </a:spcBef>
              <a:spcAft>
                <a:spcPts val="0"/>
              </a:spcAft>
              <a:buSzPts val="1435"/>
              <a:buChar char="●"/>
              <a:defRPr sz="2391"/>
            </a:lvl2pPr>
            <a:lvl3pPr marL="1371600" lvl="2" indent="-319697" algn="l">
              <a:lnSpc>
                <a:spcPct val="100000"/>
              </a:lnSpc>
              <a:spcBef>
                <a:spcPts val="1687"/>
              </a:spcBef>
              <a:spcAft>
                <a:spcPts val="0"/>
              </a:spcAft>
              <a:buSzPts val="1435"/>
              <a:buChar char="●"/>
              <a:defRPr sz="2391"/>
            </a:lvl3pPr>
            <a:lvl4pPr marL="1828800" lvl="3" indent="-319697" algn="l">
              <a:lnSpc>
                <a:spcPct val="100000"/>
              </a:lnSpc>
              <a:spcBef>
                <a:spcPts val="1687"/>
              </a:spcBef>
              <a:spcAft>
                <a:spcPts val="0"/>
              </a:spcAft>
              <a:buSzPts val="1435"/>
              <a:buChar char="●"/>
              <a:defRPr sz="2391"/>
            </a:lvl4pPr>
            <a:lvl5pPr marL="2286000" lvl="4" indent="-319697" algn="l">
              <a:lnSpc>
                <a:spcPct val="100000"/>
              </a:lnSpc>
              <a:spcBef>
                <a:spcPts val="1687"/>
              </a:spcBef>
              <a:spcAft>
                <a:spcPts val="0"/>
              </a:spcAft>
              <a:buSzPts val="1435"/>
              <a:buChar char="●"/>
              <a:defRPr sz="2391"/>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78" name="Google Shape;78;p73"/>
          <p:cNvSpPr txBox="1">
            <a:spLocks noGrp="1"/>
          </p:cNvSpPr>
          <p:nvPr>
            <p:ph type="sldNum" idx="12"/>
          </p:nvPr>
        </p:nvSpPr>
        <p:spPr>
          <a:xfrm>
            <a:off x="5954613" y="5739557"/>
            <a:ext cx="227626" cy="250068"/>
          </a:xfrm>
          <a:prstGeom prst="rect">
            <a:avLst/>
          </a:prstGeom>
          <a:noFill/>
          <a:ln>
            <a:noFill/>
          </a:ln>
        </p:spPr>
        <p:txBody>
          <a:bodyPr spcFirstLastPara="1" wrap="square" lIns="38100" tIns="38100" rIns="38100" bIns="38100" anchor="t" anchorCtr="0">
            <a:spAutoFit/>
          </a:bodyPr>
          <a:lstStyle>
            <a:lvl1pPr marL="0" lvl="0" indent="0" algn="l">
              <a:spcBef>
                <a:spcPts val="0"/>
              </a:spcBef>
              <a:buNone/>
              <a:defRPr sz="1125"/>
            </a:lvl1pPr>
            <a:lvl2pPr marL="0" lvl="1" indent="0" algn="l">
              <a:spcBef>
                <a:spcPts val="0"/>
              </a:spcBef>
              <a:buNone/>
              <a:defRPr sz="1125"/>
            </a:lvl2pPr>
            <a:lvl3pPr marL="0" lvl="2" indent="0" algn="l">
              <a:spcBef>
                <a:spcPts val="0"/>
              </a:spcBef>
              <a:buNone/>
              <a:defRPr sz="1125"/>
            </a:lvl3pPr>
            <a:lvl4pPr marL="0" lvl="3" indent="0" algn="l">
              <a:spcBef>
                <a:spcPts val="0"/>
              </a:spcBef>
              <a:buNone/>
              <a:defRPr sz="1125"/>
            </a:lvl4pPr>
            <a:lvl5pPr marL="0" lvl="4" indent="0" algn="l">
              <a:spcBef>
                <a:spcPts val="0"/>
              </a:spcBef>
              <a:buNone/>
              <a:defRPr sz="1125"/>
            </a:lvl5pPr>
            <a:lvl6pPr marL="0" lvl="5" indent="0" algn="l">
              <a:spcBef>
                <a:spcPts val="0"/>
              </a:spcBef>
              <a:buNone/>
              <a:defRPr sz="1125"/>
            </a:lvl6pPr>
            <a:lvl7pPr marL="0" lvl="6" indent="0" algn="l">
              <a:spcBef>
                <a:spcPts val="0"/>
              </a:spcBef>
              <a:buNone/>
              <a:defRPr sz="1125"/>
            </a:lvl7pPr>
            <a:lvl8pPr marL="0" lvl="7" indent="0" algn="l">
              <a:spcBef>
                <a:spcPts val="0"/>
              </a:spcBef>
              <a:buNone/>
              <a:defRPr sz="1125"/>
            </a:lvl8pPr>
            <a:lvl9pPr marL="0" lvl="8" indent="0" algn="l">
              <a:spcBef>
                <a:spcPts val="0"/>
              </a:spcBef>
              <a:buNone/>
              <a:defRPr sz="1125"/>
            </a:lvl9pPr>
          </a:lstStyle>
          <a:p>
            <a:pPr marL="0" lvl="0" indent="0" algn="l" rtl="0">
              <a:spcBef>
                <a:spcPts val="0"/>
              </a:spcBef>
              <a:spcAft>
                <a:spcPts val="0"/>
              </a:spcAft>
              <a:buNone/>
            </a:pPr>
            <a:fld id="{00000000-1234-1234-1234-123412341234}" type="slidenum">
              <a:rPr lang="en-US"/>
              <a:t>‹N°›</a:t>
            </a:fld>
            <a:endParaRPr>
              <a:solidFill>
                <a:srgbClr val="4C4946"/>
              </a:solidFill>
              <a:latin typeface="Bodoni"/>
              <a:ea typeface="Bodoni"/>
              <a:cs typeface="Bodoni"/>
              <a:sym typeface="Bodon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et puces" type="tx">
  <p:cSld name="TITLE_AND_BODY">
    <p:spTree>
      <p:nvGrpSpPr>
        <p:cNvPr id="1" name="Shape 85"/>
        <p:cNvGrpSpPr/>
        <p:nvPr/>
      </p:nvGrpSpPr>
      <p:grpSpPr>
        <a:xfrm>
          <a:off x="0" y="0"/>
          <a:ext cx="0" cy="0"/>
          <a:chOff x="0" y="0"/>
          <a:chExt cx="0" cy="0"/>
        </a:xfrm>
      </p:grpSpPr>
      <p:sp>
        <p:nvSpPr>
          <p:cNvPr id="86" name="Google Shape;86;p4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87" name="Google Shape;87;p49"/>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lvl1pPr marL="457200" lvl="0" indent="-297180" algn="l">
              <a:lnSpc>
                <a:spcPct val="100000"/>
              </a:lnSpc>
              <a:spcBef>
                <a:spcPts val="1687"/>
              </a:spcBef>
              <a:spcAft>
                <a:spcPts val="0"/>
              </a:spcAft>
              <a:buSzPts val="1080"/>
              <a:buChar char="●"/>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88" name="Google Shape;88;p49"/>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89"/>
        <p:cNvGrpSpPr/>
        <p:nvPr/>
      </p:nvGrpSpPr>
      <p:grpSpPr>
        <a:xfrm>
          <a:off x="0" y="0"/>
          <a:ext cx="0" cy="0"/>
          <a:chOff x="0" y="0"/>
          <a:chExt cx="0" cy="0"/>
        </a:xfrm>
      </p:grpSpPr>
      <p:sp>
        <p:nvSpPr>
          <p:cNvPr id="90" name="Google Shape;90;p50"/>
          <p:cNvSpPr txBox="1">
            <a:spLocks noGrp="1"/>
          </p:cNvSpPr>
          <p:nvPr>
            <p:ph type="title"/>
          </p:nvPr>
        </p:nvSpPr>
        <p:spPr>
          <a:xfrm>
            <a:off x="476250" y="2303859"/>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91" name="Google Shape;91;p50"/>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lvl1pPr marL="457200" lvl="0" indent="-297180" algn="l">
              <a:lnSpc>
                <a:spcPct val="100000"/>
              </a:lnSpc>
              <a:spcBef>
                <a:spcPts val="1687"/>
              </a:spcBef>
              <a:spcAft>
                <a:spcPts val="0"/>
              </a:spcAft>
              <a:buSzPts val="1080"/>
              <a:buChar char="●"/>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92" name="Google Shape;92;p50"/>
          <p:cNvSpPr txBox="1">
            <a:spLocks noGrp="1"/>
          </p:cNvSpPr>
          <p:nvPr>
            <p:ph type="sldNum" idx="12"/>
          </p:nvPr>
        </p:nvSpPr>
        <p:spPr>
          <a:xfrm>
            <a:off x="5848093" y="6509743"/>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latin typeface="Bodoni"/>
                <a:ea typeface="Bodoni"/>
                <a:cs typeface="Bodoni"/>
                <a:sym typeface="Bodoni"/>
              </a:defRPr>
            </a:lvl1pPr>
            <a:lvl2pPr marL="0" lvl="1" indent="0" algn="l">
              <a:spcBef>
                <a:spcPts val="0"/>
              </a:spcBef>
              <a:buNone/>
              <a:defRPr sz="1266">
                <a:solidFill>
                  <a:srgbClr val="4C4946"/>
                </a:solidFill>
                <a:latin typeface="Bodoni"/>
                <a:ea typeface="Bodoni"/>
                <a:cs typeface="Bodoni"/>
                <a:sym typeface="Bodoni"/>
              </a:defRPr>
            </a:lvl2pPr>
            <a:lvl3pPr marL="0" lvl="2" indent="0" algn="l">
              <a:spcBef>
                <a:spcPts val="0"/>
              </a:spcBef>
              <a:buNone/>
              <a:defRPr sz="1266">
                <a:solidFill>
                  <a:srgbClr val="4C4946"/>
                </a:solidFill>
                <a:latin typeface="Bodoni"/>
                <a:ea typeface="Bodoni"/>
                <a:cs typeface="Bodoni"/>
                <a:sym typeface="Bodoni"/>
              </a:defRPr>
            </a:lvl3pPr>
            <a:lvl4pPr marL="0" lvl="3" indent="0" algn="l">
              <a:spcBef>
                <a:spcPts val="0"/>
              </a:spcBef>
              <a:buNone/>
              <a:defRPr sz="1266">
                <a:solidFill>
                  <a:srgbClr val="4C4946"/>
                </a:solidFill>
                <a:latin typeface="Bodoni"/>
                <a:ea typeface="Bodoni"/>
                <a:cs typeface="Bodoni"/>
                <a:sym typeface="Bodoni"/>
              </a:defRPr>
            </a:lvl4pPr>
            <a:lvl5pPr marL="0" lvl="4" indent="0" algn="l">
              <a:spcBef>
                <a:spcPts val="0"/>
              </a:spcBef>
              <a:buNone/>
              <a:defRPr sz="1266">
                <a:solidFill>
                  <a:srgbClr val="4C4946"/>
                </a:solidFill>
                <a:latin typeface="Bodoni"/>
                <a:ea typeface="Bodoni"/>
                <a:cs typeface="Bodoni"/>
                <a:sym typeface="Bodoni"/>
              </a:defRPr>
            </a:lvl5pPr>
            <a:lvl6pPr marL="0" lvl="5" indent="0" algn="l">
              <a:spcBef>
                <a:spcPts val="0"/>
              </a:spcBef>
              <a:buNone/>
              <a:defRPr sz="1266">
                <a:solidFill>
                  <a:srgbClr val="4C4946"/>
                </a:solidFill>
                <a:latin typeface="Bodoni"/>
                <a:ea typeface="Bodoni"/>
                <a:cs typeface="Bodoni"/>
                <a:sym typeface="Bodoni"/>
              </a:defRPr>
            </a:lvl6pPr>
            <a:lvl7pPr marL="0" lvl="6" indent="0" algn="l">
              <a:spcBef>
                <a:spcPts val="0"/>
              </a:spcBef>
              <a:buNone/>
              <a:defRPr sz="1266">
                <a:solidFill>
                  <a:srgbClr val="4C4946"/>
                </a:solidFill>
                <a:latin typeface="Bodoni"/>
                <a:ea typeface="Bodoni"/>
                <a:cs typeface="Bodoni"/>
                <a:sym typeface="Bodoni"/>
              </a:defRPr>
            </a:lvl7pPr>
            <a:lvl8pPr marL="0" lvl="7" indent="0" algn="l">
              <a:spcBef>
                <a:spcPts val="0"/>
              </a:spcBef>
              <a:buNone/>
              <a:defRPr sz="1266">
                <a:solidFill>
                  <a:srgbClr val="4C4946"/>
                </a:solidFill>
                <a:latin typeface="Bodoni"/>
                <a:ea typeface="Bodoni"/>
                <a:cs typeface="Bodoni"/>
                <a:sym typeface="Bodoni"/>
              </a:defRPr>
            </a:lvl8pPr>
            <a:lvl9pPr marL="0" lvl="8" indent="0" algn="l">
              <a:spcBef>
                <a:spcPts val="0"/>
              </a:spcBef>
              <a:buNone/>
              <a:defRPr sz="1266">
                <a:solidFill>
                  <a:srgbClr val="4C4946"/>
                </a:solidFill>
                <a:latin typeface="Bodoni"/>
                <a:ea typeface="Bodoni"/>
                <a:cs typeface="Bodoni"/>
                <a:sym typeface="Bodoni"/>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re et sous-titre" type="title">
  <p:cSld name="TITLE">
    <p:spTree>
      <p:nvGrpSpPr>
        <p:cNvPr id="1" name="Shape 93"/>
        <p:cNvGrpSpPr/>
        <p:nvPr/>
      </p:nvGrpSpPr>
      <p:grpSpPr>
        <a:xfrm>
          <a:off x="0" y="0"/>
          <a:ext cx="0" cy="0"/>
          <a:chOff x="0" y="0"/>
          <a:chExt cx="0" cy="0"/>
        </a:xfrm>
      </p:grpSpPr>
      <p:cxnSp>
        <p:nvCxnSpPr>
          <p:cNvPr id="94" name="Google Shape;94;p51"/>
          <p:cNvCxnSpPr/>
          <p:nvPr/>
        </p:nvCxnSpPr>
        <p:spPr>
          <a:xfrm>
            <a:off x="476251" y="4634508"/>
            <a:ext cx="11249487"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95" name="Google Shape;95;p51"/>
          <p:cNvCxnSpPr/>
          <p:nvPr/>
        </p:nvCxnSpPr>
        <p:spPr>
          <a:xfrm>
            <a:off x="476250" y="2875359"/>
            <a:ext cx="11250018"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96" name="Google Shape;96;p51"/>
          <p:cNvCxnSpPr/>
          <p:nvPr/>
        </p:nvCxnSpPr>
        <p:spPr>
          <a:xfrm rot="10800000" flipH="1">
            <a:off x="7494659" y="3182523"/>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97" name="Google Shape;97;p51"/>
          <p:cNvSpPr txBox="1">
            <a:spLocks noGrp="1"/>
          </p:cNvSpPr>
          <p:nvPr>
            <p:ph type="body" idx="1"/>
          </p:nvPr>
        </p:nvSpPr>
        <p:spPr>
          <a:xfrm>
            <a:off x="476250" y="2452334"/>
            <a:ext cx="6750844" cy="381708"/>
          </a:xfrm>
          <a:prstGeom prst="rect">
            <a:avLst/>
          </a:prstGeom>
          <a:noFill/>
          <a:ln>
            <a:noFill/>
          </a:ln>
        </p:spPr>
        <p:txBody>
          <a:bodyPr spcFirstLastPara="1" wrap="square" lIns="50800" tIns="50800" rIns="50800" bIns="50800" anchor="ctr"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98" name="Google Shape;98;p51"/>
          <p:cNvSpPr txBox="1">
            <a:spLocks noGrp="1"/>
          </p:cNvSpPr>
          <p:nvPr>
            <p:ph type="title"/>
          </p:nvPr>
        </p:nvSpPr>
        <p:spPr>
          <a:xfrm>
            <a:off x="476250" y="2911078"/>
            <a:ext cx="6750844" cy="1696641"/>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99" name="Google Shape;99;p51"/>
          <p:cNvSpPr txBox="1">
            <a:spLocks noGrp="1"/>
          </p:cNvSpPr>
          <p:nvPr>
            <p:ph type="body" idx="2"/>
          </p:nvPr>
        </p:nvSpPr>
        <p:spPr>
          <a:xfrm>
            <a:off x="7762875" y="2911078"/>
            <a:ext cx="3976688" cy="1696641"/>
          </a:xfrm>
          <a:prstGeom prst="rect">
            <a:avLst/>
          </a:prstGeom>
          <a:noFill/>
          <a:ln>
            <a:noFill/>
          </a:ln>
        </p:spPr>
        <p:txBody>
          <a:bodyPr spcFirstLastPara="1" wrap="square" lIns="50800" tIns="50800" rIns="50800" bIns="50800" anchor="ctr"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00" name="Google Shape;100;p51"/>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hoto - Horizontale">
  <p:cSld name="Photo - Horizontale">
    <p:spTree>
      <p:nvGrpSpPr>
        <p:cNvPr id="1" name="Shape 101"/>
        <p:cNvGrpSpPr/>
        <p:nvPr/>
      </p:nvGrpSpPr>
      <p:grpSpPr>
        <a:xfrm>
          <a:off x="0" y="0"/>
          <a:ext cx="0" cy="0"/>
          <a:chOff x="0" y="0"/>
          <a:chExt cx="0" cy="0"/>
        </a:xfrm>
      </p:grpSpPr>
      <p:cxnSp>
        <p:nvCxnSpPr>
          <p:cNvPr id="102" name="Google Shape;102;p52"/>
          <p:cNvCxnSpPr/>
          <p:nvPr/>
        </p:nvCxnSpPr>
        <p:spPr>
          <a:xfrm rot="10800000" flipH="1">
            <a:off x="7494659" y="4959531"/>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103" name="Google Shape;103;p52"/>
          <p:cNvCxnSpPr/>
          <p:nvPr/>
        </p:nvCxnSpPr>
        <p:spPr>
          <a:xfrm>
            <a:off x="476251" y="6420445"/>
            <a:ext cx="11249487"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104" name="Google Shape;104;p52"/>
          <p:cNvCxnSpPr/>
          <p:nvPr/>
        </p:nvCxnSpPr>
        <p:spPr>
          <a:xfrm>
            <a:off x="476250" y="4661297"/>
            <a:ext cx="11250018"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105" name="Google Shape;105;p52"/>
          <p:cNvCxnSpPr/>
          <p:nvPr/>
        </p:nvCxnSpPr>
        <p:spPr>
          <a:xfrm rot="10800000" flipH="1">
            <a:off x="7494659" y="4959531"/>
            <a:ext cx="1" cy="1155065"/>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106" name="Google Shape;106;p52"/>
          <p:cNvSpPr txBox="1">
            <a:spLocks noGrp="1"/>
          </p:cNvSpPr>
          <p:nvPr>
            <p:ph type="body" idx="1"/>
          </p:nvPr>
        </p:nvSpPr>
        <p:spPr>
          <a:xfrm>
            <a:off x="476250" y="4273990"/>
            <a:ext cx="6750844" cy="381708"/>
          </a:xfrm>
          <a:prstGeom prst="rect">
            <a:avLst/>
          </a:prstGeom>
          <a:noFill/>
          <a:ln>
            <a:noFill/>
          </a:ln>
        </p:spPr>
        <p:txBody>
          <a:bodyPr spcFirstLastPara="1" wrap="square" lIns="50800" tIns="50800" rIns="50800" bIns="50800" anchor="ctr"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07" name="Google Shape;107;p52"/>
          <p:cNvSpPr>
            <a:spLocks noGrp="1"/>
          </p:cNvSpPr>
          <p:nvPr>
            <p:ph type="pic" idx="2"/>
          </p:nvPr>
        </p:nvSpPr>
        <p:spPr>
          <a:xfrm>
            <a:off x="547687" y="392906"/>
            <a:ext cx="11084719" cy="4982766"/>
          </a:xfrm>
          <a:prstGeom prst="rect">
            <a:avLst/>
          </a:prstGeom>
          <a:noFill/>
          <a:ln>
            <a:noFill/>
          </a:ln>
        </p:spPr>
      </p:sp>
      <p:sp>
        <p:nvSpPr>
          <p:cNvPr id="108" name="Google Shape;108;p52"/>
          <p:cNvSpPr txBox="1">
            <a:spLocks noGrp="1"/>
          </p:cNvSpPr>
          <p:nvPr>
            <p:ph type="title"/>
          </p:nvPr>
        </p:nvSpPr>
        <p:spPr>
          <a:xfrm>
            <a:off x="476250" y="4697015"/>
            <a:ext cx="6750844" cy="1696641"/>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09" name="Google Shape;109;p52"/>
          <p:cNvSpPr txBox="1">
            <a:spLocks noGrp="1"/>
          </p:cNvSpPr>
          <p:nvPr>
            <p:ph type="body" idx="3"/>
          </p:nvPr>
        </p:nvSpPr>
        <p:spPr>
          <a:xfrm>
            <a:off x="7762875" y="4697015"/>
            <a:ext cx="3976688" cy="1696641"/>
          </a:xfrm>
          <a:prstGeom prst="rect">
            <a:avLst/>
          </a:prstGeom>
          <a:noFill/>
          <a:ln>
            <a:noFill/>
          </a:ln>
        </p:spPr>
        <p:txBody>
          <a:bodyPr spcFirstLastPara="1" wrap="square" lIns="50800" tIns="50800" rIns="50800" bIns="50800" anchor="ctr"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10" name="Google Shape;110;p52"/>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 Verticale">
  <p:cSld name="Photo - Verticale">
    <p:spTree>
      <p:nvGrpSpPr>
        <p:cNvPr id="1" name="Shape 111"/>
        <p:cNvGrpSpPr/>
        <p:nvPr/>
      </p:nvGrpSpPr>
      <p:grpSpPr>
        <a:xfrm>
          <a:off x="0" y="0"/>
          <a:ext cx="0" cy="0"/>
          <a:chOff x="0" y="0"/>
          <a:chExt cx="0" cy="0"/>
        </a:xfrm>
      </p:grpSpPr>
      <p:cxnSp>
        <p:nvCxnSpPr>
          <p:cNvPr id="112" name="Google Shape;112;p53"/>
          <p:cNvCxnSpPr/>
          <p:nvPr/>
        </p:nvCxnSpPr>
        <p:spPr>
          <a:xfrm>
            <a:off x="476250" y="3429000"/>
            <a:ext cx="5321601"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113" name="Google Shape;113;p53"/>
          <p:cNvCxnSpPr/>
          <p:nvPr/>
        </p:nvCxnSpPr>
        <p:spPr>
          <a:xfrm>
            <a:off x="476250" y="1946672"/>
            <a:ext cx="5321546" cy="0"/>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114" name="Google Shape;114;p53"/>
          <p:cNvSpPr txBox="1">
            <a:spLocks noGrp="1"/>
          </p:cNvSpPr>
          <p:nvPr>
            <p:ph type="body" idx="1"/>
          </p:nvPr>
        </p:nvSpPr>
        <p:spPr>
          <a:xfrm>
            <a:off x="476250" y="1502456"/>
            <a:ext cx="5322094" cy="381708"/>
          </a:xfrm>
          <a:prstGeom prst="rect">
            <a:avLst/>
          </a:prstGeom>
          <a:noFill/>
          <a:ln>
            <a:noFill/>
          </a:ln>
        </p:spPr>
        <p:txBody>
          <a:bodyPr spcFirstLastPara="1" wrap="square" lIns="50800" tIns="50800" rIns="50800" bIns="50800" anchor="b" anchorCtr="0">
            <a:spAutoFit/>
          </a:bodyPr>
          <a:lstStyle>
            <a:lvl1pPr marL="457200" lvl="0" indent="-228600" algn="l">
              <a:lnSpc>
                <a:spcPct val="110000"/>
              </a:lnSpc>
              <a:spcBef>
                <a:spcPts val="0"/>
              </a:spcBef>
              <a:spcAft>
                <a:spcPts val="0"/>
              </a:spcAft>
              <a:buClr>
                <a:srgbClr val="414141"/>
              </a:buClr>
              <a:buSzPts val="1687"/>
              <a:buFont typeface="Palatino"/>
              <a:buNone/>
              <a:defRPr sz="1687"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15" name="Google Shape;115;p53"/>
          <p:cNvSpPr>
            <a:spLocks noGrp="1"/>
          </p:cNvSpPr>
          <p:nvPr>
            <p:ph type="pic" idx="2"/>
          </p:nvPr>
        </p:nvSpPr>
        <p:spPr>
          <a:xfrm>
            <a:off x="6285654" y="415230"/>
            <a:ext cx="5443954" cy="5982891"/>
          </a:xfrm>
          <a:prstGeom prst="rect">
            <a:avLst/>
          </a:prstGeom>
          <a:noFill/>
          <a:ln>
            <a:noFill/>
          </a:ln>
        </p:spPr>
      </p:sp>
      <p:sp>
        <p:nvSpPr>
          <p:cNvPr id="116" name="Google Shape;116;p53"/>
          <p:cNvSpPr txBox="1">
            <a:spLocks noGrp="1"/>
          </p:cNvSpPr>
          <p:nvPr>
            <p:ph type="title"/>
          </p:nvPr>
        </p:nvSpPr>
        <p:spPr>
          <a:xfrm>
            <a:off x="476250" y="1973461"/>
            <a:ext cx="5322094" cy="1428750"/>
          </a:xfrm>
          <a:prstGeom prst="rect">
            <a:avLst/>
          </a:prstGeom>
          <a:noFill/>
          <a:ln>
            <a:noFill/>
          </a:ln>
        </p:spPr>
        <p:txBody>
          <a:bodyPr spcFirstLastPara="1" wrap="square" lIns="50800" tIns="50800" rIns="50800" bIns="50800" anchor="ctr" anchorCtr="0">
            <a:normAutofit/>
          </a:bodyPr>
          <a:lstStyle>
            <a:lvl1pPr lvl="0" algn="l">
              <a:lnSpc>
                <a:spcPct val="90000"/>
              </a:lnSpc>
              <a:spcBef>
                <a:spcPts val="1125"/>
              </a:spcBef>
              <a:spcAft>
                <a:spcPts val="0"/>
              </a:spcAft>
              <a:buClr>
                <a:srgbClr val="008F00"/>
              </a:buClr>
              <a:buSzPts val="2883"/>
              <a:buFont typeface="Bodoni"/>
              <a:buNone/>
              <a:defRPr sz="2883">
                <a:solidFill>
                  <a:srgbClr val="008F00"/>
                </a:solidFill>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17" name="Google Shape;117;p53"/>
          <p:cNvSpPr txBox="1">
            <a:spLocks noGrp="1"/>
          </p:cNvSpPr>
          <p:nvPr>
            <p:ph type="body" idx="3"/>
          </p:nvPr>
        </p:nvSpPr>
        <p:spPr>
          <a:xfrm>
            <a:off x="476250" y="3536156"/>
            <a:ext cx="5322094" cy="2821781"/>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414141"/>
              </a:buClr>
              <a:buSzPts val="1687"/>
              <a:buFont typeface="Palatino"/>
              <a:buNone/>
              <a:defRPr sz="1687"/>
            </a:lvl1pPr>
            <a:lvl2pPr marL="914400" lvl="1" indent="-228600" algn="l">
              <a:lnSpc>
                <a:spcPct val="100000"/>
              </a:lnSpc>
              <a:spcBef>
                <a:spcPts val="0"/>
              </a:spcBef>
              <a:spcAft>
                <a:spcPts val="0"/>
              </a:spcAft>
              <a:buClr>
                <a:srgbClr val="414141"/>
              </a:buClr>
              <a:buSzPts val="1687"/>
              <a:buFont typeface="Palatino"/>
              <a:buNone/>
              <a:defRPr sz="1687"/>
            </a:lvl2pPr>
            <a:lvl3pPr marL="1371600" lvl="2" indent="-228600" algn="l">
              <a:lnSpc>
                <a:spcPct val="100000"/>
              </a:lnSpc>
              <a:spcBef>
                <a:spcPts val="0"/>
              </a:spcBef>
              <a:spcAft>
                <a:spcPts val="0"/>
              </a:spcAft>
              <a:buClr>
                <a:srgbClr val="414141"/>
              </a:buClr>
              <a:buSzPts val="1687"/>
              <a:buFont typeface="Palatino"/>
              <a:buNone/>
              <a:defRPr sz="1687"/>
            </a:lvl3pPr>
            <a:lvl4pPr marL="1828800" lvl="3" indent="-228600" algn="l">
              <a:lnSpc>
                <a:spcPct val="100000"/>
              </a:lnSpc>
              <a:spcBef>
                <a:spcPts val="0"/>
              </a:spcBef>
              <a:spcAft>
                <a:spcPts val="0"/>
              </a:spcAft>
              <a:buClr>
                <a:srgbClr val="414141"/>
              </a:buClr>
              <a:buSzPts val="1687"/>
              <a:buFont typeface="Palatino"/>
              <a:buNone/>
              <a:defRPr sz="1687"/>
            </a:lvl4pPr>
            <a:lvl5pPr marL="2286000" lvl="4" indent="-228600" algn="l">
              <a:lnSpc>
                <a:spcPct val="100000"/>
              </a:lnSpc>
              <a:spcBef>
                <a:spcPts val="0"/>
              </a:spcBef>
              <a:spcAft>
                <a:spcPts val="0"/>
              </a:spcAft>
              <a:buClr>
                <a:srgbClr val="414141"/>
              </a:buClr>
              <a:buSzPts val="1687"/>
              <a:buFont typeface="Palatino"/>
              <a:buNone/>
              <a:defRPr sz="1687"/>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18" name="Google Shape;118;p53"/>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re - Haut">
  <p:cSld name="Titre - Haut">
    <p:spTree>
      <p:nvGrpSpPr>
        <p:cNvPr id="1" name="Shape 119"/>
        <p:cNvGrpSpPr/>
        <p:nvPr/>
      </p:nvGrpSpPr>
      <p:grpSpPr>
        <a:xfrm>
          <a:off x="0" y="0"/>
          <a:ext cx="0" cy="0"/>
          <a:chOff x="0" y="0"/>
          <a:chExt cx="0" cy="0"/>
        </a:xfrm>
      </p:grpSpPr>
      <p:sp>
        <p:nvSpPr>
          <p:cNvPr id="120" name="Google Shape;120;p54"/>
          <p:cNvSpPr txBox="1">
            <a:spLocks noGrp="1"/>
          </p:cNvSpPr>
          <p:nvPr>
            <p:ph type="title"/>
          </p:nvPr>
        </p:nvSpPr>
        <p:spPr>
          <a:xfrm>
            <a:off x="476250" y="2303859"/>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21" name="Google Shape;121;p54"/>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re, puces et photo">
  <p:cSld name="Titre, puces et photo">
    <p:spTree>
      <p:nvGrpSpPr>
        <p:cNvPr id="1" name="Shape 122"/>
        <p:cNvGrpSpPr/>
        <p:nvPr/>
      </p:nvGrpSpPr>
      <p:grpSpPr>
        <a:xfrm>
          <a:off x="0" y="0"/>
          <a:ext cx="0" cy="0"/>
          <a:chOff x="0" y="0"/>
          <a:chExt cx="0" cy="0"/>
        </a:xfrm>
      </p:grpSpPr>
      <p:sp>
        <p:nvSpPr>
          <p:cNvPr id="123" name="Google Shape;123;p55"/>
          <p:cNvSpPr>
            <a:spLocks noGrp="1"/>
          </p:cNvSpPr>
          <p:nvPr>
            <p:ph type="pic" idx="2"/>
          </p:nvPr>
        </p:nvSpPr>
        <p:spPr>
          <a:xfrm>
            <a:off x="6393656" y="1223367"/>
            <a:ext cx="5226844" cy="5744289"/>
          </a:xfrm>
          <a:prstGeom prst="rect">
            <a:avLst/>
          </a:prstGeom>
          <a:noFill/>
          <a:ln>
            <a:noFill/>
          </a:ln>
        </p:spPr>
      </p:sp>
      <p:sp>
        <p:nvSpPr>
          <p:cNvPr id="124" name="Google Shape;124;p55"/>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lvl1pPr lvl="0" algn="ctr">
              <a:lnSpc>
                <a:spcPct val="90000"/>
              </a:lnSpc>
              <a:spcBef>
                <a:spcPts val="1125"/>
              </a:spcBef>
              <a:spcAft>
                <a:spcPts val="0"/>
              </a:spcAft>
              <a:buClr>
                <a:srgbClr val="D93E2B"/>
              </a:buClr>
              <a:buSzPts val="1800"/>
              <a:buNone/>
              <a:defRPr/>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25" name="Google Shape;125;p55"/>
          <p:cNvSpPr txBox="1">
            <a:spLocks noGrp="1"/>
          </p:cNvSpPr>
          <p:nvPr>
            <p:ph type="body" idx="1"/>
          </p:nvPr>
        </p:nvSpPr>
        <p:spPr>
          <a:xfrm>
            <a:off x="476250" y="1919883"/>
            <a:ext cx="5453063" cy="4464844"/>
          </a:xfrm>
          <a:prstGeom prst="rect">
            <a:avLst/>
          </a:prstGeom>
          <a:noFill/>
          <a:ln>
            <a:noFill/>
          </a:ln>
        </p:spPr>
        <p:txBody>
          <a:bodyPr spcFirstLastPara="1" wrap="square" lIns="50800" tIns="50800" rIns="50800" bIns="50800" anchor="ctr" anchorCtr="0">
            <a:normAutofit/>
          </a:bodyPr>
          <a:lstStyle>
            <a:lvl1pPr marL="457200" lvl="0" indent="-315648" algn="l">
              <a:lnSpc>
                <a:spcPct val="100000"/>
              </a:lnSpc>
              <a:spcBef>
                <a:spcPts val="1266"/>
              </a:spcBef>
              <a:spcAft>
                <a:spcPts val="0"/>
              </a:spcAft>
              <a:buSzPts val="1371"/>
              <a:buChar char="●"/>
              <a:defRPr sz="2109"/>
            </a:lvl1pPr>
            <a:lvl2pPr marL="914400" lvl="1" indent="-315648" algn="l">
              <a:lnSpc>
                <a:spcPct val="100000"/>
              </a:lnSpc>
              <a:spcBef>
                <a:spcPts val="1266"/>
              </a:spcBef>
              <a:spcAft>
                <a:spcPts val="0"/>
              </a:spcAft>
              <a:buSzPts val="1371"/>
              <a:buChar char="●"/>
              <a:defRPr sz="2109"/>
            </a:lvl2pPr>
            <a:lvl3pPr marL="1371600" lvl="2" indent="-315648" algn="l">
              <a:lnSpc>
                <a:spcPct val="100000"/>
              </a:lnSpc>
              <a:spcBef>
                <a:spcPts val="1266"/>
              </a:spcBef>
              <a:spcAft>
                <a:spcPts val="0"/>
              </a:spcAft>
              <a:buSzPts val="1371"/>
              <a:buChar char="●"/>
              <a:defRPr sz="2109"/>
            </a:lvl3pPr>
            <a:lvl4pPr marL="1828800" lvl="3" indent="-315648" algn="l">
              <a:lnSpc>
                <a:spcPct val="100000"/>
              </a:lnSpc>
              <a:spcBef>
                <a:spcPts val="1266"/>
              </a:spcBef>
              <a:spcAft>
                <a:spcPts val="0"/>
              </a:spcAft>
              <a:buSzPts val="1371"/>
              <a:buChar char="●"/>
              <a:defRPr sz="2109"/>
            </a:lvl4pPr>
            <a:lvl5pPr marL="2286000" lvl="4" indent="-315648" algn="l">
              <a:lnSpc>
                <a:spcPct val="100000"/>
              </a:lnSpc>
              <a:spcBef>
                <a:spcPts val="1266"/>
              </a:spcBef>
              <a:spcAft>
                <a:spcPts val="0"/>
              </a:spcAft>
              <a:buSzPts val="1371"/>
              <a:buChar char="●"/>
              <a:defRPr sz="2109"/>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26" name="Google Shape;126;p55"/>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uces">
  <p:cSld name="Puces">
    <p:spTree>
      <p:nvGrpSpPr>
        <p:cNvPr id="1" name="Shape 127"/>
        <p:cNvGrpSpPr/>
        <p:nvPr/>
      </p:nvGrpSpPr>
      <p:grpSpPr>
        <a:xfrm>
          <a:off x="0" y="0"/>
          <a:ext cx="0" cy="0"/>
          <a:chOff x="0" y="0"/>
          <a:chExt cx="0" cy="0"/>
        </a:xfrm>
      </p:grpSpPr>
      <p:sp>
        <p:nvSpPr>
          <p:cNvPr id="128" name="Google Shape;128;p56"/>
          <p:cNvSpPr txBox="1">
            <a:spLocks noGrp="1"/>
          </p:cNvSpPr>
          <p:nvPr>
            <p:ph type="body" idx="1"/>
          </p:nvPr>
        </p:nvSpPr>
        <p:spPr>
          <a:xfrm>
            <a:off x="476250" y="892969"/>
            <a:ext cx="11239500" cy="5072063"/>
          </a:xfrm>
          <a:prstGeom prst="rect">
            <a:avLst/>
          </a:prstGeom>
          <a:noFill/>
          <a:ln>
            <a:noFill/>
          </a:ln>
        </p:spPr>
        <p:txBody>
          <a:bodyPr spcFirstLastPara="1" wrap="square" lIns="50800" tIns="50800" rIns="50800" bIns="50800" anchor="ctr" anchorCtr="0">
            <a:normAutofit/>
          </a:bodyPr>
          <a:lstStyle>
            <a:lvl1pPr marL="457200" lvl="0" indent="-297180" algn="l">
              <a:lnSpc>
                <a:spcPct val="100000"/>
              </a:lnSpc>
              <a:spcBef>
                <a:spcPts val="1687"/>
              </a:spcBef>
              <a:spcAft>
                <a:spcPts val="0"/>
              </a:spcAft>
              <a:buSzPts val="1080"/>
              <a:buChar char="●"/>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29" name="Google Shape;129;p56"/>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photos">
  <p:cSld name="3 photos">
    <p:spTree>
      <p:nvGrpSpPr>
        <p:cNvPr id="1" name="Shape 130"/>
        <p:cNvGrpSpPr/>
        <p:nvPr/>
      </p:nvGrpSpPr>
      <p:grpSpPr>
        <a:xfrm>
          <a:off x="0" y="0"/>
          <a:ext cx="0" cy="0"/>
          <a:chOff x="0" y="0"/>
          <a:chExt cx="0" cy="0"/>
        </a:xfrm>
      </p:grpSpPr>
      <p:sp>
        <p:nvSpPr>
          <p:cNvPr id="131" name="Google Shape;131;p57"/>
          <p:cNvSpPr>
            <a:spLocks noGrp="1"/>
          </p:cNvSpPr>
          <p:nvPr>
            <p:ph type="pic" idx="2"/>
          </p:nvPr>
        </p:nvSpPr>
        <p:spPr>
          <a:xfrm>
            <a:off x="5869675" y="3098602"/>
            <a:ext cx="6279168" cy="3312914"/>
          </a:xfrm>
          <a:prstGeom prst="rect">
            <a:avLst/>
          </a:prstGeom>
          <a:noFill/>
          <a:ln>
            <a:noFill/>
          </a:ln>
        </p:spPr>
      </p:sp>
      <p:sp>
        <p:nvSpPr>
          <p:cNvPr id="132" name="Google Shape;132;p57"/>
          <p:cNvSpPr>
            <a:spLocks noGrp="1"/>
          </p:cNvSpPr>
          <p:nvPr>
            <p:ph type="pic" idx="3"/>
          </p:nvPr>
        </p:nvSpPr>
        <p:spPr>
          <a:xfrm>
            <a:off x="6262688" y="446485"/>
            <a:ext cx="5464970" cy="2473523"/>
          </a:xfrm>
          <a:prstGeom prst="rect">
            <a:avLst/>
          </a:prstGeom>
          <a:noFill/>
          <a:ln>
            <a:noFill/>
          </a:ln>
        </p:spPr>
      </p:sp>
      <p:sp>
        <p:nvSpPr>
          <p:cNvPr id="133" name="Google Shape;133;p57"/>
          <p:cNvSpPr>
            <a:spLocks noGrp="1"/>
          </p:cNvSpPr>
          <p:nvPr>
            <p:ph type="pic" idx="4"/>
          </p:nvPr>
        </p:nvSpPr>
        <p:spPr>
          <a:xfrm>
            <a:off x="452438" y="428625"/>
            <a:ext cx="5370826" cy="5902523"/>
          </a:xfrm>
          <a:prstGeom prst="rect">
            <a:avLst/>
          </a:prstGeom>
          <a:noFill/>
          <a:ln>
            <a:noFill/>
          </a:ln>
        </p:spPr>
      </p:sp>
      <p:sp>
        <p:nvSpPr>
          <p:cNvPr id="134" name="Google Shape;134;p57"/>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itation">
  <p:cSld name="Citation">
    <p:spTree>
      <p:nvGrpSpPr>
        <p:cNvPr id="1" name="Shape 135"/>
        <p:cNvGrpSpPr/>
        <p:nvPr/>
      </p:nvGrpSpPr>
      <p:grpSpPr>
        <a:xfrm>
          <a:off x="0" y="0"/>
          <a:ext cx="0" cy="0"/>
          <a:chOff x="0" y="0"/>
          <a:chExt cx="0" cy="0"/>
        </a:xfrm>
      </p:grpSpPr>
      <p:sp>
        <p:nvSpPr>
          <p:cNvPr id="136" name="Google Shape;136;p58"/>
          <p:cNvSpPr txBox="1">
            <a:spLocks noGrp="1"/>
          </p:cNvSpPr>
          <p:nvPr>
            <p:ph type="body" idx="1"/>
          </p:nvPr>
        </p:nvSpPr>
        <p:spPr>
          <a:xfrm>
            <a:off x="500063" y="4196953"/>
            <a:ext cx="11191875" cy="428625"/>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844"/>
              </a:spcBef>
              <a:spcAft>
                <a:spcPts val="0"/>
              </a:spcAft>
              <a:buClr>
                <a:srgbClr val="414141"/>
              </a:buClr>
              <a:buSzPts val="2109"/>
              <a:buFont typeface="Palatino"/>
              <a:buNone/>
              <a:defRPr sz="2109" i="1"/>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37" name="Google Shape;137;p58"/>
          <p:cNvSpPr txBox="1">
            <a:spLocks noGrp="1"/>
          </p:cNvSpPr>
          <p:nvPr>
            <p:ph type="body" idx="2"/>
          </p:nvPr>
        </p:nvSpPr>
        <p:spPr>
          <a:xfrm>
            <a:off x="1190625" y="2991445"/>
            <a:ext cx="9810750" cy="500063"/>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414141"/>
              </a:buClr>
              <a:buSzPts val="1800"/>
              <a:buNone/>
              <a:defRPr/>
            </a:lvl1pPr>
            <a:lvl2pPr marL="914400" lvl="1" indent="-297180" algn="l">
              <a:lnSpc>
                <a:spcPct val="100000"/>
              </a:lnSpc>
              <a:spcBef>
                <a:spcPts val="1687"/>
              </a:spcBef>
              <a:spcAft>
                <a:spcPts val="0"/>
              </a:spcAft>
              <a:buSzPts val="1080"/>
              <a:buChar char="●"/>
              <a:defRPr/>
            </a:lvl2pPr>
            <a:lvl3pPr marL="1371600" lvl="2" indent="-297180" algn="l">
              <a:lnSpc>
                <a:spcPct val="100000"/>
              </a:lnSpc>
              <a:spcBef>
                <a:spcPts val="1687"/>
              </a:spcBef>
              <a:spcAft>
                <a:spcPts val="0"/>
              </a:spcAft>
              <a:buSzPts val="1080"/>
              <a:buChar char="●"/>
              <a:defRPr/>
            </a:lvl3pPr>
            <a:lvl4pPr marL="1828800" lvl="3" indent="-297180" algn="l">
              <a:lnSpc>
                <a:spcPct val="100000"/>
              </a:lnSpc>
              <a:spcBef>
                <a:spcPts val="1687"/>
              </a:spcBef>
              <a:spcAft>
                <a:spcPts val="0"/>
              </a:spcAft>
              <a:buSzPts val="1080"/>
              <a:buChar char="●"/>
              <a:defRPr/>
            </a:lvl4pPr>
            <a:lvl5pPr marL="2286000" lvl="4" indent="-297179" algn="l">
              <a:lnSpc>
                <a:spcPct val="100000"/>
              </a:lnSpc>
              <a:spcBef>
                <a:spcPts val="1687"/>
              </a:spcBef>
              <a:spcAft>
                <a:spcPts val="0"/>
              </a:spcAft>
              <a:buSzPts val="1080"/>
              <a:buChar char="●"/>
              <a:defRPr/>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38" name="Google Shape;138;p58"/>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39"/>
        <p:cNvGrpSpPr/>
        <p:nvPr/>
      </p:nvGrpSpPr>
      <p:grpSpPr>
        <a:xfrm>
          <a:off x="0" y="0"/>
          <a:ext cx="0" cy="0"/>
          <a:chOff x="0" y="0"/>
          <a:chExt cx="0" cy="0"/>
        </a:xfrm>
      </p:grpSpPr>
      <p:sp>
        <p:nvSpPr>
          <p:cNvPr id="140" name="Google Shape;140;p59"/>
          <p:cNvSpPr>
            <a:spLocks noGrp="1"/>
          </p:cNvSpPr>
          <p:nvPr>
            <p:ph type="pic" idx="2"/>
          </p:nvPr>
        </p:nvSpPr>
        <p:spPr>
          <a:xfrm>
            <a:off x="-845344" y="-89297"/>
            <a:ext cx="13323094" cy="7029320"/>
          </a:xfrm>
          <a:prstGeom prst="rect">
            <a:avLst/>
          </a:prstGeom>
          <a:noFill/>
          <a:ln>
            <a:noFill/>
          </a:ln>
        </p:spPr>
      </p:sp>
      <p:sp>
        <p:nvSpPr>
          <p:cNvPr id="141" name="Google Shape;141;p59"/>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ierge">
  <p:cSld name="Vierge">
    <p:spTree>
      <p:nvGrpSpPr>
        <p:cNvPr id="1" name="Shape 142"/>
        <p:cNvGrpSpPr/>
        <p:nvPr/>
      </p:nvGrpSpPr>
      <p:grpSpPr>
        <a:xfrm>
          <a:off x="0" y="0"/>
          <a:ext cx="0" cy="0"/>
          <a:chOff x="0" y="0"/>
          <a:chExt cx="0" cy="0"/>
        </a:xfrm>
      </p:grpSpPr>
      <p:sp>
        <p:nvSpPr>
          <p:cNvPr id="143" name="Google Shape;143;p60"/>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lvl="0" indent="0" algn="l">
              <a:spcBef>
                <a:spcPts val="0"/>
              </a:spcBef>
              <a:buNone/>
              <a:defRPr sz="1266">
                <a:solidFill>
                  <a:srgbClr val="4C4946"/>
                </a:solidFill>
              </a:defRPr>
            </a:lvl1pPr>
            <a:lvl2pPr marL="0" lvl="1" indent="0" algn="l">
              <a:spcBef>
                <a:spcPts val="0"/>
              </a:spcBef>
              <a:buNone/>
              <a:defRPr sz="1266">
                <a:solidFill>
                  <a:srgbClr val="4C4946"/>
                </a:solidFill>
              </a:defRPr>
            </a:lvl2pPr>
            <a:lvl3pPr marL="0" lvl="2" indent="0" algn="l">
              <a:spcBef>
                <a:spcPts val="0"/>
              </a:spcBef>
              <a:buNone/>
              <a:defRPr sz="1266">
                <a:solidFill>
                  <a:srgbClr val="4C4946"/>
                </a:solidFill>
              </a:defRPr>
            </a:lvl3pPr>
            <a:lvl4pPr marL="0" lvl="3" indent="0" algn="l">
              <a:spcBef>
                <a:spcPts val="0"/>
              </a:spcBef>
              <a:buNone/>
              <a:defRPr sz="1266">
                <a:solidFill>
                  <a:srgbClr val="4C4946"/>
                </a:solidFill>
              </a:defRPr>
            </a:lvl4pPr>
            <a:lvl5pPr marL="0" lvl="4" indent="0" algn="l">
              <a:spcBef>
                <a:spcPts val="0"/>
              </a:spcBef>
              <a:buNone/>
              <a:defRPr sz="1266">
                <a:solidFill>
                  <a:srgbClr val="4C4946"/>
                </a:solidFill>
              </a:defRPr>
            </a:lvl5pPr>
            <a:lvl6pPr marL="0" lvl="5" indent="0" algn="l">
              <a:spcBef>
                <a:spcPts val="0"/>
              </a:spcBef>
              <a:buNone/>
              <a:defRPr sz="1266">
                <a:solidFill>
                  <a:srgbClr val="4C4946"/>
                </a:solidFill>
              </a:defRPr>
            </a:lvl6pPr>
            <a:lvl7pPr marL="0" lvl="6" indent="0" algn="l">
              <a:spcBef>
                <a:spcPts val="0"/>
              </a:spcBef>
              <a:buNone/>
              <a:defRPr sz="1266">
                <a:solidFill>
                  <a:srgbClr val="4C4946"/>
                </a:solidFill>
              </a:defRPr>
            </a:lvl7pPr>
            <a:lvl8pPr marL="0" lvl="7" indent="0" algn="l">
              <a:spcBef>
                <a:spcPts val="0"/>
              </a:spcBef>
              <a:buNone/>
              <a:defRPr sz="1266">
                <a:solidFill>
                  <a:srgbClr val="4C4946"/>
                </a:solidFill>
              </a:defRPr>
            </a:lvl8pPr>
            <a:lvl9pPr marL="0" lvl="8" indent="0" algn="l">
              <a:spcBef>
                <a:spcPts val="0"/>
              </a:spcBef>
              <a:buNone/>
              <a:defRPr sz="1266">
                <a:solidFill>
                  <a:srgbClr val="4C4946"/>
                </a:solidFill>
              </a:defRPr>
            </a:lvl9pPr>
          </a:lstStyle>
          <a:p>
            <a:pPr marL="0" lvl="0" indent="0" algn="l"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re et puces">
  <p:cSld name="1_Titre et puces">
    <p:spTree>
      <p:nvGrpSpPr>
        <p:cNvPr id="1" name="Shape 144"/>
        <p:cNvGrpSpPr/>
        <p:nvPr/>
      </p:nvGrpSpPr>
      <p:grpSpPr>
        <a:xfrm>
          <a:off x="0" y="0"/>
          <a:ext cx="0" cy="0"/>
          <a:chOff x="0" y="0"/>
          <a:chExt cx="0" cy="0"/>
        </a:xfrm>
      </p:grpSpPr>
      <p:cxnSp>
        <p:nvCxnSpPr>
          <p:cNvPr id="145" name="Google Shape;145;p61"/>
          <p:cNvCxnSpPr/>
          <p:nvPr/>
        </p:nvCxnSpPr>
        <p:spPr>
          <a:xfrm>
            <a:off x="1881187" y="2002482"/>
            <a:ext cx="8435598" cy="1"/>
          </a:xfrm>
          <a:prstGeom prst="straightConnector1">
            <a:avLst/>
          </a:prstGeom>
          <a:noFill/>
          <a:ln w="9525" cap="flat" cmpd="sng">
            <a:solidFill>
              <a:srgbClr val="444444">
                <a:alpha val="29803"/>
              </a:srgbClr>
            </a:solidFill>
            <a:prstDash val="solid"/>
            <a:miter lim="400000"/>
            <a:headEnd type="none" w="sm" len="sm"/>
            <a:tailEnd type="none" w="sm" len="sm"/>
          </a:ln>
        </p:spPr>
      </p:cxnSp>
      <p:cxnSp>
        <p:nvCxnSpPr>
          <p:cNvPr id="146" name="Google Shape;146;p61"/>
          <p:cNvCxnSpPr/>
          <p:nvPr/>
        </p:nvCxnSpPr>
        <p:spPr>
          <a:xfrm>
            <a:off x="1881187" y="1192113"/>
            <a:ext cx="8435598" cy="1"/>
          </a:xfrm>
          <a:prstGeom prst="straightConnector1">
            <a:avLst/>
          </a:prstGeom>
          <a:noFill/>
          <a:ln w="9525" cap="flat" cmpd="sng">
            <a:solidFill>
              <a:srgbClr val="444444">
                <a:alpha val="29803"/>
              </a:srgbClr>
            </a:solidFill>
            <a:prstDash val="solid"/>
            <a:miter lim="400000"/>
            <a:headEnd type="none" w="sm" len="sm"/>
            <a:tailEnd type="none" w="sm" len="sm"/>
          </a:ln>
        </p:spPr>
      </p:cxnSp>
      <p:sp>
        <p:nvSpPr>
          <p:cNvPr id="147" name="Google Shape;147;p61"/>
          <p:cNvSpPr txBox="1">
            <a:spLocks noGrp="1"/>
          </p:cNvSpPr>
          <p:nvPr>
            <p:ph type="title"/>
          </p:nvPr>
        </p:nvSpPr>
        <p:spPr>
          <a:xfrm>
            <a:off x="1881187" y="1279177"/>
            <a:ext cx="8429627" cy="642938"/>
          </a:xfrm>
          <a:prstGeom prst="rect">
            <a:avLst/>
          </a:prstGeom>
          <a:noFill/>
          <a:ln>
            <a:noFill/>
          </a:ln>
        </p:spPr>
        <p:txBody>
          <a:bodyPr spcFirstLastPara="1" wrap="square" lIns="38100" tIns="38100" rIns="38100" bIns="38100" anchor="ctr" anchorCtr="0">
            <a:normAutofit/>
          </a:bodyPr>
          <a:lstStyle>
            <a:lvl1pPr lvl="0" algn="ctr">
              <a:lnSpc>
                <a:spcPct val="90000"/>
              </a:lnSpc>
              <a:spcBef>
                <a:spcPts val="1125"/>
              </a:spcBef>
              <a:spcAft>
                <a:spcPts val="0"/>
              </a:spcAft>
              <a:buClr>
                <a:srgbClr val="D93E2B"/>
              </a:buClr>
              <a:buSzPts val="4781"/>
              <a:buFont typeface="Bodoni"/>
              <a:buNone/>
              <a:defRPr sz="4781"/>
            </a:lvl1pPr>
            <a:lvl2pPr lvl="1" algn="ctr">
              <a:lnSpc>
                <a:spcPct val="90000"/>
              </a:lnSpc>
              <a:spcBef>
                <a:spcPts val="1125"/>
              </a:spcBef>
              <a:spcAft>
                <a:spcPts val="0"/>
              </a:spcAft>
              <a:buClr>
                <a:srgbClr val="D93E2B"/>
              </a:buClr>
              <a:buSzPts val="1800"/>
              <a:buNone/>
              <a:defRPr/>
            </a:lvl2pPr>
            <a:lvl3pPr lvl="2" algn="ctr">
              <a:lnSpc>
                <a:spcPct val="90000"/>
              </a:lnSpc>
              <a:spcBef>
                <a:spcPts val="1125"/>
              </a:spcBef>
              <a:spcAft>
                <a:spcPts val="0"/>
              </a:spcAft>
              <a:buClr>
                <a:srgbClr val="D93E2B"/>
              </a:buClr>
              <a:buSzPts val="1800"/>
              <a:buNone/>
              <a:defRPr/>
            </a:lvl3pPr>
            <a:lvl4pPr lvl="3" algn="ctr">
              <a:lnSpc>
                <a:spcPct val="90000"/>
              </a:lnSpc>
              <a:spcBef>
                <a:spcPts val="1125"/>
              </a:spcBef>
              <a:spcAft>
                <a:spcPts val="0"/>
              </a:spcAft>
              <a:buClr>
                <a:srgbClr val="D93E2B"/>
              </a:buClr>
              <a:buSzPts val="1800"/>
              <a:buNone/>
              <a:defRPr/>
            </a:lvl4pPr>
            <a:lvl5pPr lvl="4" algn="ctr">
              <a:lnSpc>
                <a:spcPct val="90000"/>
              </a:lnSpc>
              <a:spcBef>
                <a:spcPts val="1125"/>
              </a:spcBef>
              <a:spcAft>
                <a:spcPts val="0"/>
              </a:spcAft>
              <a:buClr>
                <a:srgbClr val="D93E2B"/>
              </a:buClr>
              <a:buSzPts val="1800"/>
              <a:buNone/>
              <a:defRPr/>
            </a:lvl5pPr>
            <a:lvl6pPr lvl="5" algn="ctr">
              <a:lnSpc>
                <a:spcPct val="90000"/>
              </a:lnSpc>
              <a:spcBef>
                <a:spcPts val="1125"/>
              </a:spcBef>
              <a:spcAft>
                <a:spcPts val="0"/>
              </a:spcAft>
              <a:buClr>
                <a:srgbClr val="D93E2B"/>
              </a:buClr>
              <a:buSzPts val="1800"/>
              <a:buNone/>
              <a:defRPr/>
            </a:lvl6pPr>
            <a:lvl7pPr lvl="6" algn="ctr">
              <a:lnSpc>
                <a:spcPct val="90000"/>
              </a:lnSpc>
              <a:spcBef>
                <a:spcPts val="1125"/>
              </a:spcBef>
              <a:spcAft>
                <a:spcPts val="0"/>
              </a:spcAft>
              <a:buClr>
                <a:srgbClr val="D93E2B"/>
              </a:buClr>
              <a:buSzPts val="1800"/>
              <a:buNone/>
              <a:defRPr/>
            </a:lvl7pPr>
            <a:lvl8pPr lvl="7" algn="ctr">
              <a:lnSpc>
                <a:spcPct val="90000"/>
              </a:lnSpc>
              <a:spcBef>
                <a:spcPts val="1125"/>
              </a:spcBef>
              <a:spcAft>
                <a:spcPts val="0"/>
              </a:spcAft>
              <a:buClr>
                <a:srgbClr val="D93E2B"/>
              </a:buClr>
              <a:buSzPts val="1800"/>
              <a:buNone/>
              <a:defRPr/>
            </a:lvl8pPr>
            <a:lvl9pPr lvl="8" algn="ctr">
              <a:lnSpc>
                <a:spcPct val="90000"/>
              </a:lnSpc>
              <a:spcBef>
                <a:spcPts val="1125"/>
              </a:spcBef>
              <a:spcAft>
                <a:spcPts val="0"/>
              </a:spcAft>
              <a:buClr>
                <a:srgbClr val="D93E2B"/>
              </a:buClr>
              <a:buSzPts val="1800"/>
              <a:buNone/>
              <a:defRPr/>
            </a:lvl9pPr>
          </a:lstStyle>
          <a:p>
            <a:endParaRPr/>
          </a:p>
        </p:txBody>
      </p:sp>
      <p:sp>
        <p:nvSpPr>
          <p:cNvPr id="148" name="Google Shape;148;p61"/>
          <p:cNvSpPr txBox="1">
            <a:spLocks noGrp="1"/>
          </p:cNvSpPr>
          <p:nvPr>
            <p:ph type="body" idx="1"/>
          </p:nvPr>
        </p:nvSpPr>
        <p:spPr>
          <a:xfrm>
            <a:off x="1881187" y="2243584"/>
            <a:ext cx="8429627" cy="3214688"/>
          </a:xfrm>
          <a:prstGeom prst="rect">
            <a:avLst/>
          </a:prstGeom>
          <a:noFill/>
          <a:ln>
            <a:noFill/>
          </a:ln>
        </p:spPr>
        <p:txBody>
          <a:bodyPr spcFirstLastPara="1" wrap="square" lIns="38100" tIns="38100" rIns="38100" bIns="38100" anchor="ctr" anchorCtr="0">
            <a:normAutofit/>
          </a:bodyPr>
          <a:lstStyle>
            <a:lvl1pPr marL="457200" lvl="0" indent="-319697" algn="l">
              <a:lnSpc>
                <a:spcPct val="100000"/>
              </a:lnSpc>
              <a:spcBef>
                <a:spcPts val="1687"/>
              </a:spcBef>
              <a:spcAft>
                <a:spcPts val="0"/>
              </a:spcAft>
              <a:buSzPts val="1435"/>
              <a:buChar char="●"/>
              <a:defRPr sz="2391"/>
            </a:lvl1pPr>
            <a:lvl2pPr marL="914400" lvl="1" indent="-319697" algn="l">
              <a:lnSpc>
                <a:spcPct val="100000"/>
              </a:lnSpc>
              <a:spcBef>
                <a:spcPts val="1687"/>
              </a:spcBef>
              <a:spcAft>
                <a:spcPts val="0"/>
              </a:spcAft>
              <a:buSzPts val="1435"/>
              <a:buChar char="●"/>
              <a:defRPr sz="2391"/>
            </a:lvl2pPr>
            <a:lvl3pPr marL="1371600" lvl="2" indent="-319697" algn="l">
              <a:lnSpc>
                <a:spcPct val="100000"/>
              </a:lnSpc>
              <a:spcBef>
                <a:spcPts val="1687"/>
              </a:spcBef>
              <a:spcAft>
                <a:spcPts val="0"/>
              </a:spcAft>
              <a:buSzPts val="1435"/>
              <a:buChar char="●"/>
              <a:defRPr sz="2391"/>
            </a:lvl3pPr>
            <a:lvl4pPr marL="1828800" lvl="3" indent="-319697" algn="l">
              <a:lnSpc>
                <a:spcPct val="100000"/>
              </a:lnSpc>
              <a:spcBef>
                <a:spcPts val="1687"/>
              </a:spcBef>
              <a:spcAft>
                <a:spcPts val="0"/>
              </a:spcAft>
              <a:buSzPts val="1435"/>
              <a:buChar char="●"/>
              <a:defRPr sz="2391"/>
            </a:lvl4pPr>
            <a:lvl5pPr marL="2286000" lvl="4" indent="-319697" algn="l">
              <a:lnSpc>
                <a:spcPct val="100000"/>
              </a:lnSpc>
              <a:spcBef>
                <a:spcPts val="1687"/>
              </a:spcBef>
              <a:spcAft>
                <a:spcPts val="0"/>
              </a:spcAft>
              <a:buSzPts val="1435"/>
              <a:buChar char="●"/>
              <a:defRPr sz="2391"/>
            </a:lvl5pPr>
            <a:lvl6pPr marL="2743200" lvl="5" indent="-297179" algn="l">
              <a:lnSpc>
                <a:spcPct val="100000"/>
              </a:lnSpc>
              <a:spcBef>
                <a:spcPts val="1687"/>
              </a:spcBef>
              <a:spcAft>
                <a:spcPts val="0"/>
              </a:spcAft>
              <a:buSzPts val="1080"/>
              <a:buChar char="●"/>
              <a:defRPr/>
            </a:lvl6pPr>
            <a:lvl7pPr marL="3200400" lvl="6" indent="-297179" algn="l">
              <a:lnSpc>
                <a:spcPct val="100000"/>
              </a:lnSpc>
              <a:spcBef>
                <a:spcPts val="1687"/>
              </a:spcBef>
              <a:spcAft>
                <a:spcPts val="0"/>
              </a:spcAft>
              <a:buSzPts val="1080"/>
              <a:buChar char="●"/>
              <a:defRPr/>
            </a:lvl7pPr>
            <a:lvl8pPr marL="3657600" lvl="7" indent="-297179" algn="l">
              <a:lnSpc>
                <a:spcPct val="100000"/>
              </a:lnSpc>
              <a:spcBef>
                <a:spcPts val="1687"/>
              </a:spcBef>
              <a:spcAft>
                <a:spcPts val="0"/>
              </a:spcAft>
              <a:buSzPts val="1080"/>
              <a:buChar char="●"/>
              <a:defRPr/>
            </a:lvl8pPr>
            <a:lvl9pPr marL="4114800" lvl="8" indent="-297179" algn="l">
              <a:lnSpc>
                <a:spcPct val="100000"/>
              </a:lnSpc>
              <a:spcBef>
                <a:spcPts val="1687"/>
              </a:spcBef>
              <a:spcAft>
                <a:spcPts val="0"/>
              </a:spcAft>
              <a:buSzPts val="1080"/>
              <a:buChar char="●"/>
              <a:defRPr/>
            </a:lvl9pPr>
          </a:lstStyle>
          <a:p>
            <a:endParaRPr/>
          </a:p>
        </p:txBody>
      </p:sp>
      <p:sp>
        <p:nvSpPr>
          <p:cNvPr id="149" name="Google Shape;149;p61"/>
          <p:cNvSpPr txBox="1">
            <a:spLocks noGrp="1"/>
          </p:cNvSpPr>
          <p:nvPr>
            <p:ph type="sldNum" idx="12"/>
          </p:nvPr>
        </p:nvSpPr>
        <p:spPr>
          <a:xfrm>
            <a:off x="5954613" y="5739557"/>
            <a:ext cx="227626" cy="250068"/>
          </a:xfrm>
          <a:prstGeom prst="rect">
            <a:avLst/>
          </a:prstGeom>
          <a:noFill/>
          <a:ln>
            <a:noFill/>
          </a:ln>
        </p:spPr>
        <p:txBody>
          <a:bodyPr spcFirstLastPara="1" wrap="square" lIns="38100" tIns="38100" rIns="38100" bIns="38100" anchor="t" anchorCtr="0">
            <a:spAutoFit/>
          </a:bodyPr>
          <a:lstStyle>
            <a:lvl1pPr marL="0" lvl="0" indent="0" algn="l">
              <a:spcBef>
                <a:spcPts val="0"/>
              </a:spcBef>
              <a:buNone/>
              <a:defRPr sz="1125"/>
            </a:lvl1pPr>
            <a:lvl2pPr marL="0" lvl="1" indent="0" algn="l">
              <a:spcBef>
                <a:spcPts val="0"/>
              </a:spcBef>
              <a:buNone/>
              <a:defRPr sz="1125"/>
            </a:lvl2pPr>
            <a:lvl3pPr marL="0" lvl="2" indent="0" algn="l">
              <a:spcBef>
                <a:spcPts val="0"/>
              </a:spcBef>
              <a:buNone/>
              <a:defRPr sz="1125"/>
            </a:lvl3pPr>
            <a:lvl4pPr marL="0" lvl="3" indent="0" algn="l">
              <a:spcBef>
                <a:spcPts val="0"/>
              </a:spcBef>
              <a:buNone/>
              <a:defRPr sz="1125"/>
            </a:lvl4pPr>
            <a:lvl5pPr marL="0" lvl="4" indent="0" algn="l">
              <a:spcBef>
                <a:spcPts val="0"/>
              </a:spcBef>
              <a:buNone/>
              <a:defRPr sz="1125"/>
            </a:lvl5pPr>
            <a:lvl6pPr marL="0" lvl="5" indent="0" algn="l">
              <a:spcBef>
                <a:spcPts val="0"/>
              </a:spcBef>
              <a:buNone/>
              <a:defRPr sz="1125"/>
            </a:lvl6pPr>
            <a:lvl7pPr marL="0" lvl="6" indent="0" algn="l">
              <a:spcBef>
                <a:spcPts val="0"/>
              </a:spcBef>
              <a:buNone/>
              <a:defRPr sz="1125"/>
            </a:lvl7pPr>
            <a:lvl8pPr marL="0" lvl="7" indent="0" algn="l">
              <a:spcBef>
                <a:spcPts val="0"/>
              </a:spcBef>
              <a:buNone/>
              <a:defRPr sz="1125"/>
            </a:lvl8pPr>
            <a:lvl9pPr marL="0" lvl="8" indent="0" algn="l">
              <a:spcBef>
                <a:spcPts val="0"/>
              </a:spcBef>
              <a:buNone/>
              <a:defRPr sz="1125"/>
            </a:lvl9pPr>
          </a:lstStyle>
          <a:p>
            <a:pPr marL="0" lvl="0" indent="0" algn="l" rtl="0">
              <a:spcBef>
                <a:spcPts val="0"/>
              </a:spcBef>
              <a:spcAft>
                <a:spcPts val="0"/>
              </a:spcAft>
              <a:buNone/>
            </a:pPr>
            <a:fld id="{00000000-1234-1234-1234-123412341234}" type="slidenum">
              <a:rPr lang="en-US"/>
              <a:t>‹N°›</a:t>
            </a:fld>
            <a:endParaRPr>
              <a:solidFill>
                <a:srgbClr val="4C4946"/>
              </a:solidFill>
              <a:latin typeface="Bodoni"/>
              <a:ea typeface="Bodoni"/>
              <a:cs typeface="Bodoni"/>
              <a:sym typeface="Bodon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cxnSp>
        <p:nvCxnSpPr>
          <p:cNvPr id="10" name="Google Shape;10;p46"/>
          <p:cNvCxnSpPr/>
          <p:nvPr/>
        </p:nvCxnSpPr>
        <p:spPr>
          <a:xfrm>
            <a:off x="476250" y="1526977"/>
            <a:ext cx="11247461"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11" name="Google Shape;11;p46"/>
          <p:cNvCxnSpPr/>
          <p:nvPr/>
        </p:nvCxnSpPr>
        <p:spPr>
          <a:xfrm>
            <a:off x="476250" y="446484"/>
            <a:ext cx="11247461" cy="0"/>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12" name="Google Shape;12;p46"/>
          <p:cNvSpPr txBox="1">
            <a:spLocks noGrp="1"/>
          </p:cNvSpPr>
          <p:nvPr>
            <p:ph type="title"/>
          </p:nvPr>
        </p:nvSpPr>
        <p:spPr>
          <a:xfrm>
            <a:off x="476250" y="2303859"/>
            <a:ext cx="11239500" cy="857250"/>
          </a:xfrm>
          <a:prstGeom prst="rect">
            <a:avLst/>
          </a:prstGeom>
          <a:noFill/>
          <a:ln>
            <a:noFill/>
          </a:ln>
        </p:spPr>
        <p:txBody>
          <a:bodyPr spcFirstLastPara="1" wrap="square" lIns="50800" tIns="50800" rIns="50800" bIns="50800" anchor="ctr" anchorCtr="0">
            <a:normAutofit/>
          </a:bodyPr>
          <a:lstStyle>
            <a:lvl1pPr marR="0" lvl="0"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1pPr>
            <a:lvl2pPr marR="0" lvl="1"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2pPr>
            <a:lvl3pPr marR="0" lvl="2"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3pPr>
            <a:lvl4pPr marR="0" lvl="3"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4pPr>
            <a:lvl5pPr marR="0" lvl="4"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5pPr>
            <a:lvl6pPr marR="0" lvl="5"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6pPr>
            <a:lvl7pPr marR="0" lvl="6"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7pPr>
            <a:lvl8pPr marR="0" lvl="7"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8pPr>
            <a:lvl9pPr marR="0" lvl="8"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9pPr>
          </a:lstStyle>
          <a:p>
            <a:endParaRPr/>
          </a:p>
        </p:txBody>
      </p:sp>
      <p:sp>
        <p:nvSpPr>
          <p:cNvPr id="13" name="Google Shape;13;p46"/>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lvl1pPr marL="457200" marR="0" lvl="0"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1pPr>
            <a:lvl2pPr marL="914400" marR="0" lvl="1"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2pPr>
            <a:lvl3pPr marL="1371600" marR="0" lvl="2"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3pPr>
            <a:lvl4pPr marL="1828800" marR="0" lvl="3"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4pPr>
            <a:lvl5pPr marL="2286000" marR="0" lvl="4"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5pPr>
            <a:lvl6pPr marL="2743200" marR="0" lvl="5"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6pPr>
            <a:lvl7pPr marL="3200400" marR="0" lvl="6"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7pPr>
            <a:lvl8pPr marL="3657600" marR="0" lvl="7" indent="-325030"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8pPr>
            <a:lvl9pPr marL="4114800" marR="0" lvl="8" indent="-325030"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9pPr>
          </a:lstStyle>
          <a:p>
            <a:endParaRPr/>
          </a:p>
        </p:txBody>
      </p:sp>
      <p:sp>
        <p:nvSpPr>
          <p:cNvPr id="14" name="Google Shape;14;p46"/>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marR="0" lvl="0" indent="0" algn="l" rtl="0">
              <a:spcBef>
                <a:spcPts val="0"/>
              </a:spcBef>
              <a:buNone/>
              <a:defRPr sz="1266" b="0" i="0" u="none" strike="noStrike" cap="none">
                <a:solidFill>
                  <a:srgbClr val="4C4946"/>
                </a:solidFill>
                <a:latin typeface="Bodoni"/>
                <a:ea typeface="Bodoni"/>
                <a:cs typeface="Bodoni"/>
                <a:sym typeface="Bodoni"/>
              </a:defRPr>
            </a:lvl1pPr>
            <a:lvl2pPr marL="0" marR="0" lvl="1" indent="0" algn="l" rtl="0">
              <a:spcBef>
                <a:spcPts val="0"/>
              </a:spcBef>
              <a:buNone/>
              <a:defRPr sz="1266" b="0" i="0" u="none" strike="noStrike" cap="none">
                <a:solidFill>
                  <a:srgbClr val="4C4946"/>
                </a:solidFill>
                <a:latin typeface="Bodoni"/>
                <a:ea typeface="Bodoni"/>
                <a:cs typeface="Bodoni"/>
                <a:sym typeface="Bodoni"/>
              </a:defRPr>
            </a:lvl2pPr>
            <a:lvl3pPr marL="0" marR="0" lvl="2" indent="0" algn="l" rtl="0">
              <a:spcBef>
                <a:spcPts val="0"/>
              </a:spcBef>
              <a:buNone/>
              <a:defRPr sz="1266" b="0" i="0" u="none" strike="noStrike" cap="none">
                <a:solidFill>
                  <a:srgbClr val="4C4946"/>
                </a:solidFill>
                <a:latin typeface="Bodoni"/>
                <a:ea typeface="Bodoni"/>
                <a:cs typeface="Bodoni"/>
                <a:sym typeface="Bodoni"/>
              </a:defRPr>
            </a:lvl3pPr>
            <a:lvl4pPr marL="0" marR="0" lvl="3" indent="0" algn="l" rtl="0">
              <a:spcBef>
                <a:spcPts val="0"/>
              </a:spcBef>
              <a:buNone/>
              <a:defRPr sz="1266" b="0" i="0" u="none" strike="noStrike" cap="none">
                <a:solidFill>
                  <a:srgbClr val="4C4946"/>
                </a:solidFill>
                <a:latin typeface="Bodoni"/>
                <a:ea typeface="Bodoni"/>
                <a:cs typeface="Bodoni"/>
                <a:sym typeface="Bodoni"/>
              </a:defRPr>
            </a:lvl4pPr>
            <a:lvl5pPr marL="0" marR="0" lvl="4" indent="0" algn="l" rtl="0">
              <a:spcBef>
                <a:spcPts val="0"/>
              </a:spcBef>
              <a:buNone/>
              <a:defRPr sz="1266" b="0" i="0" u="none" strike="noStrike" cap="none">
                <a:solidFill>
                  <a:srgbClr val="4C4946"/>
                </a:solidFill>
                <a:latin typeface="Bodoni"/>
                <a:ea typeface="Bodoni"/>
                <a:cs typeface="Bodoni"/>
                <a:sym typeface="Bodoni"/>
              </a:defRPr>
            </a:lvl5pPr>
            <a:lvl6pPr marL="0" marR="0" lvl="5" indent="0" algn="l" rtl="0">
              <a:spcBef>
                <a:spcPts val="0"/>
              </a:spcBef>
              <a:buNone/>
              <a:defRPr sz="1266" b="0" i="0" u="none" strike="noStrike" cap="none">
                <a:solidFill>
                  <a:srgbClr val="4C4946"/>
                </a:solidFill>
                <a:latin typeface="Bodoni"/>
                <a:ea typeface="Bodoni"/>
                <a:cs typeface="Bodoni"/>
                <a:sym typeface="Bodoni"/>
              </a:defRPr>
            </a:lvl6pPr>
            <a:lvl7pPr marL="0" marR="0" lvl="6" indent="0" algn="l" rtl="0">
              <a:spcBef>
                <a:spcPts val="0"/>
              </a:spcBef>
              <a:buNone/>
              <a:defRPr sz="1266" b="0" i="0" u="none" strike="noStrike" cap="none">
                <a:solidFill>
                  <a:srgbClr val="4C4946"/>
                </a:solidFill>
                <a:latin typeface="Bodoni"/>
                <a:ea typeface="Bodoni"/>
                <a:cs typeface="Bodoni"/>
                <a:sym typeface="Bodoni"/>
              </a:defRPr>
            </a:lvl7pPr>
            <a:lvl8pPr marL="0" marR="0" lvl="7" indent="0" algn="l" rtl="0">
              <a:spcBef>
                <a:spcPts val="0"/>
              </a:spcBef>
              <a:buNone/>
              <a:defRPr sz="1266" b="0" i="0" u="none" strike="noStrike" cap="none">
                <a:solidFill>
                  <a:srgbClr val="4C4946"/>
                </a:solidFill>
                <a:latin typeface="Bodoni"/>
                <a:ea typeface="Bodoni"/>
                <a:cs typeface="Bodoni"/>
                <a:sym typeface="Bodoni"/>
              </a:defRPr>
            </a:lvl8pPr>
            <a:lvl9pPr marL="0" marR="0" lvl="8" indent="0" algn="l" rtl="0">
              <a:spcBef>
                <a:spcPts val="0"/>
              </a:spcBef>
              <a:buNone/>
              <a:defRPr sz="1266" b="0" i="0" u="none" strike="noStrike" cap="none">
                <a:solidFill>
                  <a:srgbClr val="4C4946"/>
                </a:solidFill>
                <a:latin typeface="Bodoni"/>
                <a:ea typeface="Bodoni"/>
                <a:cs typeface="Bodoni"/>
                <a:sym typeface="Bodoni"/>
              </a:defRPr>
            </a:lvl9pPr>
          </a:lstStyle>
          <a:p>
            <a:pPr marL="0" lvl="0" indent="0" algn="l"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
        <p:cNvGrpSpPr/>
        <p:nvPr/>
      </p:nvGrpSpPr>
      <p:grpSpPr>
        <a:xfrm>
          <a:off x="0" y="0"/>
          <a:ext cx="0" cy="0"/>
          <a:chOff x="0" y="0"/>
          <a:chExt cx="0" cy="0"/>
        </a:xfrm>
      </p:grpSpPr>
      <p:cxnSp>
        <p:nvCxnSpPr>
          <p:cNvPr id="80" name="Google Shape;80;p48"/>
          <p:cNvCxnSpPr/>
          <p:nvPr/>
        </p:nvCxnSpPr>
        <p:spPr>
          <a:xfrm>
            <a:off x="476250" y="1526977"/>
            <a:ext cx="11247461" cy="0"/>
          </a:xfrm>
          <a:prstGeom prst="straightConnector1">
            <a:avLst/>
          </a:prstGeom>
          <a:noFill/>
          <a:ln w="12700" cap="flat" cmpd="sng">
            <a:solidFill>
              <a:srgbClr val="444444">
                <a:alpha val="29803"/>
              </a:srgbClr>
            </a:solidFill>
            <a:prstDash val="solid"/>
            <a:miter lim="400000"/>
            <a:headEnd type="none" w="sm" len="sm"/>
            <a:tailEnd type="none" w="sm" len="sm"/>
          </a:ln>
        </p:spPr>
      </p:cxnSp>
      <p:cxnSp>
        <p:nvCxnSpPr>
          <p:cNvPr id="81" name="Google Shape;81;p48"/>
          <p:cNvCxnSpPr/>
          <p:nvPr/>
        </p:nvCxnSpPr>
        <p:spPr>
          <a:xfrm>
            <a:off x="476250" y="446484"/>
            <a:ext cx="11247461" cy="0"/>
          </a:xfrm>
          <a:prstGeom prst="straightConnector1">
            <a:avLst/>
          </a:prstGeom>
          <a:noFill/>
          <a:ln w="12700" cap="flat" cmpd="sng">
            <a:solidFill>
              <a:srgbClr val="444444">
                <a:alpha val="29803"/>
              </a:srgbClr>
            </a:solidFill>
            <a:prstDash val="solid"/>
            <a:miter lim="400000"/>
            <a:headEnd type="none" w="sm" len="sm"/>
            <a:tailEnd type="none" w="sm" len="sm"/>
          </a:ln>
        </p:spPr>
      </p:cxnSp>
      <p:sp>
        <p:nvSpPr>
          <p:cNvPr id="82" name="Google Shape;82;p48"/>
          <p:cNvSpPr txBox="1">
            <a:spLocks noGrp="1"/>
          </p:cNvSpPr>
          <p:nvPr>
            <p:ph type="title"/>
          </p:nvPr>
        </p:nvSpPr>
        <p:spPr>
          <a:xfrm>
            <a:off x="476250" y="2303859"/>
            <a:ext cx="11239500" cy="857250"/>
          </a:xfrm>
          <a:prstGeom prst="rect">
            <a:avLst/>
          </a:prstGeom>
          <a:noFill/>
          <a:ln>
            <a:noFill/>
          </a:ln>
        </p:spPr>
        <p:txBody>
          <a:bodyPr spcFirstLastPara="1" wrap="square" lIns="50800" tIns="50800" rIns="50800" bIns="50800" anchor="ctr" anchorCtr="0">
            <a:normAutofit/>
          </a:bodyPr>
          <a:lstStyle>
            <a:lvl1pPr marR="0" lvl="0"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1pPr>
            <a:lvl2pPr marR="0" lvl="1"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2pPr>
            <a:lvl3pPr marR="0" lvl="2"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3pPr>
            <a:lvl4pPr marR="0" lvl="3"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4pPr>
            <a:lvl5pPr marR="0" lvl="4"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5pPr>
            <a:lvl6pPr marR="0" lvl="5"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6pPr>
            <a:lvl7pPr marR="0" lvl="6"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7pPr>
            <a:lvl8pPr marR="0" lvl="7"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8pPr>
            <a:lvl9pPr marR="0" lvl="8" algn="ctr" rtl="0">
              <a:lnSpc>
                <a:spcPct val="90000"/>
              </a:lnSpc>
              <a:spcBef>
                <a:spcPts val="1125"/>
              </a:spcBef>
              <a:spcAft>
                <a:spcPts val="0"/>
              </a:spcAft>
              <a:buClr>
                <a:srgbClr val="D93E2B"/>
              </a:buClr>
              <a:buSzPts val="4922"/>
              <a:buFont typeface="Bodoni"/>
              <a:buNone/>
              <a:defRPr sz="4922" b="0" i="0" u="none" strike="noStrike" cap="none">
                <a:solidFill>
                  <a:srgbClr val="D93E2B"/>
                </a:solidFill>
                <a:latin typeface="Bodoni"/>
                <a:ea typeface="Bodoni"/>
                <a:cs typeface="Bodoni"/>
                <a:sym typeface="Bodoni"/>
              </a:defRPr>
            </a:lvl9pPr>
          </a:lstStyle>
          <a:p>
            <a:endParaRPr/>
          </a:p>
        </p:txBody>
      </p:sp>
      <p:sp>
        <p:nvSpPr>
          <p:cNvPr id="83" name="Google Shape;83;p48"/>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lvl1pPr marL="457200" marR="0" lvl="0"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1pPr>
            <a:lvl2pPr marL="914400" marR="0" lvl="1"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2pPr>
            <a:lvl3pPr marL="1371600" marR="0" lvl="2"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3pPr>
            <a:lvl4pPr marL="1828800" marR="0" lvl="3"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4pPr>
            <a:lvl5pPr marL="2286000" marR="0" lvl="4"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5pPr>
            <a:lvl6pPr marL="2743200" marR="0" lvl="5"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6pPr>
            <a:lvl7pPr marL="3200400" marR="0" lvl="6" indent="-325031"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7pPr>
            <a:lvl8pPr marL="3657600" marR="0" lvl="7" indent="-325030"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8pPr>
            <a:lvl9pPr marL="4114800" marR="0" lvl="8" indent="-325030" algn="l" rtl="0">
              <a:lnSpc>
                <a:spcPct val="100000"/>
              </a:lnSpc>
              <a:spcBef>
                <a:spcPts val="1687"/>
              </a:spcBef>
              <a:spcAft>
                <a:spcPts val="0"/>
              </a:spcAft>
              <a:buClr>
                <a:srgbClr val="929292"/>
              </a:buClr>
              <a:buSzPts val="1519"/>
              <a:buFont typeface="Arial"/>
              <a:buChar char="●"/>
              <a:defRPr sz="2531" b="0" i="0" u="none" strike="noStrike" cap="none">
                <a:solidFill>
                  <a:srgbClr val="414141"/>
                </a:solidFill>
                <a:latin typeface="Palatino"/>
                <a:ea typeface="Palatino"/>
                <a:cs typeface="Palatino"/>
                <a:sym typeface="Palatino"/>
              </a:defRPr>
            </a:lvl9pPr>
          </a:lstStyle>
          <a:p>
            <a:endParaRPr/>
          </a:p>
        </p:txBody>
      </p:sp>
      <p:sp>
        <p:nvSpPr>
          <p:cNvPr id="84" name="Google Shape;84;p48"/>
          <p:cNvSpPr txBox="1">
            <a:spLocks noGrp="1"/>
          </p:cNvSpPr>
          <p:nvPr>
            <p:ph type="sldNum" idx="12"/>
          </p:nvPr>
        </p:nvSpPr>
        <p:spPr>
          <a:xfrm>
            <a:off x="5929312" y="6509742"/>
            <a:ext cx="272510" cy="297389"/>
          </a:xfrm>
          <a:prstGeom prst="rect">
            <a:avLst/>
          </a:prstGeom>
          <a:noFill/>
          <a:ln>
            <a:noFill/>
          </a:ln>
        </p:spPr>
        <p:txBody>
          <a:bodyPr spcFirstLastPara="1" wrap="square" lIns="50800" tIns="50800" rIns="50800" bIns="50800" anchor="t" anchorCtr="0">
            <a:spAutoFit/>
          </a:bodyPr>
          <a:lstStyle>
            <a:lvl1pPr marL="0" marR="0" lvl="0" indent="0" algn="l" rtl="0">
              <a:spcBef>
                <a:spcPts val="0"/>
              </a:spcBef>
              <a:buNone/>
              <a:defRPr sz="1266" b="0" i="0" u="none" strike="noStrike" cap="none">
                <a:solidFill>
                  <a:srgbClr val="4C4946"/>
                </a:solidFill>
                <a:latin typeface="Bodoni"/>
                <a:ea typeface="Bodoni"/>
                <a:cs typeface="Bodoni"/>
                <a:sym typeface="Bodoni"/>
              </a:defRPr>
            </a:lvl1pPr>
            <a:lvl2pPr marL="0" marR="0" lvl="1" indent="0" algn="l" rtl="0">
              <a:spcBef>
                <a:spcPts val="0"/>
              </a:spcBef>
              <a:buNone/>
              <a:defRPr sz="1266" b="0" i="0" u="none" strike="noStrike" cap="none">
                <a:solidFill>
                  <a:srgbClr val="4C4946"/>
                </a:solidFill>
                <a:latin typeface="Bodoni"/>
                <a:ea typeface="Bodoni"/>
                <a:cs typeface="Bodoni"/>
                <a:sym typeface="Bodoni"/>
              </a:defRPr>
            </a:lvl2pPr>
            <a:lvl3pPr marL="0" marR="0" lvl="2" indent="0" algn="l" rtl="0">
              <a:spcBef>
                <a:spcPts val="0"/>
              </a:spcBef>
              <a:buNone/>
              <a:defRPr sz="1266" b="0" i="0" u="none" strike="noStrike" cap="none">
                <a:solidFill>
                  <a:srgbClr val="4C4946"/>
                </a:solidFill>
                <a:latin typeface="Bodoni"/>
                <a:ea typeface="Bodoni"/>
                <a:cs typeface="Bodoni"/>
                <a:sym typeface="Bodoni"/>
              </a:defRPr>
            </a:lvl3pPr>
            <a:lvl4pPr marL="0" marR="0" lvl="3" indent="0" algn="l" rtl="0">
              <a:spcBef>
                <a:spcPts val="0"/>
              </a:spcBef>
              <a:buNone/>
              <a:defRPr sz="1266" b="0" i="0" u="none" strike="noStrike" cap="none">
                <a:solidFill>
                  <a:srgbClr val="4C4946"/>
                </a:solidFill>
                <a:latin typeface="Bodoni"/>
                <a:ea typeface="Bodoni"/>
                <a:cs typeface="Bodoni"/>
                <a:sym typeface="Bodoni"/>
              </a:defRPr>
            </a:lvl4pPr>
            <a:lvl5pPr marL="0" marR="0" lvl="4" indent="0" algn="l" rtl="0">
              <a:spcBef>
                <a:spcPts val="0"/>
              </a:spcBef>
              <a:buNone/>
              <a:defRPr sz="1266" b="0" i="0" u="none" strike="noStrike" cap="none">
                <a:solidFill>
                  <a:srgbClr val="4C4946"/>
                </a:solidFill>
                <a:latin typeface="Bodoni"/>
                <a:ea typeface="Bodoni"/>
                <a:cs typeface="Bodoni"/>
                <a:sym typeface="Bodoni"/>
              </a:defRPr>
            </a:lvl5pPr>
            <a:lvl6pPr marL="0" marR="0" lvl="5" indent="0" algn="l" rtl="0">
              <a:spcBef>
                <a:spcPts val="0"/>
              </a:spcBef>
              <a:buNone/>
              <a:defRPr sz="1266" b="0" i="0" u="none" strike="noStrike" cap="none">
                <a:solidFill>
                  <a:srgbClr val="4C4946"/>
                </a:solidFill>
                <a:latin typeface="Bodoni"/>
                <a:ea typeface="Bodoni"/>
                <a:cs typeface="Bodoni"/>
                <a:sym typeface="Bodoni"/>
              </a:defRPr>
            </a:lvl6pPr>
            <a:lvl7pPr marL="0" marR="0" lvl="6" indent="0" algn="l" rtl="0">
              <a:spcBef>
                <a:spcPts val="0"/>
              </a:spcBef>
              <a:buNone/>
              <a:defRPr sz="1266" b="0" i="0" u="none" strike="noStrike" cap="none">
                <a:solidFill>
                  <a:srgbClr val="4C4946"/>
                </a:solidFill>
                <a:latin typeface="Bodoni"/>
                <a:ea typeface="Bodoni"/>
                <a:cs typeface="Bodoni"/>
                <a:sym typeface="Bodoni"/>
              </a:defRPr>
            </a:lvl7pPr>
            <a:lvl8pPr marL="0" marR="0" lvl="7" indent="0" algn="l" rtl="0">
              <a:spcBef>
                <a:spcPts val="0"/>
              </a:spcBef>
              <a:buNone/>
              <a:defRPr sz="1266" b="0" i="0" u="none" strike="noStrike" cap="none">
                <a:solidFill>
                  <a:srgbClr val="4C4946"/>
                </a:solidFill>
                <a:latin typeface="Bodoni"/>
                <a:ea typeface="Bodoni"/>
                <a:cs typeface="Bodoni"/>
                <a:sym typeface="Bodoni"/>
              </a:defRPr>
            </a:lvl8pPr>
            <a:lvl9pPr marL="0" marR="0" lvl="8" indent="0" algn="l" rtl="0">
              <a:spcBef>
                <a:spcPts val="0"/>
              </a:spcBef>
              <a:buNone/>
              <a:defRPr sz="1266" b="0" i="0" u="none" strike="noStrike" cap="none">
                <a:solidFill>
                  <a:srgbClr val="4C4946"/>
                </a:solidFill>
                <a:latin typeface="Bodoni"/>
                <a:ea typeface="Bodoni"/>
                <a:cs typeface="Bodoni"/>
                <a:sym typeface="Bodoni"/>
              </a:defRPr>
            </a:lvl9pPr>
          </a:lstStyle>
          <a:p>
            <a:pPr marL="0" lvl="0" indent="0" algn="l"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5.tif"/><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sp>
        <p:nvSpPr>
          <p:cNvPr id="154" name="Google Shape;154;p1"/>
          <p:cNvSpPr txBox="1">
            <a:spLocks noGrp="1"/>
          </p:cNvSpPr>
          <p:nvPr>
            <p:ph type="body" idx="4294967295"/>
          </p:nvPr>
        </p:nvSpPr>
        <p:spPr>
          <a:xfrm>
            <a:off x="4684875" y="4066899"/>
            <a:ext cx="2982516" cy="1696641"/>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414141"/>
              </a:buClr>
              <a:buSzPts val="2400"/>
              <a:buNone/>
            </a:pPr>
            <a:r>
              <a:rPr lang="en-US"/>
              <a:t>Année Universitaire </a:t>
            </a:r>
            <a:endParaRPr/>
          </a:p>
          <a:p>
            <a:pPr marL="0" lvl="0" indent="0" algn="ctr" rtl="0">
              <a:lnSpc>
                <a:spcPct val="100000"/>
              </a:lnSpc>
              <a:spcBef>
                <a:spcPts val="0"/>
              </a:spcBef>
              <a:spcAft>
                <a:spcPts val="0"/>
              </a:spcAft>
              <a:buClr>
                <a:srgbClr val="414141"/>
              </a:buClr>
              <a:buSzPts val="2400"/>
              <a:buNone/>
            </a:pPr>
            <a:r>
              <a:rPr lang="en-US"/>
              <a:t>2022-2023  </a:t>
            </a:r>
            <a:endParaRPr/>
          </a:p>
        </p:txBody>
      </p:sp>
      <p:cxnSp>
        <p:nvCxnSpPr>
          <p:cNvPr id="155" name="Google Shape;155;p1"/>
          <p:cNvCxnSpPr/>
          <p:nvPr/>
        </p:nvCxnSpPr>
        <p:spPr>
          <a:xfrm>
            <a:off x="1763924" y="2423848"/>
            <a:ext cx="8664154" cy="1"/>
          </a:xfrm>
          <a:prstGeom prst="straightConnector1">
            <a:avLst/>
          </a:prstGeom>
          <a:noFill/>
          <a:ln w="12700" cap="flat" cmpd="sng">
            <a:solidFill>
              <a:srgbClr val="C0C0C0"/>
            </a:solidFill>
            <a:prstDash val="solid"/>
            <a:miter lim="400000"/>
            <a:headEnd type="none" w="sm" len="sm"/>
            <a:tailEnd type="none" w="sm" len="sm"/>
          </a:ln>
        </p:spPr>
      </p:cxnSp>
      <p:cxnSp>
        <p:nvCxnSpPr>
          <p:cNvPr id="156" name="Google Shape;156;p1"/>
          <p:cNvCxnSpPr/>
          <p:nvPr/>
        </p:nvCxnSpPr>
        <p:spPr>
          <a:xfrm>
            <a:off x="1763923" y="4015594"/>
            <a:ext cx="8664154" cy="1"/>
          </a:xfrm>
          <a:prstGeom prst="straightConnector1">
            <a:avLst/>
          </a:prstGeom>
          <a:noFill/>
          <a:ln w="12700" cap="flat" cmpd="sng">
            <a:solidFill>
              <a:srgbClr val="C0C0C0"/>
            </a:solidFill>
            <a:prstDash val="solid"/>
            <a:miter lim="400000"/>
            <a:headEnd type="none" w="sm" len="sm"/>
            <a:tailEnd type="none" w="sm" len="sm"/>
          </a:ln>
        </p:spPr>
      </p:cxnSp>
      <p:pic>
        <p:nvPicPr>
          <p:cNvPr id="157" name="Google Shape;157;p1" descr="Image"/>
          <p:cNvPicPr preferRelativeResize="0"/>
          <p:nvPr/>
        </p:nvPicPr>
        <p:blipFill rotWithShape="1">
          <a:blip r:embed="rId3">
            <a:alphaModFix/>
          </a:blip>
          <a:srcRect/>
          <a:stretch/>
        </p:blipFill>
        <p:spPr>
          <a:xfrm>
            <a:off x="4526325" y="344113"/>
            <a:ext cx="3139350" cy="1162041"/>
          </a:xfrm>
          <a:prstGeom prst="rect">
            <a:avLst/>
          </a:prstGeom>
          <a:noFill/>
          <a:ln>
            <a:noFill/>
          </a:ln>
        </p:spPr>
      </p:pic>
      <p:sp>
        <p:nvSpPr>
          <p:cNvPr id="158" name="Google Shape;158;p1"/>
          <p:cNvSpPr txBox="1">
            <a:spLocks noGrp="1"/>
          </p:cNvSpPr>
          <p:nvPr>
            <p:ph type="title"/>
          </p:nvPr>
        </p:nvSpPr>
        <p:spPr>
          <a:xfrm>
            <a:off x="1881188" y="2412437"/>
            <a:ext cx="8429625" cy="1696641"/>
          </a:xfrm>
          <a:prstGeom prst="rect">
            <a:avLst/>
          </a:prstGeom>
          <a:noFill/>
          <a:ln>
            <a:noFill/>
          </a:ln>
        </p:spPr>
        <p:txBody>
          <a:bodyPr spcFirstLastPara="1" wrap="square" lIns="50800" tIns="50800" rIns="50800" bIns="50800" anchor="ctr" anchorCtr="0">
            <a:normAutofit/>
          </a:bodyPr>
          <a:lstStyle/>
          <a:p>
            <a:pPr marL="0" lvl="0" indent="0" algn="ctr" rtl="0">
              <a:lnSpc>
                <a:spcPct val="100000"/>
              </a:lnSpc>
              <a:spcBef>
                <a:spcPts val="0"/>
              </a:spcBef>
              <a:spcAft>
                <a:spcPts val="0"/>
              </a:spcAft>
              <a:buClr>
                <a:srgbClr val="D93E2B"/>
              </a:buClr>
              <a:buSzPts val="4900"/>
              <a:buFont typeface="Bodoni"/>
              <a:buNone/>
            </a:pPr>
            <a:r>
              <a:rPr lang="en-US"/>
              <a:t>Séquence de démarrage Linux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a:solidFill>
                  <a:srgbClr val="D93E2B"/>
                </a:solidFill>
                <a:latin typeface="Bodoni"/>
                <a:ea typeface="Bodoni"/>
                <a:cs typeface="Bodoni"/>
                <a:sym typeface="Bodoni"/>
              </a:rPr>
              <a:t>Objectifs</a:t>
            </a:r>
            <a:r>
              <a:rPr lang="en-US" sz="843" dirty="0">
                <a:solidFill>
                  <a:srgbClr val="000000"/>
                </a:solidFill>
                <a:latin typeface="Times"/>
                <a:ea typeface="Times"/>
                <a:cs typeface="Times"/>
                <a:sym typeface="Times"/>
              </a:rPr>
              <a:t> </a:t>
            </a:r>
            <a:endParaRPr dirty="0"/>
          </a:p>
        </p:txBody>
      </p:sp>
      <p:sp>
        <p:nvSpPr>
          <p:cNvPr id="164" name="Google Shape;164;p2"/>
          <p:cNvSpPr txBox="1">
            <a:spLocks noGrp="1"/>
          </p:cNvSpPr>
          <p:nvPr>
            <p:ph type="body" idx="1"/>
          </p:nvPr>
        </p:nvSpPr>
        <p:spPr>
          <a:xfrm>
            <a:off x="1092820" y="1859404"/>
            <a:ext cx="10225667" cy="4286251"/>
          </a:xfrm>
          <a:prstGeom prst="rect">
            <a:avLst/>
          </a:prstGeom>
          <a:noFill/>
          <a:ln>
            <a:noFill/>
          </a:ln>
        </p:spPr>
        <p:txBody>
          <a:bodyPr spcFirstLastPara="1" wrap="square" lIns="50800" tIns="50800" rIns="50800" bIns="50800" anchor="ctr" anchorCtr="0">
            <a:normAutofit/>
          </a:bodyPr>
          <a:lstStyle/>
          <a:p>
            <a:pPr marL="339564" lvl="0" indent="-339564" algn="just" rtl="0">
              <a:lnSpc>
                <a:spcPct val="100000"/>
              </a:lnSpc>
              <a:spcBef>
                <a:spcPts val="0"/>
              </a:spcBef>
              <a:spcAft>
                <a:spcPts val="0"/>
              </a:spcAft>
              <a:buSzPts val="2220"/>
              <a:buChar char="●"/>
            </a:pPr>
            <a:r>
              <a:rPr lang="en-US" dirty="0" err="1"/>
              <a:t>Maitriser</a:t>
            </a:r>
            <a:r>
              <a:rPr lang="en-US" dirty="0"/>
              <a:t> la </a:t>
            </a:r>
            <a:r>
              <a:rPr lang="en-US" dirty="0" err="1"/>
              <a:t>séquence</a:t>
            </a:r>
            <a:r>
              <a:rPr lang="en-US" dirty="0"/>
              <a:t> de </a:t>
            </a:r>
            <a:r>
              <a:rPr lang="en-US" dirty="0" err="1"/>
              <a:t>démarrage</a:t>
            </a:r>
            <a:r>
              <a:rPr lang="en-US" dirty="0"/>
              <a:t> des </a:t>
            </a:r>
            <a:r>
              <a:rPr lang="en-US" dirty="0" err="1"/>
              <a:t>systèmes</a:t>
            </a:r>
            <a:r>
              <a:rPr lang="en-US" dirty="0"/>
              <a:t> </a:t>
            </a:r>
            <a:r>
              <a:rPr lang="en-US" dirty="0" err="1"/>
              <a:t>d'exploitation</a:t>
            </a:r>
            <a:r>
              <a:rPr lang="en-US" dirty="0"/>
              <a:t> Linux.</a:t>
            </a:r>
            <a:endParaRPr dirty="0"/>
          </a:p>
          <a:p>
            <a:pPr marL="339564" lvl="0" indent="-339564" algn="just" rtl="0">
              <a:lnSpc>
                <a:spcPct val="100000"/>
              </a:lnSpc>
              <a:spcBef>
                <a:spcPts val="1687"/>
              </a:spcBef>
              <a:spcAft>
                <a:spcPts val="0"/>
              </a:spcAft>
              <a:buSzPts val="2220"/>
              <a:buChar char="●"/>
            </a:pPr>
            <a:r>
              <a:rPr lang="en-US" dirty="0" err="1"/>
              <a:t>Configurer</a:t>
            </a:r>
            <a:r>
              <a:rPr lang="en-US" dirty="0"/>
              <a:t> le gestionnaire de </a:t>
            </a:r>
            <a:r>
              <a:rPr lang="en-US" dirty="0" err="1"/>
              <a:t>démarrage</a:t>
            </a:r>
            <a:r>
              <a:rPr lang="en-US" dirty="0"/>
              <a:t>.</a:t>
            </a:r>
            <a:endParaRPr dirty="0"/>
          </a:p>
          <a:p>
            <a:pPr marL="339564" lvl="0" indent="-339564" algn="just" rtl="0">
              <a:lnSpc>
                <a:spcPct val="100000"/>
              </a:lnSpc>
              <a:spcBef>
                <a:spcPts val="1687"/>
              </a:spcBef>
              <a:spcAft>
                <a:spcPts val="0"/>
              </a:spcAft>
              <a:buSzPts val="2220"/>
              <a:buChar char="●"/>
            </a:pPr>
            <a:r>
              <a:rPr lang="en-US" dirty="0" err="1"/>
              <a:t>Comprendre</a:t>
            </a:r>
            <a:r>
              <a:rPr lang="en-US" dirty="0"/>
              <a:t> le </a:t>
            </a:r>
            <a:r>
              <a:rPr lang="en-US" dirty="0" err="1"/>
              <a:t>processus</a:t>
            </a:r>
            <a:r>
              <a:rPr lang="en-US" dirty="0"/>
              <a:t> </a:t>
            </a:r>
            <a:r>
              <a:rPr lang="en-US" dirty="0" err="1"/>
              <a:t>d’initialisation</a:t>
            </a:r>
            <a:r>
              <a:rPr lang="en-US" dirty="0"/>
              <a:t>.</a:t>
            </a:r>
            <a:endParaRPr dirty="0"/>
          </a:p>
          <a:p>
            <a:pPr marL="339564" lvl="0" indent="-339564" algn="just" rtl="0">
              <a:lnSpc>
                <a:spcPct val="100000"/>
              </a:lnSpc>
              <a:spcBef>
                <a:spcPts val="1687"/>
              </a:spcBef>
              <a:spcAft>
                <a:spcPts val="0"/>
              </a:spcAft>
              <a:buSzPts val="2220"/>
              <a:buChar char="●"/>
            </a:pPr>
            <a:r>
              <a:rPr lang="en-US" dirty="0" err="1"/>
              <a:t>Personnaliser</a:t>
            </a:r>
            <a:r>
              <a:rPr lang="en-US" dirty="0"/>
              <a:t> le </a:t>
            </a:r>
            <a:r>
              <a:rPr lang="en-US" dirty="0" err="1"/>
              <a:t>processus</a:t>
            </a:r>
            <a:r>
              <a:rPr lang="en-US" dirty="0"/>
              <a:t> </a:t>
            </a:r>
            <a:r>
              <a:rPr lang="en-US" dirty="0" err="1"/>
              <a:t>d’initialisation</a:t>
            </a:r>
            <a:r>
              <a:rPr lang="en-US" dirty="0"/>
              <a:t>.</a:t>
            </a:r>
            <a:endParaRPr dirty="0"/>
          </a:p>
          <a:p>
            <a:pPr marL="339564" lvl="0" indent="-243132" algn="just" rtl="0">
              <a:lnSpc>
                <a:spcPct val="100000"/>
              </a:lnSpc>
              <a:spcBef>
                <a:spcPts val="1687"/>
              </a:spcBef>
              <a:spcAft>
                <a:spcPts val="0"/>
              </a:spcAft>
              <a:buSzPts val="1519"/>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a:solidFill>
                  <a:srgbClr val="D93E2B"/>
                </a:solidFill>
                <a:latin typeface="Bodoni"/>
                <a:ea typeface="Bodoni"/>
                <a:cs typeface="Bodoni"/>
                <a:sym typeface="Bodoni"/>
              </a:rPr>
              <a:t>Plan</a:t>
            </a:r>
            <a:r>
              <a:rPr lang="en-US" sz="843">
                <a:solidFill>
                  <a:srgbClr val="000000"/>
                </a:solidFill>
                <a:latin typeface="Times"/>
                <a:ea typeface="Times"/>
                <a:cs typeface="Times"/>
                <a:sym typeface="Times"/>
              </a:rPr>
              <a:t> </a:t>
            </a:r>
            <a:endParaRPr/>
          </a:p>
        </p:txBody>
      </p:sp>
      <p:sp>
        <p:nvSpPr>
          <p:cNvPr id="170" name="Google Shape;170;p3"/>
          <p:cNvSpPr txBox="1">
            <a:spLocks noGrp="1"/>
          </p:cNvSpPr>
          <p:nvPr>
            <p:ph type="body" idx="1"/>
          </p:nvPr>
        </p:nvSpPr>
        <p:spPr>
          <a:xfrm>
            <a:off x="1280686" y="2473132"/>
            <a:ext cx="8429625" cy="4286251"/>
          </a:xfrm>
          <a:prstGeom prst="rect">
            <a:avLst/>
          </a:prstGeom>
          <a:noFill/>
          <a:ln>
            <a:noFill/>
          </a:ln>
        </p:spPr>
        <p:txBody>
          <a:bodyPr spcFirstLastPara="1" wrap="square" lIns="50800" tIns="50800" rIns="50800" bIns="50800" anchor="ctr" anchorCtr="0">
            <a:normAutofit/>
          </a:bodyPr>
          <a:lstStyle/>
          <a:p>
            <a:pPr marL="339564" lvl="0" indent="-243132" algn="l" rtl="0">
              <a:lnSpc>
                <a:spcPct val="100000"/>
              </a:lnSpc>
              <a:spcBef>
                <a:spcPts val="0"/>
              </a:spcBef>
              <a:spcAft>
                <a:spcPts val="0"/>
              </a:spcAft>
              <a:buSzPts val="1519"/>
              <a:buNone/>
            </a:pPr>
            <a:endParaRPr>
              <a:solidFill>
                <a:srgbClr val="202020"/>
              </a:solidFill>
            </a:endParaRPr>
          </a:p>
          <a:p>
            <a:pPr marL="339564" lvl="0" indent="-339564" algn="l" rtl="0">
              <a:lnSpc>
                <a:spcPct val="100000"/>
              </a:lnSpc>
              <a:spcBef>
                <a:spcPts val="1687"/>
              </a:spcBef>
              <a:spcAft>
                <a:spcPts val="0"/>
              </a:spcAft>
              <a:buSzPts val="2220"/>
              <a:buChar char="●"/>
            </a:pPr>
            <a:r>
              <a:rPr lang="en-US">
                <a:solidFill>
                  <a:srgbClr val="202020"/>
                </a:solidFill>
              </a:rPr>
              <a:t>Partie 1: Séquence de démarrage</a:t>
            </a:r>
            <a:endParaRPr/>
          </a:p>
          <a:p>
            <a:pPr marL="339564" lvl="0" indent="-339564" algn="l" rtl="0">
              <a:lnSpc>
                <a:spcPct val="100000"/>
              </a:lnSpc>
              <a:spcBef>
                <a:spcPts val="1687"/>
              </a:spcBef>
              <a:spcAft>
                <a:spcPts val="0"/>
              </a:spcAft>
              <a:buSzPts val="2220"/>
              <a:buChar char="●"/>
            </a:pPr>
            <a:r>
              <a:rPr lang="en-US">
                <a:solidFill>
                  <a:srgbClr val="202020"/>
                </a:solidFill>
              </a:rPr>
              <a:t>Partie 2: Processus d’initialisation</a:t>
            </a:r>
            <a:endParaRPr/>
          </a:p>
          <a:p>
            <a:pPr marL="339564" lvl="0" indent="-243132" algn="l" rtl="0">
              <a:lnSpc>
                <a:spcPct val="100000"/>
              </a:lnSpc>
              <a:spcBef>
                <a:spcPts val="1687"/>
              </a:spcBef>
              <a:spcAft>
                <a:spcPts val="0"/>
              </a:spcAft>
              <a:buSzPts val="1519"/>
              <a:buNone/>
            </a:pPr>
            <a:endParaRPr>
              <a:solidFill>
                <a:srgbClr val="FF0000"/>
              </a:solidFill>
            </a:endParaRPr>
          </a:p>
          <a:p>
            <a:pPr marL="339564" lvl="0" indent="-243132" algn="l" rtl="0">
              <a:lnSpc>
                <a:spcPct val="100000"/>
              </a:lnSpc>
              <a:spcBef>
                <a:spcPts val="1687"/>
              </a:spcBef>
              <a:spcAft>
                <a:spcPts val="0"/>
              </a:spcAft>
              <a:buSzPts val="1519"/>
              <a:buNone/>
            </a:pPr>
            <a:endParaRPr>
              <a:solidFill>
                <a:srgbClr val="FF0000"/>
              </a:solidFill>
            </a:endParaRPr>
          </a:p>
          <a:p>
            <a:pPr marL="339564" lvl="0" indent="-243132" algn="l" rtl="0">
              <a:lnSpc>
                <a:spcPct val="100000"/>
              </a:lnSpc>
              <a:spcBef>
                <a:spcPts val="1687"/>
              </a:spcBef>
              <a:spcAft>
                <a:spcPts val="0"/>
              </a:spcAft>
              <a:buSzPts val="1519"/>
              <a:buNone/>
            </a:pPr>
            <a:endParaRPr>
              <a:solidFill>
                <a:srgbClr val="FF0000"/>
              </a:solidFill>
            </a:endParaRPr>
          </a:p>
          <a:p>
            <a:pPr marL="339564" lvl="0" indent="-243132" algn="l" rtl="0">
              <a:lnSpc>
                <a:spcPct val="100000"/>
              </a:lnSpc>
              <a:spcBef>
                <a:spcPts val="1687"/>
              </a:spcBef>
              <a:spcAft>
                <a:spcPts val="0"/>
              </a:spcAft>
              <a:buSzPts val="1519"/>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a:solidFill>
                  <a:srgbClr val="D93E2B"/>
                </a:solidFill>
                <a:latin typeface="Bodoni"/>
                <a:ea typeface="Bodoni"/>
                <a:cs typeface="Bodoni"/>
                <a:sym typeface="Bodoni"/>
              </a:rPr>
              <a:t>Introduction </a:t>
            </a:r>
            <a:endParaRPr/>
          </a:p>
        </p:txBody>
      </p:sp>
      <p:sp>
        <p:nvSpPr>
          <p:cNvPr id="176" name="Google Shape;176;p4"/>
          <p:cNvSpPr txBox="1">
            <a:spLocks noGrp="1"/>
          </p:cNvSpPr>
          <p:nvPr>
            <p:ph type="body" idx="1"/>
          </p:nvPr>
        </p:nvSpPr>
        <p:spPr>
          <a:xfrm>
            <a:off x="543485" y="1880245"/>
            <a:ext cx="11101668" cy="4286251"/>
          </a:xfrm>
          <a:prstGeom prst="rect">
            <a:avLst/>
          </a:prstGeom>
          <a:noFill/>
          <a:ln>
            <a:noFill/>
          </a:ln>
        </p:spPr>
        <p:txBody>
          <a:bodyPr spcFirstLastPara="1" wrap="square" lIns="50800" tIns="50800" rIns="50800" bIns="50800" anchor="ctr" anchorCtr="0">
            <a:normAutofit/>
          </a:bodyPr>
          <a:lstStyle/>
          <a:p>
            <a:pPr marL="330387" lvl="0" indent="-330387" algn="just" rtl="0">
              <a:lnSpc>
                <a:spcPct val="100000"/>
              </a:lnSpc>
              <a:spcBef>
                <a:spcPts val="0"/>
              </a:spcBef>
              <a:spcAft>
                <a:spcPts val="0"/>
              </a:spcAft>
              <a:buSzPts val="1680"/>
              <a:buChar char="●"/>
            </a:pPr>
            <a:r>
              <a:rPr lang="en-US"/>
              <a:t>Suite à la mise sous tension de l’ordinateur, la séquence de démarrage est déclenchée, qui comporte principalement les étapes suivantes:</a:t>
            </a:r>
            <a:endParaRPr/>
          </a:p>
          <a:p>
            <a:pPr marL="660773" lvl="1" indent="-330386" algn="just" rtl="0">
              <a:lnSpc>
                <a:spcPct val="100000"/>
              </a:lnSpc>
              <a:spcBef>
                <a:spcPts val="1687"/>
              </a:spcBef>
              <a:spcAft>
                <a:spcPts val="0"/>
              </a:spcAft>
              <a:buSzPts val="1680"/>
              <a:buChar char="●"/>
            </a:pPr>
            <a:r>
              <a:rPr lang="en-US"/>
              <a:t>Localiser et lancer le chargeur de démarrage ,</a:t>
            </a:r>
            <a:endParaRPr sz="843"/>
          </a:p>
          <a:p>
            <a:pPr marL="660773" lvl="1" indent="-330386" algn="just" rtl="0">
              <a:lnSpc>
                <a:spcPct val="100000"/>
              </a:lnSpc>
              <a:spcBef>
                <a:spcPts val="1687"/>
              </a:spcBef>
              <a:spcAft>
                <a:spcPts val="0"/>
              </a:spcAft>
              <a:buSzPts val="1680"/>
              <a:buChar char="●"/>
            </a:pPr>
            <a:r>
              <a:rPr lang="en-US"/>
              <a:t>Exécuter le noyau du système d’exploitation,</a:t>
            </a:r>
            <a:endParaRPr sz="843"/>
          </a:p>
          <a:p>
            <a:pPr marL="660773" lvl="1" indent="-330386" algn="just" rtl="0">
              <a:lnSpc>
                <a:spcPct val="100000"/>
              </a:lnSpc>
              <a:spcBef>
                <a:spcPts val="1687"/>
              </a:spcBef>
              <a:spcAft>
                <a:spcPts val="0"/>
              </a:spcAft>
              <a:buSzPts val="1680"/>
              <a:buChar char="●"/>
            </a:pPr>
            <a:r>
              <a:rPr lang="en-US"/>
              <a:t>Lancer le premier processus </a:t>
            </a:r>
            <a:endParaRPr sz="84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cxnSp>
        <p:nvCxnSpPr>
          <p:cNvPr id="181" name="Google Shape;181;p5"/>
          <p:cNvCxnSpPr/>
          <p:nvPr/>
        </p:nvCxnSpPr>
        <p:spPr>
          <a:xfrm>
            <a:off x="1763924" y="2423848"/>
            <a:ext cx="8664154" cy="1"/>
          </a:xfrm>
          <a:prstGeom prst="straightConnector1">
            <a:avLst/>
          </a:prstGeom>
          <a:noFill/>
          <a:ln w="12700" cap="flat" cmpd="sng">
            <a:solidFill>
              <a:srgbClr val="C0C0C0"/>
            </a:solidFill>
            <a:prstDash val="solid"/>
            <a:miter lim="400000"/>
            <a:headEnd type="none" w="sm" len="sm"/>
            <a:tailEnd type="none" w="sm" len="sm"/>
          </a:ln>
        </p:spPr>
      </p:cxnSp>
      <p:cxnSp>
        <p:nvCxnSpPr>
          <p:cNvPr id="182" name="Google Shape;182;p5"/>
          <p:cNvCxnSpPr/>
          <p:nvPr/>
        </p:nvCxnSpPr>
        <p:spPr>
          <a:xfrm>
            <a:off x="1763923" y="4015594"/>
            <a:ext cx="8664154" cy="1"/>
          </a:xfrm>
          <a:prstGeom prst="straightConnector1">
            <a:avLst/>
          </a:prstGeom>
          <a:noFill/>
          <a:ln w="12700" cap="flat" cmpd="sng">
            <a:solidFill>
              <a:srgbClr val="C0C0C0"/>
            </a:solidFill>
            <a:prstDash val="solid"/>
            <a:miter lim="400000"/>
            <a:headEnd type="none" w="sm" len="sm"/>
            <a:tailEnd type="none" w="sm" len="sm"/>
          </a:ln>
        </p:spPr>
      </p:cxnSp>
      <p:sp>
        <p:nvSpPr>
          <p:cNvPr id="183" name="Google Shape;183;p5"/>
          <p:cNvSpPr txBox="1">
            <a:spLocks noGrp="1"/>
          </p:cNvSpPr>
          <p:nvPr>
            <p:ph type="title"/>
          </p:nvPr>
        </p:nvSpPr>
        <p:spPr>
          <a:xfrm>
            <a:off x="1881188" y="2369467"/>
            <a:ext cx="8429625" cy="1696641"/>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dirty="0"/>
              <a:t>Gestionnaire de </a:t>
            </a:r>
            <a:r>
              <a:rPr lang="en-US" sz="5400" dirty="0" err="1"/>
              <a:t>démarrage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txBox="1">
            <a:spLocks noGrp="1"/>
          </p:cNvSpPr>
          <p:nvPr>
            <p:ph type="body" idx="1"/>
          </p:nvPr>
        </p:nvSpPr>
        <p:spPr>
          <a:xfrm>
            <a:off x="632012" y="1725589"/>
            <a:ext cx="11083738" cy="4286251"/>
          </a:xfrm>
          <a:prstGeom prst="rect">
            <a:avLst/>
          </a:prstGeom>
          <a:noFill/>
          <a:ln>
            <a:noFill/>
          </a:ln>
        </p:spPr>
        <p:txBody>
          <a:bodyPr spcFirstLastPara="1" wrap="square" lIns="50800" tIns="50800" rIns="50800" bIns="50800" anchor="t" anchorCtr="0">
            <a:normAutofit/>
          </a:bodyPr>
          <a:lstStyle/>
          <a:p>
            <a:pPr marL="0" lvl="0" indent="0" algn="just" rtl="0">
              <a:lnSpc>
                <a:spcPct val="100000"/>
              </a:lnSpc>
              <a:spcBef>
                <a:spcPts val="0"/>
              </a:spcBef>
              <a:spcAft>
                <a:spcPts val="0"/>
              </a:spcAft>
              <a:buSzPts val="1519"/>
              <a:buNone/>
            </a:pPr>
            <a:endParaRPr/>
          </a:p>
          <a:p>
            <a:pPr marL="330387" lvl="0" indent="-233955" algn="just" rtl="0">
              <a:lnSpc>
                <a:spcPct val="100000"/>
              </a:lnSpc>
              <a:spcBef>
                <a:spcPts val="1687"/>
              </a:spcBef>
              <a:spcAft>
                <a:spcPts val="0"/>
              </a:spcAft>
              <a:buSzPts val="1519"/>
              <a:buNone/>
            </a:pPr>
            <a:endParaRPr/>
          </a:p>
          <a:p>
            <a:pPr marL="0" lvl="0" indent="0" algn="just" rtl="0">
              <a:lnSpc>
                <a:spcPct val="100000"/>
              </a:lnSpc>
              <a:spcBef>
                <a:spcPts val="1687"/>
              </a:spcBef>
              <a:spcAft>
                <a:spcPts val="0"/>
              </a:spcAft>
              <a:buSzPts val="1680"/>
              <a:buNone/>
            </a:pPr>
            <a:r>
              <a:rPr lang="en-US"/>
              <a:t>Les gestionnaires de démarrage, responsables du lancement du noyau, ont bien évolué. Cette évolution permet de combler les limites des anciennes versions et de proposer des nouvelles fonctionnalités. </a:t>
            </a:r>
            <a:endParaRPr/>
          </a:p>
        </p:txBody>
      </p:sp>
      <p:sp>
        <p:nvSpPr>
          <p:cNvPr id="189" name="Google Shape;189;p6"/>
          <p:cNvSpPr txBox="1">
            <a:spLocks noGrp="1"/>
          </p:cNvSpPr>
          <p:nvPr>
            <p:ph type="title"/>
          </p:nvPr>
        </p:nvSpPr>
        <p:spPr>
          <a:xfrm>
            <a:off x="1700882" y="83467"/>
            <a:ext cx="8988581" cy="1696641"/>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dirty="0"/>
              <a:t>Gestionnaire de </a:t>
            </a:r>
            <a:r>
              <a:rPr lang="en-US" sz="5400" dirty="0" err="1"/>
              <a:t>démarrage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7"/>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60"/>
              <a:buFont typeface="Bodoni"/>
              <a:buNone/>
            </a:pPr>
            <a:r>
              <a:rPr lang="en-US" sz="5460" b="0" i="0" u="none" strike="noStrike" cap="none">
                <a:solidFill>
                  <a:srgbClr val="D93E2B"/>
                </a:solidFill>
                <a:latin typeface="Bodoni"/>
                <a:ea typeface="Bodoni"/>
                <a:cs typeface="Bodoni"/>
                <a:sym typeface="Bodoni"/>
              </a:rPr>
              <a:t>Séquence de démarrage</a:t>
            </a:r>
            <a:endParaRPr sz="5460" b="0" i="0" u="none" strike="noStrike" cap="none">
              <a:solidFill>
                <a:srgbClr val="D93E2B"/>
              </a:solidFill>
              <a:latin typeface="Bodoni"/>
              <a:ea typeface="Bodoni"/>
              <a:cs typeface="Bodoni"/>
              <a:sym typeface="Bodoni"/>
            </a:endParaRPr>
          </a:p>
        </p:txBody>
      </p:sp>
      <p:pic>
        <p:nvPicPr>
          <p:cNvPr id="195" name="Google Shape;195;p7" descr="Image"/>
          <p:cNvPicPr preferRelativeResize="0"/>
          <p:nvPr/>
        </p:nvPicPr>
        <p:blipFill rotWithShape="1">
          <a:blip r:embed="rId3">
            <a:alphaModFix/>
          </a:blip>
          <a:srcRect r="33158"/>
          <a:stretch/>
        </p:blipFill>
        <p:spPr>
          <a:xfrm>
            <a:off x="4863236" y="1905618"/>
            <a:ext cx="4750677" cy="4626158"/>
          </a:xfrm>
          <a:prstGeom prst="rect">
            <a:avLst/>
          </a:prstGeom>
          <a:noFill/>
          <a:ln>
            <a:noFill/>
          </a:ln>
        </p:spPr>
      </p:pic>
      <p:sp>
        <p:nvSpPr>
          <p:cNvPr id="196" name="Google Shape;196;p7"/>
          <p:cNvSpPr/>
          <p:nvPr/>
        </p:nvSpPr>
        <p:spPr>
          <a:xfrm>
            <a:off x="489814" y="1752600"/>
            <a:ext cx="3535679" cy="1203960"/>
          </a:xfrm>
          <a:prstGeom prst="cloud">
            <a:avLst/>
          </a:prstGeom>
          <a:gradFill>
            <a:gsLst>
              <a:gs pos="0">
                <a:srgbClr val="FFB9AA"/>
              </a:gs>
              <a:gs pos="35000">
                <a:srgbClr val="FFCCC3"/>
              </a:gs>
              <a:gs pos="100000">
                <a:srgbClr val="FFEAE7"/>
              </a:gs>
            </a:gsLst>
            <a:lin ang="16200000" scaled="0"/>
          </a:gradFill>
          <a:ln w="9525" cap="flat" cmpd="sng">
            <a:solidFill>
              <a:srgbClr val="CD8474"/>
            </a:solidFill>
            <a:prstDash val="solid"/>
            <a:round/>
            <a:headEnd type="none" w="sm" len="sm"/>
            <a:tailEnd type="none" w="sm" len="sm"/>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dk1"/>
              </a:buClr>
              <a:buSzPts val="3200"/>
              <a:buFont typeface="Bodoni"/>
              <a:buNone/>
            </a:pPr>
            <a:endParaRPr sz="3200" b="0" i="0" u="none" strike="noStrike" cap="none">
              <a:solidFill>
                <a:srgbClr val="FFFFFF"/>
              </a:solidFill>
              <a:latin typeface="Palatino"/>
              <a:ea typeface="Palatino"/>
              <a:cs typeface="Palatino"/>
              <a:sym typeface="Palatino"/>
            </a:endParaRPr>
          </a:p>
        </p:txBody>
      </p:sp>
      <p:sp>
        <p:nvSpPr>
          <p:cNvPr id="197" name="Google Shape;197;p7"/>
          <p:cNvSpPr txBox="1"/>
          <p:nvPr/>
        </p:nvSpPr>
        <p:spPr>
          <a:xfrm>
            <a:off x="895300" y="2058025"/>
            <a:ext cx="2757600" cy="471900"/>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C00000"/>
              </a:buClr>
              <a:buSzPts val="2400"/>
              <a:buFont typeface="Palatino"/>
              <a:buNone/>
            </a:pPr>
            <a:r>
              <a:rPr lang="en-US" sz="2400" b="1" i="0" u="none" strike="noStrike" cap="none">
                <a:solidFill>
                  <a:srgbClr val="C00000"/>
                </a:solidFill>
                <a:latin typeface="Palatino"/>
                <a:ea typeface="Palatino"/>
                <a:cs typeface="Palatino"/>
                <a:sym typeface="Palatino"/>
              </a:rPr>
              <a:t>Comment c’était?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p:tgtEl>
                                          <p:spTgt spid="197"/>
                                        </p:tgtEl>
                                        <p:attrNameLst>
                                          <p:attrName>ppt_w</p:attrName>
                                        </p:attrNameLst>
                                      </p:cBhvr>
                                      <p:tavLst>
                                        <p:tav tm="0">
                                          <p:val>
                                            <p:strVal val="0"/>
                                          </p:val>
                                        </p:tav>
                                        <p:tav tm="100000">
                                          <p:val>
                                            <p:strVal val="#ppt_w"/>
                                          </p:val>
                                        </p:tav>
                                      </p:tavLst>
                                    </p:anim>
                                    <p:anim calcmode="lin" valueType="num">
                                      <p:cBhvr additive="base">
                                        <p:cTn id="8" dur="500"/>
                                        <p:tgtEl>
                                          <p:spTgt spid="197"/>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96"/>
                                        </p:tgtEl>
                                        <p:attrNameLst>
                                          <p:attrName>style.visibility</p:attrName>
                                        </p:attrNameLst>
                                      </p:cBhvr>
                                      <p:to>
                                        <p:strVal val="visible"/>
                                      </p:to>
                                    </p:set>
                                    <p:anim calcmode="lin" valueType="num">
                                      <p:cBhvr additive="base">
                                        <p:cTn id="11" dur="500"/>
                                        <p:tgtEl>
                                          <p:spTgt spid="196"/>
                                        </p:tgtEl>
                                        <p:attrNameLst>
                                          <p:attrName>ppt_w</p:attrName>
                                        </p:attrNameLst>
                                      </p:cBhvr>
                                      <p:tavLst>
                                        <p:tav tm="0">
                                          <p:val>
                                            <p:strVal val="0"/>
                                          </p:val>
                                        </p:tav>
                                        <p:tav tm="100000">
                                          <p:val>
                                            <p:strVal val="#ppt_w"/>
                                          </p:val>
                                        </p:tav>
                                      </p:tavLst>
                                    </p:anim>
                                    <p:anim calcmode="lin" valueType="num">
                                      <p:cBhvr additive="base">
                                        <p:cTn id="12" dur="500"/>
                                        <p:tgtEl>
                                          <p:spTgt spid="19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8"/>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90000"/>
              </a:lnSpc>
              <a:spcBef>
                <a:spcPts val="0"/>
              </a:spcBef>
              <a:spcAft>
                <a:spcPts val="0"/>
              </a:spcAft>
              <a:buClr>
                <a:srgbClr val="D93E2B"/>
              </a:buClr>
              <a:buSzPct val="100000"/>
              <a:buFont typeface="Bodoni"/>
              <a:buNone/>
            </a:pPr>
            <a:r>
              <a:rPr lang="en-US" sz="5810" b="0" i="0" u="none" strike="noStrike" cap="none">
                <a:solidFill>
                  <a:srgbClr val="D93E2B"/>
                </a:solidFill>
                <a:latin typeface="Bodoni"/>
                <a:ea typeface="Bodoni"/>
                <a:cs typeface="Bodoni"/>
                <a:sym typeface="Bodoni"/>
              </a:rPr>
              <a:t>Séquence de démarrage</a:t>
            </a:r>
            <a:endParaRPr sz="700" b="0" i="0" u="none" strike="noStrike" cap="none">
              <a:solidFill>
                <a:srgbClr val="D93E2B"/>
              </a:solidFill>
              <a:latin typeface="Bodoni"/>
              <a:ea typeface="Bodoni"/>
              <a:cs typeface="Bodoni"/>
              <a:sym typeface="Bodoni"/>
            </a:endParaRPr>
          </a:p>
        </p:txBody>
      </p:sp>
      <p:pic>
        <p:nvPicPr>
          <p:cNvPr id="203" name="Google Shape;203;p8" descr="Capture d’écran 2020-10-11 à 1.54.59 PM.png"/>
          <p:cNvPicPr preferRelativeResize="0"/>
          <p:nvPr/>
        </p:nvPicPr>
        <p:blipFill rotWithShape="1">
          <a:blip r:embed="rId3">
            <a:alphaModFix/>
          </a:blip>
          <a:srcRect/>
          <a:stretch/>
        </p:blipFill>
        <p:spPr>
          <a:xfrm>
            <a:off x="1524000" y="2403031"/>
            <a:ext cx="9144001" cy="31770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a:solidFill>
                  <a:srgbClr val="D93E2B"/>
                </a:solidFill>
                <a:latin typeface="Bodoni"/>
                <a:ea typeface="Bodoni"/>
                <a:cs typeface="Bodoni"/>
                <a:sym typeface="Bodoni"/>
              </a:rPr>
              <a:t>Limites MBR &amp; BIOS</a:t>
            </a:r>
            <a:endParaRPr/>
          </a:p>
        </p:txBody>
      </p:sp>
      <p:sp>
        <p:nvSpPr>
          <p:cNvPr id="210" name="Google Shape;210;p9"/>
          <p:cNvSpPr txBox="1">
            <a:spLocks noGrp="1"/>
          </p:cNvSpPr>
          <p:nvPr>
            <p:ph type="body" idx="1"/>
          </p:nvPr>
        </p:nvSpPr>
        <p:spPr>
          <a:xfrm>
            <a:off x="685800" y="1725589"/>
            <a:ext cx="10865224" cy="4286251"/>
          </a:xfrm>
          <a:prstGeom prst="rect">
            <a:avLst/>
          </a:prstGeom>
          <a:noFill/>
          <a:ln>
            <a:noFill/>
          </a:ln>
        </p:spPr>
        <p:txBody>
          <a:bodyPr spcFirstLastPara="1" wrap="square" lIns="50800" tIns="50800" rIns="50800" bIns="50800" anchor="t" anchorCtr="0">
            <a:normAutofit/>
          </a:bodyPr>
          <a:lstStyle/>
          <a:p>
            <a:pPr marL="0" lvl="0" indent="0" algn="ctr" rtl="0">
              <a:lnSpc>
                <a:spcPct val="100000"/>
              </a:lnSpc>
              <a:spcBef>
                <a:spcPts val="0"/>
              </a:spcBef>
              <a:spcAft>
                <a:spcPts val="0"/>
              </a:spcAft>
              <a:buClr>
                <a:srgbClr val="414141"/>
              </a:buClr>
              <a:buSzPts val="793"/>
              <a:buNone/>
            </a:pPr>
            <a:endParaRPr sz="793">
              <a:latin typeface="Times"/>
              <a:ea typeface="Times"/>
              <a:cs typeface="Times"/>
              <a:sym typeface="Times"/>
            </a:endParaRPr>
          </a:p>
          <a:p>
            <a:pPr marL="241548" lvl="0" indent="-241548" algn="just" rtl="0">
              <a:lnSpc>
                <a:spcPct val="120000"/>
              </a:lnSpc>
              <a:spcBef>
                <a:spcPts val="1547"/>
              </a:spcBef>
              <a:spcAft>
                <a:spcPts val="0"/>
              </a:spcAft>
              <a:buSzPts val="1560"/>
              <a:buChar char="●"/>
            </a:pPr>
            <a:r>
              <a:rPr lang="en-US"/>
              <a:t>La table de partitionnement du </a:t>
            </a:r>
            <a:r>
              <a:rPr lang="en-US" b="1">
                <a:solidFill>
                  <a:srgbClr val="000000"/>
                </a:solidFill>
              </a:rPr>
              <a:t>MBR</a:t>
            </a:r>
            <a:r>
              <a:rPr lang="en-US"/>
              <a:t> possède des limitations:</a:t>
            </a:r>
            <a:endParaRPr/>
          </a:p>
          <a:p>
            <a:pPr marL="552113" lvl="1" indent="-241549" algn="just" rtl="0">
              <a:lnSpc>
                <a:spcPct val="120000"/>
              </a:lnSpc>
              <a:spcBef>
                <a:spcPts val="1547"/>
              </a:spcBef>
              <a:spcAft>
                <a:spcPts val="0"/>
              </a:spcAft>
              <a:buSzPts val="1560"/>
              <a:buChar char="●"/>
            </a:pPr>
            <a:r>
              <a:rPr lang="en-US"/>
              <a:t>4 partitions primaires maximum.</a:t>
            </a:r>
            <a:endParaRPr/>
          </a:p>
          <a:p>
            <a:pPr marL="552113" lvl="1" indent="-241549" algn="just" rtl="0">
              <a:lnSpc>
                <a:spcPct val="120000"/>
              </a:lnSpc>
              <a:spcBef>
                <a:spcPts val="1547"/>
              </a:spcBef>
              <a:spcAft>
                <a:spcPts val="0"/>
              </a:spcAft>
              <a:buSzPts val="1560"/>
              <a:buChar char="●"/>
            </a:pPr>
            <a:r>
              <a:rPr lang="en-US"/>
              <a:t>Taille d’une partition limitée à 2,2 To.</a:t>
            </a:r>
            <a:endParaRPr/>
          </a:p>
          <a:p>
            <a:pPr marL="241548" lvl="0" indent="-241548" algn="just" rtl="0">
              <a:lnSpc>
                <a:spcPct val="120000"/>
              </a:lnSpc>
              <a:spcBef>
                <a:spcPts val="1547"/>
              </a:spcBef>
              <a:spcAft>
                <a:spcPts val="0"/>
              </a:spcAft>
              <a:buSzPts val="1560"/>
              <a:buChar char="●"/>
            </a:pPr>
            <a:r>
              <a:rPr lang="en-US"/>
              <a:t>Le </a:t>
            </a:r>
            <a:r>
              <a:rPr lang="en-US" b="1">
                <a:solidFill>
                  <a:srgbClr val="000000"/>
                </a:solidFill>
              </a:rPr>
              <a:t>Bios</a:t>
            </a:r>
            <a:r>
              <a:rPr lang="en-US"/>
              <a:t> ne dispose que d’</a:t>
            </a:r>
            <a:r>
              <a:rPr lang="en-US">
                <a:solidFill>
                  <a:srgbClr val="FF2600"/>
                </a:solidFill>
              </a:rPr>
              <a:t>1 Mo </a:t>
            </a:r>
            <a:r>
              <a:rPr lang="en-US"/>
              <a:t>d’espace mémoire pour s’exécuter. Il a ainsi du mal à initialiser plusieurs périphériques en même temps, ce qui ralentit le démarrage du PC</a:t>
            </a:r>
            <a:endParaRPr sz="793">
              <a:solidFill>
                <a:srgbClr val="000000"/>
              </a:solidFill>
              <a:latin typeface="Times New Roman"/>
              <a:ea typeface="Times New Roman"/>
              <a:cs typeface="Times New Roman"/>
              <a:sym typeface="Times New Roman"/>
            </a:endParaRPr>
          </a:p>
          <a:p>
            <a:pPr marL="241548" lvl="0" indent="-211335" algn="l" rtl="0">
              <a:lnSpc>
                <a:spcPct val="100000"/>
              </a:lnSpc>
              <a:spcBef>
                <a:spcPts val="1547"/>
              </a:spcBef>
              <a:spcAft>
                <a:spcPts val="0"/>
              </a:spcAft>
              <a:buSzPts val="476"/>
              <a:buNone/>
            </a:pPr>
            <a:endParaRPr sz="793"/>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Naissance de l’UEFI"/>
          <p:cNvSpPr txBox="1">
            <a:spLocks noGrp="1"/>
          </p:cNvSpPr>
          <p:nvPr>
            <p:ph type="title"/>
          </p:nvPr>
        </p:nvSpPr>
        <p:spPr>
          <a:prstGeom prst="rect">
            <a:avLst/>
          </a:prstGeom>
        </p:spPr>
        <p:txBody>
          <a:bodyPr>
            <a:normAutofit fontScale="90000"/>
          </a:bodyPr>
          <a:lstStyle/>
          <a:p>
            <a:r>
              <a:t>Naissance de l’UEFI</a:t>
            </a:r>
          </a:p>
        </p:txBody>
      </p:sp>
      <p:sp>
        <p:nvSpPr>
          <p:cNvPr id="235" name="UEFI  « Unified Extensible Firmware Interface » remplace le BIOS depuis 2006. Il existe de nombreux avantages comparés à son ancêtre, le BIOS. L’UEFI permet entre autres :…"/>
          <p:cNvSpPr txBox="1">
            <a:spLocks noGrp="1"/>
          </p:cNvSpPr>
          <p:nvPr>
            <p:ph type="body" idx="1"/>
          </p:nvPr>
        </p:nvSpPr>
        <p:spPr>
          <a:xfrm>
            <a:off x="739588" y="1756069"/>
            <a:ext cx="10771094" cy="4286251"/>
          </a:xfrm>
          <a:prstGeom prst="rect">
            <a:avLst/>
          </a:prstGeom>
        </p:spPr>
        <p:txBody>
          <a:bodyPr anchor="t">
            <a:normAutofit fontScale="92500"/>
          </a:bodyPr>
          <a:lstStyle/>
          <a:p>
            <a:pPr marL="256967" indent="-256967" algn="just">
              <a:lnSpc>
                <a:spcPct val="120000"/>
              </a:lnSpc>
              <a:defRPr sz="2800"/>
            </a:pPr>
            <a:r>
              <a:rPr lang="fr-FR" sz="2400" dirty="0"/>
              <a:t>UEFI  « </a:t>
            </a:r>
            <a:r>
              <a:rPr lang="fr-FR" sz="2400" dirty="0" err="1"/>
              <a:t>Unified</a:t>
            </a:r>
            <a:r>
              <a:rPr lang="fr-FR" sz="2400" dirty="0"/>
              <a:t> Extensible </a:t>
            </a:r>
            <a:r>
              <a:rPr lang="fr-FR" sz="2400" dirty="0" err="1"/>
              <a:t>Firmware</a:t>
            </a:r>
            <a:r>
              <a:rPr lang="fr-FR" sz="2400" dirty="0"/>
              <a:t> Interface » remplace le BIOS depuis 2006. Il existe de nombreux avantages comparés à son ancêtre, le BIOS. L’UEFI permet : </a:t>
            </a:r>
          </a:p>
          <a:p>
            <a:pPr marL="587354" lvl="1" indent="-256967" algn="just">
              <a:lnSpc>
                <a:spcPct val="120000"/>
              </a:lnSpc>
              <a:defRPr sz="2800"/>
            </a:pPr>
            <a:r>
              <a:rPr lang="fr-FR" sz="2400" dirty="0"/>
              <a:t>Prise en charge des disques supérieurs à 2,2To (jusqu’a 9,4 </a:t>
            </a:r>
            <a:r>
              <a:rPr lang="fr-FR" sz="2400" dirty="0" err="1"/>
              <a:t>Zo</a:t>
            </a:r>
            <a:r>
              <a:rPr lang="fr-FR" sz="2400" dirty="0"/>
              <a:t>)</a:t>
            </a:r>
          </a:p>
          <a:p>
            <a:pPr marL="587354" lvl="1" indent="-256967" algn="just">
              <a:lnSpc>
                <a:spcPct val="120000"/>
              </a:lnSpc>
              <a:defRPr sz="2800"/>
            </a:pPr>
            <a:r>
              <a:rPr lang="fr-FR" sz="2400" dirty="0"/>
              <a:t>Prise en charge du Secure boot</a:t>
            </a:r>
          </a:p>
          <a:p>
            <a:pPr marL="587354" lvl="1" indent="-256967" algn="just">
              <a:lnSpc>
                <a:spcPct val="120000"/>
              </a:lnSpc>
              <a:defRPr sz="2800"/>
            </a:pPr>
            <a:r>
              <a:rPr lang="fr-FR" sz="2400" dirty="0"/>
              <a:t>Démarrage plus </a:t>
            </a:r>
            <a:r>
              <a:rPr lang="fr-FR" sz="2400" dirty="0" smtClean="0"/>
              <a:t>rapide</a:t>
            </a:r>
          </a:p>
          <a:p>
            <a:pPr marL="587354" lvl="1" indent="-256967" algn="just">
              <a:lnSpc>
                <a:spcPct val="120000"/>
              </a:lnSpc>
              <a:defRPr sz="2800"/>
            </a:pPr>
            <a:r>
              <a:rPr lang="fr-FR" sz="2400" dirty="0"/>
              <a:t>Mécanisme de </a:t>
            </a:r>
            <a:r>
              <a:rPr lang="fr-FR" sz="2400" dirty="0" err="1"/>
              <a:t>rétro-compatibilité</a:t>
            </a:r>
            <a:endParaRPr lang="fr-FR" sz="2400" dirty="0"/>
          </a:p>
          <a:p>
            <a:pPr marL="587354" lvl="1" indent="-256967" algn="just">
              <a:lnSpc>
                <a:spcPct val="120000"/>
              </a:lnSpc>
              <a:defRPr sz="2800"/>
            </a:pPr>
            <a:r>
              <a:rPr lang="fr-FR" sz="2400" dirty="0"/>
              <a:t> Prise  en charge des fonctionnalités réseaux</a:t>
            </a:r>
          </a:p>
          <a:p>
            <a:pPr marL="587354" lvl="1" indent="-256967" algn="just">
              <a:lnSpc>
                <a:spcPct val="120000"/>
              </a:lnSpc>
              <a:defRPr sz="2800"/>
            </a:pPr>
            <a:endParaRPr lang="fr-FR" sz="2400" dirty="0"/>
          </a:p>
        </p:txBody>
      </p:sp>
      <p:pic>
        <p:nvPicPr>
          <p:cNvPr id="236" name="Image" descr="Image"/>
          <p:cNvPicPr>
            <a:picLocks noChangeAspect="1"/>
          </p:cNvPicPr>
          <p:nvPr/>
        </p:nvPicPr>
        <p:blipFill>
          <a:blip r:embed="rId2"/>
          <a:stretch>
            <a:fillRect/>
          </a:stretch>
        </p:blipFill>
        <p:spPr>
          <a:xfrm>
            <a:off x="7258326" y="3503174"/>
            <a:ext cx="4252356" cy="2391950"/>
          </a:xfrm>
          <a:prstGeom prst="rect">
            <a:avLst/>
          </a:prstGeom>
          <a:ln w="12700">
            <a:miter lim="400000"/>
          </a:ln>
        </p:spPr>
      </p:pic>
    </p:spTree>
    <p:extLst>
      <p:ext uri="{BB962C8B-B14F-4D97-AF65-F5344CB8AC3E}">
        <p14:creationId xmlns:p14="http://schemas.microsoft.com/office/powerpoint/2010/main" val="9430478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UEFI:Définition</a:t>
            </a:r>
            <a:endParaRPr dirty="0"/>
          </a:p>
        </p:txBody>
      </p:sp>
      <p:sp>
        <p:nvSpPr>
          <p:cNvPr id="224" name="Google Shape;224;p11"/>
          <p:cNvSpPr txBox="1">
            <a:spLocks noGrp="1"/>
          </p:cNvSpPr>
          <p:nvPr>
            <p:ph type="body" idx="1"/>
          </p:nvPr>
        </p:nvSpPr>
        <p:spPr>
          <a:xfrm>
            <a:off x="476250" y="1746845"/>
            <a:ext cx="11239500" cy="4286250"/>
          </a:xfrm>
          <a:prstGeom prst="rect">
            <a:avLst/>
          </a:prstGeom>
          <a:noFill/>
          <a:ln>
            <a:noFill/>
          </a:ln>
        </p:spPr>
        <p:txBody>
          <a:bodyPr spcFirstLastPara="1" wrap="square" lIns="50800" tIns="50800" rIns="50800" bIns="50800" anchor="ctr" anchorCtr="0">
            <a:normAutofit fontScale="92500" lnSpcReduction="20000"/>
          </a:bodyPr>
          <a:lstStyle/>
          <a:p>
            <a:pPr marL="330387" lvl="0" indent="-330387" algn="l" rtl="0">
              <a:lnSpc>
                <a:spcPct val="100000"/>
              </a:lnSpc>
              <a:spcBef>
                <a:spcPts val="0"/>
              </a:spcBef>
              <a:spcAft>
                <a:spcPts val="0"/>
              </a:spcAft>
              <a:buSzPts val="1500"/>
              <a:buChar char="●"/>
            </a:pPr>
            <a:r>
              <a:rPr lang="en-US" dirty="0" err="1" smtClean="0"/>
              <a:t>l’UEFI</a:t>
            </a:r>
            <a:r>
              <a:rPr lang="en-US" dirty="0" smtClean="0"/>
              <a:t> </a:t>
            </a:r>
            <a:r>
              <a:rPr lang="en-US" dirty="0" err="1"/>
              <a:t>est</a:t>
            </a:r>
            <a:r>
              <a:rPr lang="en-US" dirty="0"/>
              <a:t>  un firmware </a:t>
            </a:r>
            <a:r>
              <a:rPr lang="en-US" dirty="0" err="1"/>
              <a:t>stocké</a:t>
            </a:r>
            <a:r>
              <a:rPr lang="en-US" dirty="0"/>
              <a:t> </a:t>
            </a:r>
            <a:r>
              <a:rPr lang="en-US" dirty="0" err="1"/>
              <a:t>dans</a:t>
            </a:r>
            <a:r>
              <a:rPr lang="en-US" dirty="0"/>
              <a:t> </a:t>
            </a:r>
            <a:r>
              <a:rPr lang="en-US" dirty="0" err="1"/>
              <a:t>une</a:t>
            </a:r>
            <a:r>
              <a:rPr lang="en-US" dirty="0"/>
              <a:t> </a:t>
            </a:r>
            <a:r>
              <a:rPr lang="en-US" dirty="0" err="1"/>
              <a:t>mémoire</a:t>
            </a:r>
            <a:r>
              <a:rPr lang="en-US" dirty="0"/>
              <a:t> flash </a:t>
            </a:r>
            <a:r>
              <a:rPr lang="en-US" dirty="0" err="1"/>
              <a:t>située</a:t>
            </a:r>
            <a:r>
              <a:rPr lang="en-US" dirty="0"/>
              <a:t> </a:t>
            </a:r>
            <a:r>
              <a:rPr lang="en-US" dirty="0" err="1"/>
              <a:t>sur</a:t>
            </a:r>
            <a:r>
              <a:rPr lang="en-US" dirty="0"/>
              <a:t> la carte </a:t>
            </a:r>
            <a:r>
              <a:rPr lang="en-US" dirty="0" err="1"/>
              <a:t>mère</a:t>
            </a:r>
            <a:r>
              <a:rPr lang="en-US" dirty="0"/>
              <a:t> de </a:t>
            </a:r>
            <a:r>
              <a:rPr lang="en-US" dirty="0" err="1"/>
              <a:t>l’ordinateur</a:t>
            </a:r>
            <a:r>
              <a:rPr lang="en-US" dirty="0"/>
              <a:t>. </a:t>
            </a:r>
            <a:endParaRPr dirty="0"/>
          </a:p>
          <a:p>
            <a:pPr marL="330387" lvl="0" indent="-330387" algn="l" rtl="0">
              <a:lnSpc>
                <a:spcPct val="100000"/>
              </a:lnSpc>
              <a:spcBef>
                <a:spcPts val="1687"/>
              </a:spcBef>
              <a:spcAft>
                <a:spcPts val="0"/>
              </a:spcAft>
              <a:buSzPts val="1500"/>
              <a:buChar char="●"/>
            </a:pPr>
            <a:r>
              <a:rPr lang="en-US" dirty="0"/>
              <a:t>UEFI </a:t>
            </a:r>
            <a:r>
              <a:rPr lang="en-US" dirty="0" err="1"/>
              <a:t>est</a:t>
            </a:r>
            <a:r>
              <a:rPr lang="en-US" dirty="0"/>
              <a:t> </a:t>
            </a:r>
            <a:r>
              <a:rPr lang="en-US" dirty="0" err="1"/>
              <a:t>installé</a:t>
            </a:r>
            <a:r>
              <a:rPr lang="en-US" dirty="0"/>
              <a:t> au moment de la fabrication et </a:t>
            </a:r>
            <a:r>
              <a:rPr lang="en-US" dirty="0" err="1"/>
              <a:t>constitue</a:t>
            </a:r>
            <a:r>
              <a:rPr lang="en-US" dirty="0"/>
              <a:t> le premier </a:t>
            </a:r>
            <a:r>
              <a:rPr lang="en-US" dirty="0" err="1"/>
              <a:t>programme</a:t>
            </a:r>
            <a:r>
              <a:rPr lang="en-US" dirty="0"/>
              <a:t> qui </a:t>
            </a:r>
            <a:r>
              <a:rPr lang="en-US" dirty="0" err="1"/>
              <a:t>s'exécute</a:t>
            </a:r>
            <a:r>
              <a:rPr lang="en-US" dirty="0"/>
              <a:t> </a:t>
            </a:r>
            <a:r>
              <a:rPr lang="en-US" dirty="0" err="1"/>
              <a:t>lors</a:t>
            </a:r>
            <a:r>
              <a:rPr lang="en-US" dirty="0"/>
              <a:t> du </a:t>
            </a:r>
            <a:r>
              <a:rPr lang="en-US" dirty="0" err="1"/>
              <a:t>démarrage</a:t>
            </a:r>
            <a:r>
              <a:rPr lang="en-US" dirty="0"/>
              <a:t> d'un </a:t>
            </a:r>
            <a:r>
              <a:rPr lang="en-US" dirty="0" err="1" smtClean="0"/>
              <a:t>ordinateur</a:t>
            </a:r>
            <a:r>
              <a:rPr lang="en-US" dirty="0" smtClean="0"/>
              <a:t>. </a:t>
            </a:r>
            <a:endParaRPr lang="en-US" dirty="0"/>
          </a:p>
          <a:p>
            <a:pPr marL="330387" lvl="0" indent="-330387" algn="l" rtl="0">
              <a:lnSpc>
                <a:spcPct val="100000"/>
              </a:lnSpc>
              <a:spcBef>
                <a:spcPts val="1687"/>
              </a:spcBef>
              <a:spcAft>
                <a:spcPts val="0"/>
              </a:spcAft>
              <a:buSzPts val="1500"/>
              <a:buChar char="●"/>
            </a:pPr>
            <a:r>
              <a:rPr lang="en-US" dirty="0" smtClean="0">
                <a:solidFill>
                  <a:schemeClr val="bg1"/>
                </a:solidFill>
              </a:rPr>
              <a:t>UEFI </a:t>
            </a:r>
            <a:r>
              <a:rPr lang="en-US" dirty="0" err="1" smtClean="0">
                <a:solidFill>
                  <a:schemeClr val="bg1"/>
                </a:solidFill>
              </a:rPr>
              <a:t>détecte</a:t>
            </a:r>
            <a:r>
              <a:rPr lang="en-US" dirty="0" smtClean="0">
                <a:solidFill>
                  <a:schemeClr val="bg1"/>
                </a:solidFill>
              </a:rPr>
              <a:t> les </a:t>
            </a:r>
            <a:r>
              <a:rPr lang="en-US" dirty="0" err="1" smtClean="0">
                <a:solidFill>
                  <a:schemeClr val="bg1"/>
                </a:solidFill>
              </a:rPr>
              <a:t>périphériques</a:t>
            </a:r>
            <a:r>
              <a:rPr lang="en-US" dirty="0" smtClean="0">
                <a:solidFill>
                  <a:schemeClr val="bg1"/>
                </a:solidFill>
              </a:rPr>
              <a:t> </a:t>
            </a:r>
            <a:r>
              <a:rPr lang="en-US" dirty="0" err="1" smtClean="0">
                <a:solidFill>
                  <a:schemeClr val="bg1"/>
                </a:solidFill>
              </a:rPr>
              <a:t>candidats</a:t>
            </a:r>
            <a:r>
              <a:rPr lang="en-US" dirty="0" smtClean="0">
                <a:solidFill>
                  <a:schemeClr val="bg1"/>
                </a:solidFill>
              </a:rPr>
              <a:t> à </a:t>
            </a:r>
            <a:r>
              <a:rPr lang="en-US" dirty="0" err="1" smtClean="0">
                <a:solidFill>
                  <a:schemeClr val="bg1"/>
                </a:solidFill>
              </a:rPr>
              <a:t>démarrer</a:t>
            </a:r>
            <a:endParaRPr dirty="0" smtClean="0">
              <a:solidFill>
                <a:schemeClr val="bg1"/>
              </a:solidFill>
            </a:endParaRPr>
          </a:p>
          <a:p>
            <a:pPr marL="330387" lvl="0" indent="-330387" algn="l" rtl="0">
              <a:lnSpc>
                <a:spcPct val="100000"/>
              </a:lnSpc>
              <a:spcBef>
                <a:spcPts val="1687"/>
              </a:spcBef>
              <a:spcAft>
                <a:spcPts val="0"/>
              </a:spcAft>
              <a:buSzPts val="1500"/>
              <a:buChar char="●"/>
            </a:pPr>
            <a:r>
              <a:rPr lang="en-US" dirty="0" smtClean="0">
                <a:solidFill>
                  <a:srgbClr val="FF0000"/>
                </a:solidFill>
              </a:rPr>
              <a:t>Le </a:t>
            </a:r>
            <a:r>
              <a:rPr lang="en-US" dirty="0" err="1">
                <a:solidFill>
                  <a:srgbClr val="FF0000"/>
                </a:solidFill>
              </a:rPr>
              <a:t>système</a:t>
            </a:r>
            <a:r>
              <a:rPr lang="en-US" dirty="0">
                <a:solidFill>
                  <a:srgbClr val="FF0000"/>
                </a:solidFill>
              </a:rPr>
              <a:t> de </a:t>
            </a:r>
            <a:r>
              <a:rPr lang="en-US" dirty="0" err="1">
                <a:solidFill>
                  <a:srgbClr val="FF0000"/>
                </a:solidFill>
              </a:rPr>
              <a:t>fichiers</a:t>
            </a:r>
            <a:r>
              <a:rPr lang="en-US" dirty="0">
                <a:solidFill>
                  <a:srgbClr val="FF0000"/>
                </a:solidFill>
              </a:rPr>
              <a:t> </a:t>
            </a:r>
            <a:r>
              <a:rPr lang="en-US" dirty="0" err="1">
                <a:solidFill>
                  <a:srgbClr val="FF0000"/>
                </a:solidFill>
              </a:rPr>
              <a:t>pris</a:t>
            </a:r>
            <a:r>
              <a:rPr lang="en-US" dirty="0">
                <a:solidFill>
                  <a:srgbClr val="FF0000"/>
                </a:solidFill>
              </a:rPr>
              <a:t> en charge par  UEFI </a:t>
            </a:r>
            <a:r>
              <a:rPr lang="en-US" dirty="0" err="1">
                <a:solidFill>
                  <a:srgbClr val="FF0000"/>
                </a:solidFill>
              </a:rPr>
              <a:t>est</a:t>
            </a:r>
            <a:r>
              <a:rPr lang="en-US" dirty="0">
                <a:solidFill>
                  <a:srgbClr val="FF0000"/>
                </a:solidFill>
              </a:rPr>
              <a:t> </a:t>
            </a:r>
            <a:r>
              <a:rPr lang="en-US" dirty="0" err="1">
                <a:solidFill>
                  <a:srgbClr val="FF0000"/>
                </a:solidFill>
              </a:rPr>
              <a:t>basé</a:t>
            </a:r>
            <a:r>
              <a:rPr lang="en-US" dirty="0">
                <a:solidFill>
                  <a:srgbClr val="FF0000"/>
                </a:solidFill>
              </a:rPr>
              <a:t> </a:t>
            </a:r>
            <a:r>
              <a:rPr lang="en-US" dirty="0" err="1">
                <a:solidFill>
                  <a:srgbClr val="FF0000"/>
                </a:solidFill>
              </a:rPr>
              <a:t>sur</a:t>
            </a:r>
            <a:r>
              <a:rPr lang="en-US" dirty="0">
                <a:solidFill>
                  <a:srgbClr val="FF0000"/>
                </a:solidFill>
              </a:rPr>
              <a:t> le </a:t>
            </a:r>
            <a:r>
              <a:rPr lang="en-US" dirty="0" err="1">
                <a:solidFill>
                  <a:srgbClr val="FF0000"/>
                </a:solidFill>
              </a:rPr>
              <a:t>système</a:t>
            </a:r>
            <a:r>
              <a:rPr lang="en-US" dirty="0">
                <a:solidFill>
                  <a:srgbClr val="FF0000"/>
                </a:solidFill>
              </a:rPr>
              <a:t> de </a:t>
            </a:r>
            <a:r>
              <a:rPr lang="en-US" dirty="0" err="1">
                <a:solidFill>
                  <a:srgbClr val="FF0000"/>
                </a:solidFill>
              </a:rPr>
              <a:t>fichiers</a:t>
            </a:r>
            <a:r>
              <a:rPr lang="en-US" dirty="0">
                <a:solidFill>
                  <a:srgbClr val="FF0000"/>
                </a:solidFill>
              </a:rPr>
              <a:t> FAT (FAT12, FAT16 et FAT32).</a:t>
            </a:r>
            <a:endParaRPr dirty="0">
              <a:solidFill>
                <a:srgbClr val="FF0000"/>
              </a:solidFill>
            </a:endParaRPr>
          </a:p>
          <a:p>
            <a:pPr marL="330387" lvl="0" indent="-330387" algn="l" rtl="0">
              <a:lnSpc>
                <a:spcPct val="100000"/>
              </a:lnSpc>
              <a:spcBef>
                <a:spcPts val="1687"/>
              </a:spcBef>
              <a:spcAft>
                <a:spcPts val="0"/>
              </a:spcAft>
              <a:buSzPts val="1500"/>
              <a:buChar char="●"/>
            </a:pPr>
            <a:r>
              <a:rPr lang="en-US" dirty="0" err="1"/>
              <a:t>L'une</a:t>
            </a:r>
            <a:r>
              <a:rPr lang="en-US" dirty="0"/>
              <a:t> des </a:t>
            </a:r>
            <a:r>
              <a:rPr lang="en-US" dirty="0" err="1"/>
              <a:t>fonctionnalités</a:t>
            </a:r>
            <a:r>
              <a:rPr lang="en-US" dirty="0"/>
              <a:t> du </a:t>
            </a:r>
            <a:r>
              <a:rPr lang="en-US" dirty="0" err="1"/>
              <a:t>micrologiciel</a:t>
            </a:r>
            <a:r>
              <a:rPr lang="en-US" dirty="0"/>
              <a:t> UEFI </a:t>
            </a:r>
            <a:r>
              <a:rPr lang="en-US" dirty="0" err="1"/>
              <a:t>est</a:t>
            </a:r>
            <a:r>
              <a:rPr lang="en-US" dirty="0"/>
              <a:t> de </a:t>
            </a:r>
            <a:r>
              <a:rPr lang="en-US" dirty="0" err="1"/>
              <a:t>pouvoir</a:t>
            </a:r>
            <a:r>
              <a:rPr lang="en-US" dirty="0"/>
              <a:t> stocker les entrées de </a:t>
            </a:r>
            <a:r>
              <a:rPr lang="en-US" dirty="0" err="1"/>
              <a:t>démarrage</a:t>
            </a:r>
            <a:r>
              <a:rPr lang="en-US" dirty="0"/>
              <a:t> </a:t>
            </a:r>
            <a:r>
              <a:rPr lang="en-US" dirty="0" err="1"/>
              <a:t>dans</a:t>
            </a:r>
            <a:r>
              <a:rPr lang="en-US" dirty="0"/>
              <a:t> la </a:t>
            </a:r>
            <a:r>
              <a:rPr lang="en-US" dirty="0" err="1"/>
              <a:t>mémoire</a:t>
            </a:r>
            <a:r>
              <a:rPr lang="en-US" dirty="0"/>
              <a:t> NVRAM,  </a:t>
            </a:r>
            <a:endParaRPr dirty="0"/>
          </a:p>
          <a:p>
            <a:pPr marL="330387" lvl="0" indent="-330387" algn="l" rtl="0">
              <a:lnSpc>
                <a:spcPct val="100000"/>
              </a:lnSpc>
              <a:spcBef>
                <a:spcPts val="1687"/>
              </a:spcBef>
              <a:spcAft>
                <a:spcPts val="0"/>
              </a:spcAft>
              <a:buSzPts val="1500"/>
              <a:buChar char="●"/>
            </a:pPr>
            <a:r>
              <a:rPr lang="en-US" dirty="0"/>
              <a:t>La NVRAM , Non Volatile RAM, </a:t>
            </a:r>
            <a:r>
              <a:rPr lang="en-US" dirty="0" err="1"/>
              <a:t>équivalent</a:t>
            </a:r>
            <a:r>
              <a:rPr lang="en-US" dirty="0"/>
              <a:t> du CMOS des </a:t>
            </a:r>
            <a:r>
              <a:rPr lang="en-US" dirty="0" err="1"/>
              <a:t>anciens</a:t>
            </a:r>
            <a:r>
              <a:rPr lang="en-US" dirty="0"/>
              <a:t> BIOS.</a:t>
            </a:r>
            <a:endParaRPr dirty="0"/>
          </a:p>
          <a:p>
            <a:pPr marL="330387" lvl="0" indent="-233955" algn="l" rtl="0">
              <a:lnSpc>
                <a:spcPct val="100000"/>
              </a:lnSpc>
              <a:spcBef>
                <a:spcPts val="1687"/>
              </a:spcBef>
              <a:spcAft>
                <a:spcPts val="0"/>
              </a:spcAft>
              <a:buSzPts val="1519"/>
              <a:buNone/>
            </a:pPr>
            <a:endParaRPr dirty="0"/>
          </a:p>
        </p:txBody>
      </p:sp>
    </p:spTree>
    <p:extLst>
      <p:ext uri="{BB962C8B-B14F-4D97-AF65-F5344CB8AC3E}">
        <p14:creationId xmlns:p14="http://schemas.microsoft.com/office/powerpoint/2010/main" val="5066685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476250" y="562570"/>
            <a:ext cx="11239500" cy="85740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UEFI: NVRAM</a:t>
            </a:r>
            <a:endParaRPr/>
          </a:p>
        </p:txBody>
      </p:sp>
      <p:sp>
        <p:nvSpPr>
          <p:cNvPr id="224" name="Google Shape;224;p12"/>
          <p:cNvSpPr txBox="1">
            <a:spLocks noGrp="1"/>
          </p:cNvSpPr>
          <p:nvPr>
            <p:ph type="body" idx="1"/>
          </p:nvPr>
        </p:nvSpPr>
        <p:spPr>
          <a:xfrm>
            <a:off x="742950" y="1419970"/>
            <a:ext cx="10972800" cy="5537400"/>
          </a:xfrm>
          <a:prstGeom prst="rect">
            <a:avLst/>
          </a:prstGeom>
          <a:noFill/>
          <a:ln>
            <a:noFill/>
          </a:ln>
        </p:spPr>
        <p:txBody>
          <a:bodyPr spcFirstLastPara="1" wrap="square" lIns="50800" tIns="50800" rIns="50800" bIns="50800" anchor="t" anchorCtr="0">
            <a:normAutofit/>
          </a:bodyPr>
          <a:lstStyle/>
          <a:p>
            <a:pPr marL="0" lvl="0" indent="0" algn="l" rtl="0">
              <a:lnSpc>
                <a:spcPct val="150000"/>
              </a:lnSpc>
              <a:spcBef>
                <a:spcPts val="0"/>
              </a:spcBef>
              <a:spcAft>
                <a:spcPts val="0"/>
              </a:spcAft>
              <a:buNone/>
            </a:pPr>
            <a:r>
              <a:rPr lang="en-US" sz="2000" dirty="0"/>
              <a:t>La NVRAM </a:t>
            </a:r>
            <a:r>
              <a:rPr lang="en-US" sz="2000" dirty="0" err="1"/>
              <a:t>est</a:t>
            </a:r>
            <a:r>
              <a:rPr lang="en-US" sz="2000" dirty="0"/>
              <a:t> </a:t>
            </a:r>
            <a:r>
              <a:rPr lang="en-US" sz="2000" dirty="0" err="1"/>
              <a:t>une</a:t>
            </a:r>
            <a:r>
              <a:rPr lang="en-US" sz="2000" dirty="0"/>
              <a:t> </a:t>
            </a:r>
            <a:r>
              <a:rPr lang="en-US" sz="2000" dirty="0" err="1"/>
              <a:t>mémoire</a:t>
            </a:r>
            <a:r>
              <a:rPr lang="en-US" sz="2000" dirty="0"/>
              <a:t> vive RAM non volatile </a:t>
            </a:r>
            <a:r>
              <a:rPr lang="en-US" sz="2000" dirty="0" err="1"/>
              <a:t>utilisée</a:t>
            </a:r>
            <a:r>
              <a:rPr lang="en-US" sz="2000" dirty="0"/>
              <a:t> par UEFI pour stocker les variables qui </a:t>
            </a:r>
            <a:r>
              <a:rPr lang="en-US" sz="2000" dirty="0" err="1"/>
              <a:t>doivent</a:t>
            </a:r>
            <a:r>
              <a:rPr lang="en-US" sz="2000" dirty="0"/>
              <a:t> </a:t>
            </a:r>
            <a:r>
              <a:rPr lang="en-US" sz="2000" dirty="0" err="1"/>
              <a:t>persister</a:t>
            </a:r>
            <a:r>
              <a:rPr lang="en-US" sz="2000" dirty="0"/>
              <a:t> entre les </a:t>
            </a:r>
            <a:r>
              <a:rPr lang="en-US" sz="2000" dirty="0" err="1"/>
              <a:t>démarrages</a:t>
            </a:r>
            <a:r>
              <a:rPr lang="en-US" sz="2000" dirty="0"/>
              <a:t>.</a:t>
            </a:r>
            <a:endParaRPr sz="2000" dirty="0"/>
          </a:p>
          <a:p>
            <a:pPr marL="0" lvl="0" indent="0" algn="just" rtl="0">
              <a:lnSpc>
                <a:spcPct val="120000"/>
              </a:lnSpc>
              <a:spcBef>
                <a:spcPts val="1700"/>
              </a:spcBef>
              <a:spcAft>
                <a:spcPts val="0"/>
              </a:spcAft>
              <a:buNone/>
            </a:pPr>
            <a:r>
              <a:rPr lang="en-US" sz="2000" dirty="0"/>
              <a:t>La NVRAM </a:t>
            </a:r>
            <a:r>
              <a:rPr lang="en-US" sz="2000" dirty="0" err="1"/>
              <a:t>contient</a:t>
            </a:r>
            <a:r>
              <a:rPr lang="en-US" sz="2000" dirty="0"/>
              <a:t> </a:t>
            </a:r>
            <a:r>
              <a:rPr lang="en-US" sz="2000" dirty="0" err="1"/>
              <a:t>une</a:t>
            </a:r>
            <a:r>
              <a:rPr lang="en-US" sz="2000" dirty="0"/>
              <a:t> </a:t>
            </a:r>
            <a:r>
              <a:rPr lang="en-US" sz="2000" dirty="0" err="1"/>
              <a:t>liste</a:t>
            </a:r>
            <a:r>
              <a:rPr lang="en-US" sz="2000" dirty="0"/>
              <a:t> de variables </a:t>
            </a:r>
            <a:r>
              <a:rPr lang="en-US" sz="2000" dirty="0" err="1"/>
              <a:t>dont</a:t>
            </a:r>
            <a:r>
              <a:rPr lang="en-US" sz="2000" dirty="0"/>
              <a:t> les options de boot </a:t>
            </a:r>
            <a:r>
              <a:rPr lang="en-US" sz="2000" dirty="0" err="1" smtClean="0"/>
              <a:t>suivantes</a:t>
            </a:r>
            <a:r>
              <a:rPr lang="en-US" sz="2000" dirty="0" smtClean="0"/>
              <a:t>:</a:t>
            </a:r>
            <a:endParaRPr sz="2000" dirty="0"/>
          </a:p>
          <a:p>
            <a:pPr marL="800100" lvl="0" indent="-357188" algn="just" rtl="0">
              <a:lnSpc>
                <a:spcPct val="120000"/>
              </a:lnSpc>
              <a:spcBef>
                <a:spcPts val="1700"/>
              </a:spcBef>
              <a:spcAft>
                <a:spcPts val="0"/>
              </a:spcAft>
              <a:buFont typeface="Wingdings" panose="05000000000000000000" pitchFamily="2" charset="2"/>
              <a:buChar char="ü"/>
              <a:tabLst>
                <a:tab pos="714375" algn="l"/>
              </a:tabLst>
            </a:pPr>
            <a:r>
              <a:rPr lang="en-US" sz="2000" dirty="0" err="1"/>
              <a:t>Quel</a:t>
            </a:r>
            <a:r>
              <a:rPr lang="en-US" sz="2000" dirty="0"/>
              <a:t> </a:t>
            </a:r>
            <a:r>
              <a:rPr lang="en-US" sz="2000" dirty="0" err="1"/>
              <a:t>système</a:t>
            </a:r>
            <a:r>
              <a:rPr lang="en-US" sz="2000" dirty="0"/>
              <a:t> </a:t>
            </a:r>
            <a:r>
              <a:rPr lang="en-US" sz="2000" dirty="0" err="1"/>
              <a:t>est</a:t>
            </a:r>
            <a:r>
              <a:rPr lang="en-US" sz="2000" dirty="0"/>
              <a:t> </a:t>
            </a:r>
            <a:r>
              <a:rPr lang="en-US" sz="2000" dirty="0" err="1"/>
              <a:t>actuellement</a:t>
            </a:r>
            <a:r>
              <a:rPr lang="en-US" sz="2000" dirty="0"/>
              <a:t> </a:t>
            </a:r>
            <a:r>
              <a:rPr lang="en-US" sz="2000" dirty="0" err="1" smtClean="0"/>
              <a:t>démarré</a:t>
            </a:r>
            <a:r>
              <a:rPr lang="en-US" sz="2000" dirty="0" smtClean="0"/>
              <a:t> ?</a:t>
            </a:r>
            <a:endParaRPr sz="2000" dirty="0"/>
          </a:p>
          <a:p>
            <a:pPr marL="800100" lvl="0" indent="-357188" algn="just" rtl="0">
              <a:lnSpc>
                <a:spcPct val="120000"/>
              </a:lnSpc>
              <a:spcBef>
                <a:spcPts val="1700"/>
              </a:spcBef>
              <a:spcAft>
                <a:spcPts val="0"/>
              </a:spcAft>
              <a:buFont typeface="Wingdings" panose="05000000000000000000" pitchFamily="2" charset="2"/>
              <a:buChar char="ü"/>
              <a:tabLst>
                <a:tab pos="714375" algn="l"/>
              </a:tabLst>
            </a:pPr>
            <a:r>
              <a:rPr lang="en-US" sz="2000" dirty="0" err="1"/>
              <a:t>L’ordre</a:t>
            </a:r>
            <a:r>
              <a:rPr lang="en-US" sz="2000" dirty="0"/>
              <a:t> des entrées de boot</a:t>
            </a:r>
            <a:endParaRPr sz="2000" dirty="0"/>
          </a:p>
          <a:p>
            <a:pPr marL="800100" lvl="0" indent="-357188" algn="just" rtl="0">
              <a:lnSpc>
                <a:spcPct val="120000"/>
              </a:lnSpc>
              <a:spcBef>
                <a:spcPts val="1700"/>
              </a:spcBef>
              <a:spcAft>
                <a:spcPts val="0"/>
              </a:spcAft>
              <a:buFont typeface="Wingdings" panose="05000000000000000000" pitchFamily="2" charset="2"/>
              <a:buChar char="ü"/>
              <a:tabLst>
                <a:tab pos="714375" algn="l"/>
              </a:tabLst>
            </a:pPr>
            <a:r>
              <a:rPr lang="en-US" sz="2000" dirty="0"/>
              <a:t>Le timeout </a:t>
            </a:r>
            <a:r>
              <a:rPr lang="en-US" sz="2000" dirty="0" err="1"/>
              <a:t>avant</a:t>
            </a:r>
            <a:r>
              <a:rPr lang="en-US" sz="2000" dirty="0"/>
              <a:t> de </a:t>
            </a:r>
            <a:r>
              <a:rPr lang="en-US" sz="2000" dirty="0" err="1"/>
              <a:t>booter</a:t>
            </a:r>
            <a:r>
              <a:rPr lang="en-US" sz="2000" dirty="0"/>
              <a:t> </a:t>
            </a:r>
            <a:r>
              <a:rPr lang="en-US" sz="2000" dirty="0" err="1"/>
              <a:t>sur</a:t>
            </a:r>
            <a:r>
              <a:rPr lang="en-US" sz="2000" dirty="0"/>
              <a:t> </a:t>
            </a:r>
            <a:r>
              <a:rPr lang="en-US" sz="2000" dirty="0" err="1"/>
              <a:t>l’entrée</a:t>
            </a:r>
            <a:r>
              <a:rPr lang="en-US" sz="2000" dirty="0"/>
              <a:t> par </a:t>
            </a:r>
            <a:r>
              <a:rPr lang="en-US" sz="2000" dirty="0" err="1"/>
              <a:t>défaut</a:t>
            </a:r>
            <a:r>
              <a:rPr lang="en-US" sz="2000" dirty="0"/>
              <a:t> (</a:t>
            </a:r>
            <a:r>
              <a:rPr lang="en-US" sz="2000" dirty="0" err="1"/>
              <a:t>suivant</a:t>
            </a:r>
            <a:r>
              <a:rPr lang="en-US" sz="2000" dirty="0"/>
              <a:t> </a:t>
            </a:r>
            <a:r>
              <a:rPr lang="en-US" sz="2000" dirty="0" err="1"/>
              <a:t>l’ordre</a:t>
            </a:r>
            <a:r>
              <a:rPr lang="en-US" sz="2000" dirty="0"/>
              <a:t> </a:t>
            </a:r>
            <a:r>
              <a:rPr lang="en-US" sz="2000" dirty="0" err="1"/>
              <a:t>précédent</a:t>
            </a:r>
            <a:r>
              <a:rPr lang="en-US" sz="2000" dirty="0"/>
              <a:t>)</a:t>
            </a:r>
            <a:endParaRPr sz="2000" dirty="0"/>
          </a:p>
          <a:p>
            <a:pPr marL="800100" lvl="0" indent="-357188" algn="just" rtl="0">
              <a:lnSpc>
                <a:spcPct val="120000"/>
              </a:lnSpc>
              <a:spcBef>
                <a:spcPts val="1700"/>
              </a:spcBef>
              <a:spcAft>
                <a:spcPts val="0"/>
              </a:spcAft>
              <a:buFont typeface="Wingdings" panose="05000000000000000000" pitchFamily="2" charset="2"/>
              <a:buChar char="ü"/>
              <a:tabLst>
                <a:tab pos="714375" algn="l"/>
              </a:tabLst>
            </a:pPr>
            <a:r>
              <a:rPr lang="en-US" sz="2000" dirty="0"/>
              <a:t>La </a:t>
            </a:r>
            <a:r>
              <a:rPr lang="en-US" sz="2000" dirty="0" err="1"/>
              <a:t>liste</a:t>
            </a:r>
            <a:r>
              <a:rPr lang="en-US" sz="2000" dirty="0"/>
              <a:t> des </a:t>
            </a:r>
            <a:r>
              <a:rPr lang="en-US" sz="2000" dirty="0" smtClean="0"/>
              <a:t>entrées de </a:t>
            </a:r>
            <a:r>
              <a:rPr lang="en-US" sz="2000" dirty="0" err="1" smtClean="0"/>
              <a:t>démarrage</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ff6332d0de_2_1"/>
          <p:cNvSpPr txBox="1">
            <a:spLocks noGrp="1"/>
          </p:cNvSpPr>
          <p:nvPr>
            <p:ph type="title"/>
          </p:nvPr>
        </p:nvSpPr>
        <p:spPr>
          <a:xfrm>
            <a:off x="476250" y="562570"/>
            <a:ext cx="11239500" cy="857400"/>
          </a:xfrm>
          <a:prstGeom prst="rect">
            <a:avLst/>
          </a:prstGeom>
        </p:spPr>
        <p:txBody>
          <a:bodyPr spcFirstLastPara="1" wrap="square" lIns="50800" tIns="50800" rIns="50800" bIns="50800" anchor="ctr" anchorCtr="0">
            <a:normAutofit/>
          </a:bodyPr>
          <a:lstStyle/>
          <a:p>
            <a:pPr marL="0" lvl="0" indent="0" algn="ctr" rtl="0">
              <a:spcBef>
                <a:spcPts val="0"/>
              </a:spcBef>
              <a:spcAft>
                <a:spcPts val="0"/>
              </a:spcAft>
              <a:buClr>
                <a:srgbClr val="D93E2B"/>
              </a:buClr>
              <a:buSzPts val="4900"/>
              <a:buFont typeface="Bodoni"/>
              <a:buNone/>
            </a:pPr>
            <a:r>
              <a:rPr lang="en-US"/>
              <a:t>UEFI: NVRAM</a:t>
            </a:r>
            <a:endParaRPr/>
          </a:p>
        </p:txBody>
      </p:sp>
      <p:graphicFrame>
        <p:nvGraphicFramePr>
          <p:cNvPr id="231" name="Google Shape;231;gff6332d0de_2_1"/>
          <p:cNvGraphicFramePr/>
          <p:nvPr>
            <p:extLst>
              <p:ext uri="{D42A27DB-BD31-4B8C-83A1-F6EECF244321}">
                <p14:modId xmlns:p14="http://schemas.microsoft.com/office/powerpoint/2010/main" val="4076614512"/>
              </p:ext>
            </p:extLst>
          </p:nvPr>
        </p:nvGraphicFramePr>
        <p:xfrm>
          <a:off x="560014" y="3105223"/>
          <a:ext cx="10557300" cy="3298325"/>
        </p:xfrm>
        <a:graphic>
          <a:graphicData uri="http://schemas.openxmlformats.org/drawingml/2006/table">
            <a:tbl>
              <a:tblPr>
                <a:noFill/>
                <a:tableStyleId>{467ED7B5-BB42-4EF1-8D1F-B8411F66248A}</a:tableStyleId>
              </a:tblPr>
              <a:tblGrid>
                <a:gridCol w="2785350"/>
                <a:gridCol w="2644950"/>
                <a:gridCol w="5127000"/>
              </a:tblGrid>
              <a:tr h="356975">
                <a:tc>
                  <a:txBody>
                    <a:bodyPr/>
                    <a:lstStyle/>
                    <a:p>
                      <a:pPr marL="0" marR="0" lvl="0" indent="0" algn="ctr" rtl="0">
                        <a:lnSpc>
                          <a:spcPct val="100000"/>
                        </a:lnSpc>
                        <a:spcBef>
                          <a:spcPts val="0"/>
                        </a:spcBef>
                        <a:spcAft>
                          <a:spcPts val="0"/>
                        </a:spcAft>
                        <a:buClr>
                          <a:schemeClr val="dk1"/>
                        </a:buClr>
                        <a:buSzPts val="1600"/>
                        <a:buFont typeface="Bodoni"/>
                        <a:buNone/>
                      </a:pPr>
                      <a:r>
                        <a:rPr lang="en-US" sz="2100" b="1" dirty="0">
                          <a:solidFill>
                            <a:srgbClr val="414141"/>
                          </a:solidFill>
                          <a:latin typeface="Palatino"/>
                          <a:ea typeface="Palatino"/>
                          <a:cs typeface="Palatino"/>
                          <a:sym typeface="Palatino"/>
                        </a:rPr>
                        <a:t>GUID</a:t>
                      </a:r>
                      <a:endParaRPr sz="2100" b="1" dirty="0">
                        <a:solidFill>
                          <a:srgbClr val="414141"/>
                        </a:solidFill>
                        <a:latin typeface="Palatino"/>
                        <a:ea typeface="Palatino"/>
                        <a:cs typeface="Palatino"/>
                        <a:sym typeface="Palatino"/>
                      </a:endParaRPr>
                    </a:p>
                  </a:txBody>
                  <a:tcPr marL="7625" marR="7625" marT="7625" marB="0" anchor="ctr"/>
                </a:tc>
                <a:tc>
                  <a:txBody>
                    <a:bodyPr/>
                    <a:lstStyle/>
                    <a:p>
                      <a:pPr marL="0" marR="0" lvl="0" indent="0" algn="ctr" rtl="0">
                        <a:lnSpc>
                          <a:spcPct val="100000"/>
                        </a:lnSpc>
                        <a:spcBef>
                          <a:spcPts val="0"/>
                        </a:spcBef>
                        <a:spcAft>
                          <a:spcPts val="0"/>
                        </a:spcAft>
                        <a:buClr>
                          <a:schemeClr val="dk1"/>
                        </a:buClr>
                        <a:buSzPts val="1600"/>
                        <a:buFont typeface="Bodoni"/>
                        <a:buNone/>
                      </a:pPr>
                      <a:r>
                        <a:rPr lang="en-US" sz="2100" b="1">
                          <a:solidFill>
                            <a:srgbClr val="414141"/>
                          </a:solidFill>
                          <a:latin typeface="Palatino"/>
                          <a:ea typeface="Palatino"/>
                          <a:cs typeface="Palatino"/>
                          <a:sym typeface="Palatino"/>
                        </a:rPr>
                        <a:t>Nom de la variable</a:t>
                      </a:r>
                      <a:endParaRPr sz="2100" b="1">
                        <a:solidFill>
                          <a:srgbClr val="414141"/>
                        </a:solidFill>
                        <a:latin typeface="Palatino"/>
                        <a:ea typeface="Palatino"/>
                        <a:cs typeface="Palatino"/>
                        <a:sym typeface="Palatino"/>
                      </a:endParaRPr>
                    </a:p>
                  </a:txBody>
                  <a:tcPr marL="7625" marR="7625" marT="7625" marB="0" anchor="ctr"/>
                </a:tc>
                <a:tc>
                  <a:txBody>
                    <a:bodyPr/>
                    <a:lstStyle/>
                    <a:p>
                      <a:pPr marL="0" marR="0" lvl="0" indent="0" algn="ctr" rtl="0">
                        <a:lnSpc>
                          <a:spcPct val="100000"/>
                        </a:lnSpc>
                        <a:spcBef>
                          <a:spcPts val="0"/>
                        </a:spcBef>
                        <a:spcAft>
                          <a:spcPts val="0"/>
                        </a:spcAft>
                        <a:buClr>
                          <a:schemeClr val="dk1"/>
                        </a:buClr>
                        <a:buSzPts val="1600"/>
                        <a:buFont typeface="Bodoni"/>
                        <a:buNone/>
                      </a:pPr>
                      <a:r>
                        <a:rPr lang="en-US" sz="2100" b="1">
                          <a:solidFill>
                            <a:srgbClr val="414141"/>
                          </a:solidFill>
                          <a:latin typeface="Palatino"/>
                          <a:ea typeface="Palatino"/>
                          <a:cs typeface="Palatino"/>
                          <a:sym typeface="Palatino"/>
                        </a:rPr>
                        <a:t>Description générale</a:t>
                      </a:r>
                      <a:endParaRPr sz="2100" b="1">
                        <a:solidFill>
                          <a:srgbClr val="414141"/>
                        </a:solidFill>
                        <a:latin typeface="Palatino"/>
                        <a:ea typeface="Palatino"/>
                        <a:cs typeface="Palatino"/>
                        <a:sym typeface="Palatino"/>
                      </a:endParaRPr>
                    </a:p>
                  </a:txBody>
                  <a:tcPr marL="7625" marR="7625" marT="7625" marB="0" anchor="ctr"/>
                </a:tc>
              </a:tr>
              <a:tr h="1470675">
                <a:tc>
                  <a:txBody>
                    <a:bodyPr/>
                    <a:lstStyle/>
                    <a:p>
                      <a:pPr marL="0" marR="0" lvl="0" indent="0" algn="l" rtl="0">
                        <a:lnSpc>
                          <a:spcPct val="100000"/>
                        </a:lnSpc>
                        <a:spcBef>
                          <a:spcPts val="0"/>
                        </a:spcBef>
                        <a:spcAft>
                          <a:spcPts val="0"/>
                        </a:spcAft>
                        <a:buClr>
                          <a:schemeClr val="dk1"/>
                        </a:buClr>
                        <a:buSzPts val="1000"/>
                        <a:buFont typeface="Bodoni"/>
                        <a:buNone/>
                      </a:pPr>
                      <a:r>
                        <a:rPr lang="en-US" sz="2100">
                          <a:solidFill>
                            <a:srgbClr val="414141"/>
                          </a:solidFill>
                          <a:latin typeface="Palatino"/>
                          <a:ea typeface="Palatino"/>
                          <a:cs typeface="Palatino"/>
                          <a:sym typeface="Palatino"/>
                        </a:rPr>
                        <a:t>8BE4DF61-93CA-11D2-AA0D-00E098032B8C (Efi)</a:t>
                      </a:r>
                      <a:endParaRPr sz="2100">
                        <a:solidFill>
                          <a:srgbClr val="414141"/>
                        </a:solidFill>
                        <a:latin typeface="Palatino"/>
                        <a:ea typeface="Palatino"/>
                        <a:cs typeface="Palatino"/>
                        <a:sym typeface="Palatino"/>
                      </a:endParaRPr>
                    </a:p>
                  </a:txBody>
                  <a:tcPr marL="7625" marR="7625" marT="7625" marB="0" anchor="ctr"/>
                </a:tc>
                <a:tc>
                  <a:txBody>
                    <a:bodyPr/>
                    <a:lstStyle/>
                    <a:p>
                      <a:pPr marL="0" marR="0" lvl="0" indent="0" algn="l" rtl="0">
                        <a:lnSpc>
                          <a:spcPct val="100000"/>
                        </a:lnSpc>
                        <a:spcBef>
                          <a:spcPts val="0"/>
                        </a:spcBef>
                        <a:spcAft>
                          <a:spcPts val="0"/>
                        </a:spcAft>
                        <a:buClr>
                          <a:schemeClr val="dk1"/>
                        </a:buClr>
                        <a:buSzPts val="1000"/>
                        <a:buFont typeface="Bodoni"/>
                        <a:buNone/>
                      </a:pPr>
                      <a:r>
                        <a:rPr lang="en-US" sz="2100">
                          <a:solidFill>
                            <a:srgbClr val="414141"/>
                          </a:solidFill>
                          <a:latin typeface="Palatino"/>
                          <a:ea typeface="Palatino"/>
                          <a:cs typeface="Palatino"/>
                          <a:sym typeface="Palatino"/>
                        </a:rPr>
                        <a:t>BootOrder</a:t>
                      </a:r>
                      <a:endParaRPr sz="2100">
                        <a:solidFill>
                          <a:srgbClr val="414141"/>
                        </a:solidFill>
                        <a:latin typeface="Palatino"/>
                        <a:ea typeface="Palatino"/>
                        <a:cs typeface="Palatino"/>
                        <a:sym typeface="Palatino"/>
                      </a:endParaRPr>
                    </a:p>
                  </a:txBody>
                  <a:tcPr marL="7625" marR="7625" marT="7625" marB="0" anchor="ctr"/>
                </a:tc>
                <a:tc>
                  <a:txBody>
                    <a:bodyPr/>
                    <a:lstStyle/>
                    <a:p>
                      <a:pPr marL="0" marR="0" lvl="0" indent="0" algn="l" rtl="0">
                        <a:lnSpc>
                          <a:spcPct val="100000"/>
                        </a:lnSpc>
                        <a:spcBef>
                          <a:spcPts val="0"/>
                        </a:spcBef>
                        <a:spcAft>
                          <a:spcPts val="0"/>
                        </a:spcAft>
                        <a:buClr>
                          <a:schemeClr val="dk1"/>
                        </a:buClr>
                        <a:buSzPts val="1000"/>
                        <a:buFont typeface="Bodoni"/>
                        <a:buNone/>
                      </a:pPr>
                      <a:r>
                        <a:rPr lang="en-US" sz="2100" dirty="0">
                          <a:solidFill>
                            <a:srgbClr val="414141"/>
                          </a:solidFill>
                          <a:latin typeface="Palatino"/>
                          <a:ea typeface="Palatino"/>
                          <a:cs typeface="Palatino"/>
                          <a:sym typeface="Palatino"/>
                        </a:rPr>
                        <a:t>Le </a:t>
                      </a:r>
                      <a:r>
                        <a:rPr lang="en-US" sz="2100" dirty="0" err="1">
                          <a:solidFill>
                            <a:srgbClr val="414141"/>
                          </a:solidFill>
                          <a:latin typeface="Palatino"/>
                          <a:ea typeface="Palatino"/>
                          <a:cs typeface="Palatino"/>
                          <a:sym typeface="Palatino"/>
                        </a:rPr>
                        <a:t>système</a:t>
                      </a:r>
                      <a:r>
                        <a:rPr lang="en-US" sz="2100" dirty="0">
                          <a:solidFill>
                            <a:srgbClr val="414141"/>
                          </a:solidFill>
                          <a:latin typeface="Palatino"/>
                          <a:ea typeface="Palatino"/>
                          <a:cs typeface="Palatino"/>
                          <a:sym typeface="Palatino"/>
                        </a:rPr>
                        <a:t> </a:t>
                      </a:r>
                      <a:r>
                        <a:rPr lang="en-US" sz="2100" dirty="0" err="1" smtClean="0">
                          <a:solidFill>
                            <a:srgbClr val="414141"/>
                          </a:solidFill>
                          <a:latin typeface="Palatino"/>
                          <a:ea typeface="Palatino"/>
                          <a:cs typeface="Palatino"/>
                          <a:sym typeface="Palatino"/>
                        </a:rPr>
                        <a:t>essaie</a:t>
                      </a:r>
                      <a:r>
                        <a:rPr lang="en-US" sz="2100" baseline="0" dirty="0" smtClean="0">
                          <a:solidFill>
                            <a:srgbClr val="414141"/>
                          </a:solidFill>
                          <a:latin typeface="Palatino"/>
                          <a:ea typeface="Palatino"/>
                          <a:cs typeface="Palatino"/>
                          <a:sym typeface="Palatino"/>
                        </a:rPr>
                        <a:t> </a:t>
                      </a:r>
                      <a:r>
                        <a:rPr lang="en-US" sz="2100" dirty="0" smtClean="0">
                          <a:solidFill>
                            <a:srgbClr val="414141"/>
                          </a:solidFill>
                          <a:latin typeface="Palatino"/>
                          <a:ea typeface="Palatino"/>
                          <a:cs typeface="Palatino"/>
                          <a:sym typeface="Palatino"/>
                        </a:rPr>
                        <a:t>de </a:t>
                      </a:r>
                      <a:r>
                        <a:rPr lang="en-US" sz="2100" dirty="0" err="1">
                          <a:solidFill>
                            <a:srgbClr val="414141"/>
                          </a:solidFill>
                          <a:latin typeface="Palatino"/>
                          <a:ea typeface="Palatino"/>
                          <a:cs typeface="Palatino"/>
                          <a:sym typeface="Palatino"/>
                        </a:rPr>
                        <a:t>démarrer</a:t>
                      </a:r>
                      <a:r>
                        <a:rPr lang="en-US" sz="2100" dirty="0">
                          <a:solidFill>
                            <a:srgbClr val="414141"/>
                          </a:solidFill>
                          <a:latin typeface="Palatino"/>
                          <a:ea typeface="Palatino"/>
                          <a:cs typeface="Palatino"/>
                          <a:sym typeface="Palatino"/>
                        </a:rPr>
                        <a:t> à </a:t>
                      </a:r>
                      <a:r>
                        <a:rPr lang="en-US" sz="2100" dirty="0" err="1">
                          <a:solidFill>
                            <a:srgbClr val="414141"/>
                          </a:solidFill>
                          <a:latin typeface="Palatino"/>
                          <a:ea typeface="Palatino"/>
                          <a:cs typeface="Palatino"/>
                          <a:sym typeface="Palatino"/>
                        </a:rPr>
                        <a:t>partir</a:t>
                      </a:r>
                      <a:r>
                        <a:rPr lang="en-US" sz="2100" dirty="0">
                          <a:solidFill>
                            <a:srgbClr val="414141"/>
                          </a:solidFill>
                          <a:latin typeface="Palatino"/>
                          <a:ea typeface="Palatino"/>
                          <a:cs typeface="Palatino"/>
                          <a:sym typeface="Palatino"/>
                        </a:rPr>
                        <a:t> de </a:t>
                      </a:r>
                      <a:r>
                        <a:rPr lang="en-US" sz="2100" dirty="0" err="1">
                          <a:solidFill>
                            <a:srgbClr val="414141"/>
                          </a:solidFill>
                          <a:latin typeface="Palatino"/>
                          <a:ea typeface="Palatino"/>
                          <a:cs typeface="Palatino"/>
                          <a:sym typeface="Palatino"/>
                        </a:rPr>
                        <a:t>chacun</a:t>
                      </a:r>
                      <a:r>
                        <a:rPr lang="en-US" sz="2100" dirty="0">
                          <a:solidFill>
                            <a:srgbClr val="414141"/>
                          </a:solidFill>
                          <a:latin typeface="Palatino"/>
                          <a:ea typeface="Palatino"/>
                          <a:cs typeface="Palatino"/>
                          <a:sym typeface="Palatino"/>
                        </a:rPr>
                        <a:t> </a:t>
                      </a:r>
                      <a:r>
                        <a:rPr lang="en-US" sz="2100" dirty="0" smtClean="0">
                          <a:solidFill>
                            <a:srgbClr val="414141"/>
                          </a:solidFill>
                          <a:latin typeface="Palatino"/>
                          <a:ea typeface="Palatino"/>
                          <a:cs typeface="Palatino"/>
                          <a:sym typeface="Palatino"/>
                        </a:rPr>
                        <a:t>des entrées </a:t>
                      </a:r>
                      <a:r>
                        <a:rPr lang="en-US" sz="2100" dirty="0">
                          <a:solidFill>
                            <a:srgbClr val="414141"/>
                          </a:solidFill>
                          <a:latin typeface="Palatino"/>
                          <a:ea typeface="Palatino"/>
                          <a:cs typeface="Palatino"/>
                          <a:sym typeface="Palatino"/>
                        </a:rPr>
                        <a:t>Boot#### </a:t>
                      </a:r>
                      <a:r>
                        <a:rPr lang="en-US" sz="2100" dirty="0" err="1">
                          <a:solidFill>
                            <a:srgbClr val="414141"/>
                          </a:solidFill>
                          <a:latin typeface="Palatino"/>
                          <a:ea typeface="Palatino"/>
                          <a:cs typeface="Palatino"/>
                          <a:sym typeface="Palatino"/>
                        </a:rPr>
                        <a:t>dans</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l’ordre</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dans</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lequel</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ils</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sont</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répertoriés</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dans</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cette</a:t>
                      </a:r>
                      <a:r>
                        <a:rPr lang="en-US" sz="2100" dirty="0">
                          <a:solidFill>
                            <a:srgbClr val="414141"/>
                          </a:solidFill>
                          <a:latin typeface="Palatino"/>
                          <a:ea typeface="Palatino"/>
                          <a:cs typeface="Palatino"/>
                          <a:sym typeface="Palatino"/>
                        </a:rPr>
                        <a:t> variable.  </a:t>
                      </a:r>
                      <a:endParaRPr sz="2100" dirty="0">
                        <a:solidFill>
                          <a:srgbClr val="414141"/>
                        </a:solidFill>
                        <a:latin typeface="Palatino"/>
                        <a:ea typeface="Palatino"/>
                        <a:cs typeface="Palatino"/>
                        <a:sym typeface="Palatino"/>
                      </a:endParaRPr>
                    </a:p>
                  </a:txBody>
                  <a:tcPr marL="7625" marR="7625" marT="7625" marB="0" anchor="ctr"/>
                </a:tc>
              </a:tr>
              <a:tr h="1470675">
                <a:tc>
                  <a:txBody>
                    <a:bodyPr/>
                    <a:lstStyle/>
                    <a:p>
                      <a:pPr marL="0" marR="0" lvl="0" indent="0" algn="l" rtl="0">
                        <a:lnSpc>
                          <a:spcPct val="100000"/>
                        </a:lnSpc>
                        <a:spcBef>
                          <a:spcPts val="0"/>
                        </a:spcBef>
                        <a:spcAft>
                          <a:spcPts val="0"/>
                        </a:spcAft>
                        <a:buClr>
                          <a:schemeClr val="dk1"/>
                        </a:buClr>
                        <a:buSzPts val="1000"/>
                        <a:buFont typeface="Bodoni"/>
                        <a:buNone/>
                      </a:pPr>
                      <a:r>
                        <a:rPr lang="en-US" sz="2100">
                          <a:solidFill>
                            <a:srgbClr val="414141"/>
                          </a:solidFill>
                          <a:latin typeface="Palatino"/>
                          <a:ea typeface="Palatino"/>
                          <a:cs typeface="Palatino"/>
                          <a:sym typeface="Palatino"/>
                        </a:rPr>
                        <a:t>8BE4DF61-93CA-11D2-AA0D-00E098032B8C (Efi)</a:t>
                      </a:r>
                      <a:endParaRPr sz="2100">
                        <a:solidFill>
                          <a:srgbClr val="414141"/>
                        </a:solidFill>
                        <a:latin typeface="Palatino"/>
                        <a:ea typeface="Palatino"/>
                        <a:cs typeface="Palatino"/>
                        <a:sym typeface="Palatino"/>
                      </a:endParaRPr>
                    </a:p>
                  </a:txBody>
                  <a:tcPr marL="7625" marR="7625" marT="7625" marB="0" anchor="ctr"/>
                </a:tc>
                <a:tc>
                  <a:txBody>
                    <a:bodyPr/>
                    <a:lstStyle/>
                    <a:p>
                      <a:pPr marL="0" marR="0" lvl="0" indent="0" algn="l" rtl="0">
                        <a:lnSpc>
                          <a:spcPct val="100000"/>
                        </a:lnSpc>
                        <a:spcBef>
                          <a:spcPts val="0"/>
                        </a:spcBef>
                        <a:spcAft>
                          <a:spcPts val="0"/>
                        </a:spcAft>
                        <a:buClr>
                          <a:schemeClr val="dk1"/>
                        </a:buClr>
                        <a:buSzPts val="1000"/>
                        <a:buFont typeface="Bodoni"/>
                        <a:buNone/>
                      </a:pPr>
                      <a:r>
                        <a:rPr lang="en-US" sz="2100">
                          <a:solidFill>
                            <a:srgbClr val="414141"/>
                          </a:solidFill>
                          <a:latin typeface="Palatino"/>
                          <a:ea typeface="Palatino"/>
                          <a:cs typeface="Palatino"/>
                          <a:sym typeface="Palatino"/>
                        </a:rPr>
                        <a:t>Boot####</a:t>
                      </a:r>
                      <a:endParaRPr sz="2100">
                        <a:solidFill>
                          <a:srgbClr val="414141"/>
                        </a:solidFill>
                        <a:latin typeface="Palatino"/>
                        <a:ea typeface="Palatino"/>
                        <a:cs typeface="Palatino"/>
                        <a:sym typeface="Palatino"/>
                      </a:endParaRPr>
                    </a:p>
                  </a:txBody>
                  <a:tcPr marL="7625" marR="7625" marT="7625" marB="0" anchor="ctr"/>
                </a:tc>
                <a:tc>
                  <a:txBody>
                    <a:bodyPr/>
                    <a:lstStyle/>
                    <a:p>
                      <a:pPr marL="0" marR="0" lvl="0" indent="0" algn="l" rtl="0">
                        <a:lnSpc>
                          <a:spcPct val="100000"/>
                        </a:lnSpc>
                        <a:spcBef>
                          <a:spcPts val="0"/>
                        </a:spcBef>
                        <a:spcAft>
                          <a:spcPts val="0"/>
                        </a:spcAft>
                        <a:buClr>
                          <a:schemeClr val="dk1"/>
                        </a:buClr>
                        <a:buSzPts val="1000"/>
                        <a:buFont typeface="Bodoni"/>
                        <a:buNone/>
                      </a:pPr>
                      <a:r>
                        <a:rPr lang="en-US" sz="2100" dirty="0" err="1" smtClean="0">
                          <a:solidFill>
                            <a:srgbClr val="414141"/>
                          </a:solidFill>
                          <a:latin typeface="Palatino"/>
                          <a:ea typeface="Palatino"/>
                          <a:cs typeface="Palatino"/>
                          <a:sym typeface="Palatino"/>
                        </a:rPr>
                        <a:t>Une</a:t>
                      </a:r>
                      <a:r>
                        <a:rPr lang="en-US" sz="2100" dirty="0" smtClean="0">
                          <a:solidFill>
                            <a:srgbClr val="414141"/>
                          </a:solidFill>
                          <a:latin typeface="Palatino"/>
                          <a:ea typeface="Palatino"/>
                          <a:cs typeface="Palatino"/>
                          <a:sym typeface="Palatino"/>
                        </a:rPr>
                        <a:t> entrée de</a:t>
                      </a:r>
                      <a:r>
                        <a:rPr lang="en-US" sz="2100" baseline="0" dirty="0" smtClean="0">
                          <a:solidFill>
                            <a:srgbClr val="414141"/>
                          </a:solidFill>
                          <a:latin typeface="Palatino"/>
                          <a:ea typeface="Palatino"/>
                          <a:cs typeface="Palatino"/>
                          <a:sym typeface="Palatino"/>
                        </a:rPr>
                        <a:t> </a:t>
                      </a:r>
                      <a:r>
                        <a:rPr lang="en-US" sz="2100" baseline="0" dirty="0" err="1" smtClean="0">
                          <a:solidFill>
                            <a:srgbClr val="414141"/>
                          </a:solidFill>
                          <a:latin typeface="Palatino"/>
                          <a:ea typeface="Palatino"/>
                          <a:cs typeface="Palatino"/>
                          <a:sym typeface="Palatino"/>
                        </a:rPr>
                        <a:t>démarrage</a:t>
                      </a:r>
                      <a:r>
                        <a:rPr lang="en-US" sz="2100" baseline="0" dirty="0" smtClean="0">
                          <a:solidFill>
                            <a:srgbClr val="414141"/>
                          </a:solidFill>
                          <a:latin typeface="Palatino"/>
                          <a:ea typeface="Palatino"/>
                          <a:cs typeface="Palatino"/>
                          <a:sym typeface="Palatino"/>
                        </a:rPr>
                        <a:t> </a:t>
                      </a:r>
                      <a:r>
                        <a:rPr lang="en-US" sz="2100" baseline="0" dirty="0" err="1" smtClean="0">
                          <a:solidFill>
                            <a:srgbClr val="414141"/>
                          </a:solidFill>
                          <a:latin typeface="Palatino"/>
                          <a:ea typeface="Palatino"/>
                          <a:cs typeface="Palatino"/>
                          <a:sym typeface="Palatino"/>
                        </a:rPr>
                        <a:t>particuliére</a:t>
                      </a:r>
                      <a:r>
                        <a:rPr lang="en-US" sz="2100" dirty="0" smtClean="0">
                          <a:solidFill>
                            <a:srgbClr val="414141"/>
                          </a:solidFill>
                          <a:latin typeface="Palatino"/>
                          <a:ea typeface="Palatino"/>
                          <a:cs typeface="Palatino"/>
                          <a:sym typeface="Palatino"/>
                        </a:rPr>
                        <a:t> </a:t>
                      </a:r>
                      <a:r>
                        <a:rPr lang="en-US" sz="2100" dirty="0">
                          <a:solidFill>
                            <a:srgbClr val="414141"/>
                          </a:solidFill>
                          <a:latin typeface="Palatino"/>
                          <a:ea typeface="Palatino"/>
                          <a:cs typeface="Palatino"/>
                          <a:sym typeface="Palatino"/>
                        </a:rPr>
                        <a:t>qui </a:t>
                      </a:r>
                      <a:r>
                        <a:rPr lang="en-US" sz="2100" dirty="0" err="1">
                          <a:solidFill>
                            <a:srgbClr val="414141"/>
                          </a:solidFill>
                          <a:latin typeface="Palatino"/>
                          <a:ea typeface="Palatino"/>
                          <a:cs typeface="Palatino"/>
                          <a:sym typeface="Palatino"/>
                        </a:rPr>
                        <a:t>peut</a:t>
                      </a:r>
                      <a:r>
                        <a:rPr lang="en-US" sz="2100" dirty="0">
                          <a:solidFill>
                            <a:srgbClr val="414141"/>
                          </a:solidFill>
                          <a:latin typeface="Palatino"/>
                          <a:ea typeface="Palatino"/>
                          <a:cs typeface="Palatino"/>
                          <a:sym typeface="Palatino"/>
                        </a:rPr>
                        <a:t> </a:t>
                      </a:r>
                      <a:r>
                        <a:rPr lang="en-US" sz="2100" dirty="0" err="1" smtClean="0">
                          <a:solidFill>
                            <a:srgbClr val="414141"/>
                          </a:solidFill>
                          <a:latin typeface="Palatino"/>
                          <a:ea typeface="Palatino"/>
                          <a:cs typeface="Palatino"/>
                          <a:sym typeface="Palatino"/>
                        </a:rPr>
                        <a:t>être</a:t>
                      </a:r>
                      <a:r>
                        <a:rPr lang="en-US" sz="2100" baseline="0" dirty="0">
                          <a:solidFill>
                            <a:srgbClr val="414141"/>
                          </a:solidFill>
                          <a:latin typeface="Palatino"/>
                          <a:ea typeface="Palatino"/>
                          <a:cs typeface="Palatino"/>
                          <a:sym typeface="Palatino"/>
                        </a:rPr>
                        <a:t> </a:t>
                      </a:r>
                      <a:r>
                        <a:rPr lang="en-US" sz="2100" baseline="0" dirty="0" err="1" smtClean="0">
                          <a:solidFill>
                            <a:srgbClr val="414141"/>
                          </a:solidFill>
                          <a:latin typeface="Palatino"/>
                          <a:ea typeface="Palatino"/>
                          <a:cs typeface="Palatino"/>
                          <a:sym typeface="Palatino"/>
                        </a:rPr>
                        <a:t>amorcée</a:t>
                      </a:r>
                      <a:r>
                        <a:rPr lang="en-US" sz="2100" dirty="0" smtClean="0">
                          <a:solidFill>
                            <a:srgbClr val="414141"/>
                          </a:solidFill>
                          <a:latin typeface="Palatino"/>
                          <a:ea typeface="Palatino"/>
                          <a:cs typeface="Palatino"/>
                          <a:sym typeface="Palatino"/>
                        </a:rPr>
                        <a:t>. </a:t>
                      </a:r>
                      <a:r>
                        <a:rPr lang="en-US" sz="2100" dirty="0">
                          <a:solidFill>
                            <a:srgbClr val="414141"/>
                          </a:solidFill>
                          <a:latin typeface="Palatino"/>
                          <a:ea typeface="Palatino"/>
                          <a:cs typeface="Palatino"/>
                          <a:sym typeface="Palatino"/>
                        </a:rPr>
                        <a:t/>
                      </a:r>
                      <a:br>
                        <a:rPr lang="en-US" sz="2100" dirty="0">
                          <a:solidFill>
                            <a:srgbClr val="414141"/>
                          </a:solidFill>
                          <a:latin typeface="Palatino"/>
                          <a:ea typeface="Palatino"/>
                          <a:cs typeface="Palatino"/>
                          <a:sym typeface="Palatino"/>
                        </a:rPr>
                      </a:b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est</a:t>
                      </a:r>
                      <a:r>
                        <a:rPr lang="en-US" sz="2100" dirty="0">
                          <a:solidFill>
                            <a:srgbClr val="414141"/>
                          </a:solidFill>
                          <a:latin typeface="Palatino"/>
                          <a:ea typeface="Palatino"/>
                          <a:cs typeface="Palatino"/>
                          <a:sym typeface="Palatino"/>
                        </a:rPr>
                        <a:t> un </a:t>
                      </a:r>
                      <a:r>
                        <a:rPr lang="en-US" sz="2100" dirty="0" err="1">
                          <a:solidFill>
                            <a:srgbClr val="414141"/>
                          </a:solidFill>
                          <a:latin typeface="Palatino"/>
                          <a:ea typeface="Palatino"/>
                          <a:cs typeface="Palatino"/>
                          <a:sym typeface="Palatino"/>
                        </a:rPr>
                        <a:t>nombre</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hexadécimal</a:t>
                      </a:r>
                      <a:r>
                        <a:rPr lang="en-US" sz="2100" dirty="0">
                          <a:solidFill>
                            <a:srgbClr val="414141"/>
                          </a:solidFill>
                          <a:latin typeface="Palatino"/>
                          <a:ea typeface="Palatino"/>
                          <a:cs typeface="Palatino"/>
                          <a:sym typeface="Palatino"/>
                        </a:rPr>
                        <a:t> à </a:t>
                      </a:r>
                      <a:r>
                        <a:rPr lang="en-US" sz="2100" dirty="0" err="1">
                          <a:solidFill>
                            <a:srgbClr val="414141"/>
                          </a:solidFill>
                          <a:latin typeface="Palatino"/>
                          <a:ea typeface="Palatino"/>
                          <a:cs typeface="Palatino"/>
                          <a:sym typeface="Palatino"/>
                        </a:rPr>
                        <a:t>quatre</a:t>
                      </a:r>
                      <a:r>
                        <a:rPr lang="en-US" sz="2100" dirty="0">
                          <a:solidFill>
                            <a:srgbClr val="414141"/>
                          </a:solidFill>
                          <a:latin typeface="Palatino"/>
                          <a:ea typeface="Palatino"/>
                          <a:cs typeface="Palatino"/>
                          <a:sym typeface="Palatino"/>
                        </a:rPr>
                        <a:t> </a:t>
                      </a:r>
                      <a:r>
                        <a:rPr lang="en-US" sz="2100" dirty="0" err="1">
                          <a:solidFill>
                            <a:srgbClr val="414141"/>
                          </a:solidFill>
                          <a:latin typeface="Palatino"/>
                          <a:ea typeface="Palatino"/>
                          <a:cs typeface="Palatino"/>
                          <a:sym typeface="Palatino"/>
                        </a:rPr>
                        <a:t>chiffres</a:t>
                      </a:r>
                      <a:r>
                        <a:rPr lang="en-US" sz="2100" dirty="0">
                          <a:solidFill>
                            <a:srgbClr val="414141"/>
                          </a:solidFill>
                          <a:latin typeface="Palatino"/>
                          <a:ea typeface="Palatino"/>
                          <a:cs typeface="Palatino"/>
                          <a:sym typeface="Palatino"/>
                        </a:rPr>
                        <a:t>.  </a:t>
                      </a:r>
                      <a:endParaRPr sz="2100" dirty="0">
                        <a:solidFill>
                          <a:srgbClr val="414141"/>
                        </a:solidFill>
                        <a:latin typeface="Palatino"/>
                        <a:ea typeface="Palatino"/>
                        <a:cs typeface="Palatino"/>
                        <a:sym typeface="Palatino"/>
                      </a:endParaRPr>
                    </a:p>
                  </a:txBody>
                  <a:tcPr marL="7625" marR="7625" marT="7625" marB="0" anchor="ctr"/>
                </a:tc>
              </a:tr>
            </a:tbl>
          </a:graphicData>
        </a:graphic>
      </p:graphicFrame>
      <p:sp>
        <p:nvSpPr>
          <p:cNvPr id="232" name="Google Shape;232;gff6332d0de_2_1"/>
          <p:cNvSpPr txBox="1"/>
          <p:nvPr/>
        </p:nvSpPr>
        <p:spPr>
          <a:xfrm>
            <a:off x="476250" y="1569900"/>
            <a:ext cx="11239500" cy="1385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600" dirty="0">
                <a:solidFill>
                  <a:schemeClr val="dk1"/>
                </a:solidFill>
                <a:latin typeface="Palatino"/>
                <a:ea typeface="Palatino"/>
                <a:cs typeface="Palatino"/>
                <a:sym typeface="Palatino"/>
              </a:rPr>
              <a:t>Les variables  NVRAM de type </a:t>
            </a:r>
            <a:r>
              <a:rPr lang="en-US" sz="2600" b="1" dirty="0">
                <a:solidFill>
                  <a:schemeClr val="dk1"/>
                </a:solidFill>
                <a:latin typeface="Palatino"/>
                <a:ea typeface="Palatino"/>
                <a:cs typeface="Palatino"/>
                <a:sym typeface="Palatino"/>
              </a:rPr>
              <a:t>EFI_LOAD_OPTION</a:t>
            </a:r>
            <a:r>
              <a:rPr lang="en-US" sz="2600" dirty="0">
                <a:solidFill>
                  <a:schemeClr val="dk1"/>
                </a:solidFill>
                <a:latin typeface="Palatino"/>
                <a:ea typeface="Palatino"/>
                <a:cs typeface="Palatino"/>
                <a:sym typeface="Palatino"/>
              </a:rPr>
              <a:t> </a:t>
            </a:r>
            <a:r>
              <a:rPr lang="en-US" sz="2600" dirty="0" err="1">
                <a:solidFill>
                  <a:schemeClr val="dk1"/>
                </a:solidFill>
                <a:latin typeface="Palatino"/>
                <a:ea typeface="Palatino"/>
                <a:cs typeface="Palatino"/>
                <a:sym typeface="Palatino"/>
              </a:rPr>
              <a:t>sont</a:t>
            </a:r>
            <a:r>
              <a:rPr lang="en-US" sz="2600" dirty="0">
                <a:solidFill>
                  <a:schemeClr val="dk1"/>
                </a:solidFill>
                <a:latin typeface="Palatino"/>
                <a:ea typeface="Palatino"/>
                <a:cs typeface="Palatino"/>
                <a:sym typeface="Palatino"/>
              </a:rPr>
              <a:t> </a:t>
            </a:r>
            <a:r>
              <a:rPr lang="en-US" sz="2600" dirty="0" err="1">
                <a:solidFill>
                  <a:schemeClr val="dk1"/>
                </a:solidFill>
                <a:latin typeface="Palatino"/>
                <a:ea typeface="Palatino"/>
                <a:cs typeface="Palatino"/>
                <a:sym typeface="Palatino"/>
              </a:rPr>
              <a:t>une</a:t>
            </a:r>
            <a:r>
              <a:rPr lang="en-US" sz="2600" dirty="0">
                <a:solidFill>
                  <a:schemeClr val="dk1"/>
                </a:solidFill>
                <a:latin typeface="Palatino"/>
                <a:ea typeface="Palatino"/>
                <a:cs typeface="Palatino"/>
                <a:sym typeface="Palatino"/>
              </a:rPr>
              <a:t> </a:t>
            </a:r>
            <a:r>
              <a:rPr lang="en-US" sz="2600" dirty="0" err="1">
                <a:solidFill>
                  <a:schemeClr val="dk1"/>
                </a:solidFill>
                <a:latin typeface="Palatino"/>
                <a:ea typeface="Palatino"/>
                <a:cs typeface="Palatino"/>
                <a:sym typeface="Palatino"/>
              </a:rPr>
              <a:t>combinaison</a:t>
            </a:r>
            <a:r>
              <a:rPr lang="en-US" sz="2600" dirty="0">
                <a:solidFill>
                  <a:schemeClr val="dk1"/>
                </a:solidFill>
                <a:latin typeface="Palatino"/>
                <a:ea typeface="Palatino"/>
                <a:cs typeface="Palatino"/>
                <a:sym typeface="Palatino"/>
              </a:rPr>
              <a:t> d'un GUID </a:t>
            </a:r>
            <a:r>
              <a:rPr lang="en-US" sz="2600" dirty="0" smtClean="0">
                <a:solidFill>
                  <a:schemeClr val="dk1"/>
                </a:solidFill>
                <a:latin typeface="Palatino"/>
                <a:ea typeface="Palatino"/>
                <a:cs typeface="Palatino"/>
                <a:sym typeface="Palatino"/>
              </a:rPr>
              <a:t>(Globally </a:t>
            </a:r>
            <a:r>
              <a:rPr lang="en-US" sz="2600" dirty="0">
                <a:solidFill>
                  <a:schemeClr val="dk1"/>
                </a:solidFill>
                <a:latin typeface="Palatino"/>
                <a:ea typeface="Palatino"/>
                <a:cs typeface="Palatino"/>
                <a:sym typeface="Palatino"/>
              </a:rPr>
              <a:t>Unique </a:t>
            </a:r>
            <a:r>
              <a:rPr lang="en-US" sz="2600" dirty="0" smtClean="0">
                <a:solidFill>
                  <a:schemeClr val="dk1"/>
                </a:solidFill>
                <a:latin typeface="Palatino"/>
                <a:ea typeface="Palatino"/>
                <a:cs typeface="Palatino"/>
                <a:sym typeface="Palatino"/>
              </a:rPr>
              <a:t>Identifier)</a:t>
            </a:r>
            <a:r>
              <a:rPr lang="en-US" sz="2600" dirty="0">
                <a:solidFill>
                  <a:schemeClr val="dk1"/>
                </a:solidFill>
                <a:latin typeface="Palatino"/>
                <a:ea typeface="Palatino"/>
                <a:cs typeface="Palatino"/>
                <a:sym typeface="Palatino"/>
              </a:rPr>
              <a:t> du </a:t>
            </a:r>
            <a:r>
              <a:rPr lang="en-US" sz="2600" dirty="0" err="1">
                <a:solidFill>
                  <a:schemeClr val="dk1"/>
                </a:solidFill>
                <a:latin typeface="Palatino"/>
                <a:ea typeface="Palatino"/>
                <a:cs typeface="Palatino"/>
                <a:sym typeface="Palatino"/>
              </a:rPr>
              <a:t>propriétaire</a:t>
            </a:r>
            <a:r>
              <a:rPr lang="en-US" sz="2600" dirty="0">
                <a:solidFill>
                  <a:schemeClr val="dk1"/>
                </a:solidFill>
                <a:latin typeface="Palatino"/>
                <a:ea typeface="Palatino"/>
                <a:cs typeface="Palatino"/>
                <a:sym typeface="Palatino"/>
              </a:rPr>
              <a:t> de la variable, d'un nom et </a:t>
            </a:r>
            <a:r>
              <a:rPr lang="en-US" sz="2600" dirty="0" err="1">
                <a:solidFill>
                  <a:schemeClr val="dk1"/>
                </a:solidFill>
                <a:latin typeface="Palatino"/>
                <a:ea typeface="Palatino"/>
                <a:cs typeface="Palatino"/>
                <a:sym typeface="Palatino"/>
              </a:rPr>
              <a:t>d'une</a:t>
            </a:r>
            <a:r>
              <a:rPr lang="en-US" sz="2600" dirty="0">
                <a:solidFill>
                  <a:schemeClr val="dk1"/>
                </a:solidFill>
                <a:latin typeface="Palatino"/>
                <a:ea typeface="Palatino"/>
                <a:cs typeface="Palatino"/>
                <a:sym typeface="Palatino"/>
              </a:rPr>
              <a:t> </a:t>
            </a:r>
            <a:r>
              <a:rPr lang="en-US" sz="2600" dirty="0" err="1">
                <a:solidFill>
                  <a:schemeClr val="dk1"/>
                </a:solidFill>
                <a:latin typeface="Palatino"/>
                <a:ea typeface="Palatino"/>
                <a:cs typeface="Palatino"/>
                <a:sym typeface="Palatino"/>
              </a:rPr>
              <a:t>valeur</a:t>
            </a:r>
            <a:r>
              <a:rPr lang="en-US" sz="2600" dirty="0">
                <a:solidFill>
                  <a:schemeClr val="dk1"/>
                </a:solidFill>
                <a:latin typeface="Palatino"/>
                <a:ea typeface="Palatino"/>
                <a:cs typeface="Palatino"/>
                <a:sym typeface="Palatino"/>
              </a:rPr>
              <a:t>. </a:t>
            </a:r>
            <a:endParaRPr sz="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3"/>
          <p:cNvSpPr txBox="1">
            <a:spLocks noGrp="1"/>
          </p:cNvSpPr>
          <p:nvPr>
            <p:ph type="title"/>
          </p:nvPr>
        </p:nvSpPr>
        <p:spPr>
          <a:xfrm>
            <a:off x="476250" y="133945"/>
            <a:ext cx="11239500" cy="85725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90000"/>
              </a:lnSpc>
              <a:spcBef>
                <a:spcPts val="0"/>
              </a:spcBef>
              <a:spcAft>
                <a:spcPts val="0"/>
              </a:spcAft>
              <a:buClr>
                <a:srgbClr val="D93E2B"/>
              </a:buClr>
              <a:buSzPct val="99553"/>
              <a:buFont typeface="Bodoni"/>
              <a:buNone/>
            </a:pPr>
            <a:r>
              <a:rPr lang="en-US"/>
              <a:t/>
            </a:r>
            <a:br>
              <a:rPr lang="en-US"/>
            </a:br>
            <a:r>
              <a:rPr lang="en-US"/>
              <a:t>Efibootmgr</a:t>
            </a:r>
            <a:endParaRPr/>
          </a:p>
        </p:txBody>
      </p:sp>
      <p:sp>
        <p:nvSpPr>
          <p:cNvPr id="245" name="Google Shape;245;p13"/>
          <p:cNvSpPr txBox="1">
            <a:spLocks noGrp="1"/>
          </p:cNvSpPr>
          <p:nvPr>
            <p:ph type="body" idx="1"/>
          </p:nvPr>
        </p:nvSpPr>
        <p:spPr>
          <a:xfrm>
            <a:off x="476250" y="1848445"/>
            <a:ext cx="11239500" cy="4286250"/>
          </a:xfrm>
          <a:prstGeom prst="rect">
            <a:avLst/>
          </a:prstGeom>
          <a:noFill/>
          <a:ln>
            <a:noFill/>
          </a:ln>
        </p:spPr>
        <p:txBody>
          <a:bodyPr spcFirstLastPara="1" wrap="square" lIns="50800" tIns="50800" rIns="50800" bIns="50800" anchor="ctr" anchorCtr="0">
            <a:normAutofit/>
          </a:bodyPr>
          <a:lstStyle/>
          <a:p>
            <a:pPr marL="0" lvl="0" indent="0" algn="l" rtl="0">
              <a:lnSpc>
                <a:spcPct val="100000"/>
              </a:lnSpc>
              <a:spcBef>
                <a:spcPts val="0"/>
              </a:spcBef>
              <a:spcAft>
                <a:spcPts val="0"/>
              </a:spcAft>
              <a:buSzPts val="1500"/>
              <a:buNone/>
            </a:pPr>
            <a:r>
              <a:rPr lang="en-US" dirty="0" err="1"/>
              <a:t>EFIBootmgr</a:t>
            </a:r>
            <a:r>
              <a:rPr lang="en-US" dirty="0"/>
              <a:t> </a:t>
            </a:r>
            <a:r>
              <a:rPr lang="en-US" dirty="0" err="1"/>
              <a:t>est</a:t>
            </a:r>
            <a:r>
              <a:rPr lang="en-US" dirty="0"/>
              <a:t> un </a:t>
            </a:r>
            <a:r>
              <a:rPr lang="en-US" dirty="0" err="1"/>
              <a:t>utilitaire</a:t>
            </a:r>
            <a:r>
              <a:rPr lang="en-US" dirty="0"/>
              <a:t> </a:t>
            </a:r>
            <a:r>
              <a:rPr lang="en-US" dirty="0" err="1"/>
              <a:t>utilisable</a:t>
            </a:r>
            <a:r>
              <a:rPr lang="en-US" dirty="0"/>
              <a:t> en </a:t>
            </a:r>
            <a:r>
              <a:rPr lang="en-US" dirty="0" err="1"/>
              <a:t>ligne</a:t>
            </a:r>
            <a:r>
              <a:rPr lang="en-US" dirty="0"/>
              <a:t> de </a:t>
            </a:r>
            <a:r>
              <a:rPr lang="en-US" dirty="0" err="1"/>
              <a:t>commande</a:t>
            </a:r>
            <a:r>
              <a:rPr lang="en-US" dirty="0"/>
              <a:t> </a:t>
            </a:r>
            <a:r>
              <a:rPr lang="en-US" dirty="0" err="1"/>
              <a:t>permettant</a:t>
            </a:r>
            <a:r>
              <a:rPr lang="en-US" dirty="0"/>
              <a:t> de </a:t>
            </a:r>
            <a:r>
              <a:rPr lang="en-US" dirty="0" err="1"/>
              <a:t>gérer</a:t>
            </a:r>
            <a:r>
              <a:rPr lang="en-US" dirty="0"/>
              <a:t> le </a:t>
            </a:r>
            <a:r>
              <a:rPr lang="en-US" dirty="0" err="1"/>
              <a:t>chargeur</a:t>
            </a:r>
            <a:r>
              <a:rPr lang="en-US" dirty="0"/>
              <a:t> de </a:t>
            </a:r>
            <a:r>
              <a:rPr lang="en-US" dirty="0" err="1"/>
              <a:t>démarrage</a:t>
            </a:r>
            <a:r>
              <a:rPr lang="en-US" dirty="0"/>
              <a:t> EFI, </a:t>
            </a:r>
            <a:r>
              <a:rPr lang="en-US" dirty="0" err="1"/>
              <a:t>il</a:t>
            </a:r>
            <a:r>
              <a:rPr lang="en-US" dirty="0"/>
              <a:t> </a:t>
            </a:r>
            <a:r>
              <a:rPr lang="en-US" dirty="0" err="1"/>
              <a:t>permet</a:t>
            </a:r>
            <a:r>
              <a:rPr lang="en-US" dirty="0"/>
              <a:t> de:</a:t>
            </a:r>
            <a:endParaRPr dirty="0"/>
          </a:p>
          <a:p>
            <a:pPr marL="330387" lvl="0" indent="-330387" algn="l" rtl="0">
              <a:lnSpc>
                <a:spcPct val="100000"/>
              </a:lnSpc>
              <a:spcBef>
                <a:spcPts val="1687"/>
              </a:spcBef>
              <a:spcAft>
                <a:spcPts val="0"/>
              </a:spcAft>
              <a:buSzPts val="1500"/>
              <a:buChar char="●"/>
            </a:pPr>
            <a:r>
              <a:rPr lang="en-US" dirty="0" err="1"/>
              <a:t>Répertorier</a:t>
            </a:r>
            <a:r>
              <a:rPr lang="en-US" dirty="0"/>
              <a:t> les entrées du gestionnaire de </a:t>
            </a:r>
            <a:r>
              <a:rPr lang="en-US" dirty="0" err="1"/>
              <a:t>démarrage</a:t>
            </a:r>
            <a:r>
              <a:rPr lang="en-US" dirty="0"/>
              <a:t> EFI</a:t>
            </a:r>
            <a:endParaRPr dirty="0"/>
          </a:p>
          <a:p>
            <a:pPr marL="330387" lvl="0" indent="-330387" algn="l" rtl="0">
              <a:lnSpc>
                <a:spcPct val="100000"/>
              </a:lnSpc>
              <a:spcBef>
                <a:spcPts val="1687"/>
              </a:spcBef>
              <a:spcAft>
                <a:spcPts val="0"/>
              </a:spcAft>
              <a:buSzPts val="1500"/>
              <a:buChar char="●"/>
            </a:pPr>
            <a:r>
              <a:rPr lang="en-US" dirty="0"/>
              <a:t>Changer </a:t>
            </a:r>
            <a:r>
              <a:rPr lang="en-US" dirty="0" err="1"/>
              <a:t>l'ordre</a:t>
            </a:r>
            <a:r>
              <a:rPr lang="en-US" dirty="0"/>
              <a:t> des entrées</a:t>
            </a:r>
            <a:endParaRPr dirty="0"/>
          </a:p>
          <a:p>
            <a:pPr marL="330387" lvl="0" indent="-330387" algn="l" rtl="0">
              <a:lnSpc>
                <a:spcPct val="100000"/>
              </a:lnSpc>
              <a:spcBef>
                <a:spcPts val="1687"/>
              </a:spcBef>
              <a:spcAft>
                <a:spcPts val="0"/>
              </a:spcAft>
              <a:buSzPts val="1500"/>
              <a:buChar char="●"/>
            </a:pPr>
            <a:r>
              <a:rPr lang="en-US" dirty="0" err="1"/>
              <a:t>Supprimer</a:t>
            </a:r>
            <a:r>
              <a:rPr lang="en-US" dirty="0"/>
              <a:t> </a:t>
            </a:r>
            <a:r>
              <a:rPr lang="en-US" dirty="0" err="1"/>
              <a:t>une</a:t>
            </a:r>
            <a:r>
              <a:rPr lang="en-US" dirty="0"/>
              <a:t> entrée de </a:t>
            </a:r>
            <a:r>
              <a:rPr lang="en-US" dirty="0" err="1"/>
              <a:t>démarrage</a:t>
            </a:r>
            <a:endParaRPr dirty="0"/>
          </a:p>
          <a:p>
            <a:pPr marL="330387" lvl="0" indent="-330387" algn="l" rtl="0">
              <a:lnSpc>
                <a:spcPct val="100000"/>
              </a:lnSpc>
              <a:spcBef>
                <a:spcPts val="1687"/>
              </a:spcBef>
              <a:spcAft>
                <a:spcPts val="0"/>
              </a:spcAft>
              <a:buSzPts val="1500"/>
              <a:buChar char="●"/>
            </a:pPr>
            <a:r>
              <a:rPr lang="en-US" dirty="0" err="1"/>
              <a:t>Créer</a:t>
            </a:r>
            <a:r>
              <a:rPr lang="en-US" dirty="0"/>
              <a:t> </a:t>
            </a:r>
            <a:r>
              <a:rPr lang="en-US" dirty="0" err="1"/>
              <a:t>une</a:t>
            </a:r>
            <a:r>
              <a:rPr lang="en-US" dirty="0"/>
              <a:t> entrée de </a:t>
            </a:r>
            <a:r>
              <a:rPr lang="en-US" dirty="0" err="1"/>
              <a:t>démarrage</a:t>
            </a:r>
            <a:endParaRPr dirty="0"/>
          </a:p>
          <a:p>
            <a:pPr marL="330387" lvl="0" indent="-330387" algn="l" rtl="0">
              <a:lnSpc>
                <a:spcPct val="100000"/>
              </a:lnSpc>
              <a:spcBef>
                <a:spcPts val="1687"/>
              </a:spcBef>
              <a:spcAft>
                <a:spcPts val="0"/>
              </a:spcAft>
              <a:buSzPts val="1500"/>
              <a:buChar char="●"/>
            </a:pPr>
            <a:r>
              <a:rPr lang="en-US" dirty="0" err="1"/>
              <a:t>Définir</a:t>
            </a:r>
            <a:r>
              <a:rPr lang="en-US" dirty="0"/>
              <a:t> </a:t>
            </a:r>
            <a:r>
              <a:rPr lang="en-US" dirty="0" err="1"/>
              <a:t>l'intervalle</a:t>
            </a:r>
            <a:r>
              <a:rPr lang="en-US" dirty="0"/>
              <a:t> de </a:t>
            </a:r>
            <a:r>
              <a:rPr lang="en-US" dirty="0" err="1"/>
              <a:t>temporisation</a:t>
            </a:r>
            <a:r>
              <a:rPr lang="en-US" dirty="0"/>
              <a:t> du gestionnaire de </a:t>
            </a:r>
            <a:r>
              <a:rPr lang="en-US" dirty="0" err="1"/>
              <a:t>démarrage</a:t>
            </a:r>
            <a:r>
              <a:rPr lang="en-US" dirty="0"/>
              <a:t> EFI</a:t>
            </a:r>
            <a:endParaRPr dirty="0"/>
          </a:p>
          <a:p>
            <a:pPr marL="330387" lvl="0" indent="-233955" algn="l" rtl="0">
              <a:lnSpc>
                <a:spcPct val="100000"/>
              </a:lnSpc>
              <a:spcBef>
                <a:spcPts val="1687"/>
              </a:spcBef>
              <a:spcAft>
                <a:spcPts val="0"/>
              </a:spcAft>
              <a:buSzPts val="1519"/>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4"/>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Efibootmgr</a:t>
            </a:r>
            <a:endParaRPr/>
          </a:p>
        </p:txBody>
      </p:sp>
      <p:sp>
        <p:nvSpPr>
          <p:cNvPr id="252" name="Google Shape;252;p14"/>
          <p:cNvSpPr/>
          <p:nvPr/>
        </p:nvSpPr>
        <p:spPr>
          <a:xfrm>
            <a:off x="496000" y="4898400"/>
            <a:ext cx="10988700" cy="227327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531" b="1" dirty="0" err="1">
                <a:solidFill>
                  <a:srgbClr val="414141"/>
                </a:solidFill>
                <a:latin typeface="Palatino"/>
                <a:ea typeface="Palatino"/>
                <a:cs typeface="Palatino"/>
                <a:sym typeface="Palatino"/>
              </a:rPr>
              <a:t>BootCurrent</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indique</a:t>
            </a:r>
            <a:r>
              <a:rPr lang="en-US" sz="2531" dirty="0">
                <a:solidFill>
                  <a:srgbClr val="414141"/>
                </a:solidFill>
                <a:latin typeface="Palatino"/>
                <a:ea typeface="Palatino"/>
                <a:cs typeface="Palatino"/>
                <a:sym typeface="Palatino"/>
              </a:rPr>
              <a:t> </a:t>
            </a:r>
            <a:r>
              <a:rPr lang="en-US" sz="2531" dirty="0">
                <a:solidFill>
                  <a:srgbClr val="414141"/>
                </a:solidFill>
                <a:latin typeface="Palatino"/>
                <a:ea typeface="Palatino"/>
                <a:cs typeface="Palatino"/>
                <a:sym typeface="Palatino"/>
              </a:rPr>
              <a:t> </a:t>
            </a:r>
            <a:r>
              <a:rPr lang="en-US" sz="2531" dirty="0" err="1" smtClean="0">
                <a:solidFill>
                  <a:srgbClr val="414141"/>
                </a:solidFill>
                <a:latin typeface="Palatino"/>
                <a:ea typeface="Palatino"/>
                <a:cs typeface="Palatino"/>
                <a:sym typeface="Palatino"/>
              </a:rPr>
              <a:t>l’entrée</a:t>
            </a:r>
            <a:r>
              <a:rPr lang="en-US" sz="2531" dirty="0" smtClean="0">
                <a:solidFill>
                  <a:srgbClr val="414141"/>
                </a:solidFill>
                <a:latin typeface="Palatino"/>
                <a:ea typeface="Palatino"/>
                <a:cs typeface="Palatino"/>
                <a:sym typeface="Palatino"/>
              </a:rPr>
              <a:t> de </a:t>
            </a:r>
            <a:r>
              <a:rPr lang="en-US" sz="2531" dirty="0" err="1" smtClean="0">
                <a:solidFill>
                  <a:srgbClr val="414141"/>
                </a:solidFill>
                <a:latin typeface="Palatino"/>
                <a:ea typeface="Palatino"/>
                <a:cs typeface="Palatino"/>
                <a:sym typeface="Palatino"/>
              </a:rPr>
              <a:t>démarrage</a:t>
            </a:r>
            <a:r>
              <a:rPr lang="en-US" sz="2531" dirty="0" smtClean="0">
                <a:solidFill>
                  <a:srgbClr val="414141"/>
                </a:solidFill>
                <a:latin typeface="Palatino"/>
                <a:ea typeface="Palatino"/>
                <a:cs typeface="Palatino"/>
                <a:sym typeface="Palatino"/>
              </a:rPr>
              <a:t> </a:t>
            </a:r>
            <a:r>
              <a:rPr lang="en-US" sz="2531" dirty="0" err="1" smtClean="0">
                <a:solidFill>
                  <a:srgbClr val="414141"/>
                </a:solidFill>
                <a:latin typeface="Palatino"/>
                <a:ea typeface="Palatino"/>
                <a:cs typeface="Palatino"/>
                <a:sym typeface="Palatino"/>
              </a:rPr>
              <a:t>utilisée</a:t>
            </a:r>
            <a:r>
              <a:rPr lang="en-US" sz="2531" dirty="0" smtClean="0">
                <a:solidFill>
                  <a:srgbClr val="414141"/>
                </a:solidFill>
                <a:latin typeface="Palatino"/>
                <a:ea typeface="Palatino"/>
                <a:cs typeface="Palatino"/>
                <a:sym typeface="Palatino"/>
              </a:rPr>
              <a:t> pour </a:t>
            </a:r>
            <a:r>
              <a:rPr lang="en-US" sz="2531" dirty="0" err="1" smtClean="0">
                <a:solidFill>
                  <a:srgbClr val="414141"/>
                </a:solidFill>
                <a:latin typeface="Palatino"/>
                <a:ea typeface="Palatino"/>
                <a:cs typeface="Palatino"/>
                <a:sym typeface="Palatino"/>
              </a:rPr>
              <a:t>démarrer</a:t>
            </a:r>
            <a:r>
              <a:rPr lang="en-US" sz="2531" dirty="0" smtClean="0">
                <a:solidFill>
                  <a:srgbClr val="414141"/>
                </a:solidFill>
                <a:latin typeface="Palatino"/>
                <a:ea typeface="Palatino"/>
                <a:cs typeface="Palatino"/>
                <a:sym typeface="Palatino"/>
              </a:rPr>
              <a:t> le </a:t>
            </a:r>
            <a:r>
              <a:rPr lang="en-US" sz="2531" dirty="0" err="1" smtClean="0">
                <a:solidFill>
                  <a:srgbClr val="414141"/>
                </a:solidFill>
                <a:latin typeface="Palatino"/>
                <a:ea typeface="Palatino"/>
                <a:cs typeface="Palatino"/>
                <a:sym typeface="Palatino"/>
              </a:rPr>
              <a:t>system</a:t>
            </a:r>
            <a:r>
              <a:rPr lang="en-US" sz="2531" dirty="0" err="1">
                <a:solidFill>
                  <a:srgbClr val="414141"/>
                </a:solidFill>
                <a:latin typeface="Palatino"/>
                <a:ea typeface="Palatino"/>
                <a:cs typeface="Palatino"/>
                <a:sym typeface="Palatino"/>
              </a:rPr>
              <a:t>e</a:t>
            </a:r>
            <a:r>
              <a:rPr lang="en-US" sz="2531" dirty="0" smtClean="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Dans</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notre</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cas</a:t>
            </a:r>
            <a:r>
              <a:rPr lang="en-US" sz="2531" dirty="0">
                <a:solidFill>
                  <a:srgbClr val="414141"/>
                </a:solidFill>
                <a:latin typeface="Palatino"/>
                <a:ea typeface="Palatino"/>
                <a:cs typeface="Palatino"/>
                <a:sym typeface="Palatino"/>
              </a:rPr>
              <a:t>, 0004 (Ubuntu).</a:t>
            </a:r>
            <a:endParaRPr sz="2531" dirty="0">
              <a:solidFill>
                <a:srgbClr val="414141"/>
              </a:solidFill>
              <a:latin typeface="Palatino"/>
              <a:ea typeface="Palatino"/>
              <a:cs typeface="Palatino"/>
              <a:sym typeface="Palatino"/>
            </a:endParaRPr>
          </a:p>
          <a:p>
            <a:pPr marL="0" marR="0" lvl="0" indent="0" algn="l" rtl="0">
              <a:lnSpc>
                <a:spcPct val="115000"/>
              </a:lnSpc>
              <a:spcBef>
                <a:spcPts val="0"/>
              </a:spcBef>
              <a:spcAft>
                <a:spcPts val="0"/>
              </a:spcAft>
              <a:buNone/>
            </a:pPr>
            <a:r>
              <a:rPr lang="en-US" sz="2531" b="1" dirty="0">
                <a:solidFill>
                  <a:srgbClr val="414141"/>
                </a:solidFill>
                <a:latin typeface="Palatino"/>
                <a:ea typeface="Palatino"/>
                <a:cs typeface="Palatino"/>
                <a:sym typeface="Palatino"/>
              </a:rPr>
              <a:t>Timeout</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indique</a:t>
            </a:r>
            <a:r>
              <a:rPr lang="en-US" sz="2531" dirty="0">
                <a:solidFill>
                  <a:srgbClr val="414141"/>
                </a:solidFill>
                <a:latin typeface="Palatino"/>
                <a:ea typeface="Palatino"/>
                <a:cs typeface="Palatino"/>
                <a:sym typeface="Palatino"/>
              </a:rPr>
              <a:t> le temps </a:t>
            </a:r>
            <a:r>
              <a:rPr lang="en-US" sz="2531" dirty="0" err="1">
                <a:solidFill>
                  <a:srgbClr val="414141"/>
                </a:solidFill>
                <a:latin typeface="Palatino"/>
                <a:ea typeface="Palatino"/>
                <a:cs typeface="Palatino"/>
                <a:sym typeface="Palatino"/>
              </a:rPr>
              <a:t>avant</a:t>
            </a:r>
            <a:r>
              <a:rPr lang="en-US" sz="2531" dirty="0">
                <a:solidFill>
                  <a:srgbClr val="414141"/>
                </a:solidFill>
                <a:latin typeface="Palatino"/>
                <a:ea typeface="Palatino"/>
                <a:cs typeface="Palatino"/>
                <a:sym typeface="Palatino"/>
              </a:rPr>
              <a:t> </a:t>
            </a:r>
            <a:r>
              <a:rPr lang="en-US" sz="2531" dirty="0" err="1" smtClean="0">
                <a:solidFill>
                  <a:srgbClr val="414141"/>
                </a:solidFill>
                <a:latin typeface="Palatino"/>
                <a:ea typeface="Palatino"/>
                <a:cs typeface="Palatino"/>
                <a:sym typeface="Palatino"/>
              </a:rPr>
              <a:t>l’amorçage</a:t>
            </a:r>
            <a:r>
              <a:rPr lang="en-US" sz="2531" dirty="0">
                <a:solidFill>
                  <a:srgbClr val="414141"/>
                </a:solidFill>
                <a:latin typeface="Palatino"/>
                <a:ea typeface="Palatino"/>
                <a:cs typeface="Palatino"/>
                <a:sym typeface="Palatino"/>
              </a:rPr>
              <a:t>. 2 </a:t>
            </a:r>
            <a:r>
              <a:rPr lang="en-US" sz="2531" dirty="0" err="1">
                <a:solidFill>
                  <a:srgbClr val="414141"/>
                </a:solidFill>
                <a:latin typeface="Palatino"/>
                <a:ea typeface="Palatino"/>
                <a:cs typeface="Palatino"/>
                <a:sym typeface="Palatino"/>
              </a:rPr>
              <a:t>secondes</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dans</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notre</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cas</a:t>
            </a:r>
            <a:r>
              <a:rPr lang="en-US" sz="2531" dirty="0">
                <a:solidFill>
                  <a:srgbClr val="414141"/>
                </a:solidFill>
                <a:latin typeface="Palatino"/>
                <a:ea typeface="Palatino"/>
                <a:cs typeface="Palatino"/>
                <a:sym typeface="Palatino"/>
              </a:rPr>
              <a:t>.</a:t>
            </a:r>
            <a:endParaRPr sz="2531" dirty="0">
              <a:solidFill>
                <a:srgbClr val="414141"/>
              </a:solidFill>
              <a:latin typeface="Palatino"/>
              <a:ea typeface="Palatino"/>
              <a:cs typeface="Palatino"/>
              <a:sym typeface="Palatino"/>
            </a:endParaRPr>
          </a:p>
          <a:p>
            <a:pPr marL="0" marR="0" lvl="0" indent="0" algn="l" rtl="0">
              <a:lnSpc>
                <a:spcPct val="115000"/>
              </a:lnSpc>
              <a:spcBef>
                <a:spcPts val="0"/>
              </a:spcBef>
              <a:spcAft>
                <a:spcPts val="0"/>
              </a:spcAft>
              <a:buNone/>
            </a:pPr>
            <a:r>
              <a:rPr lang="en-US" sz="2531" b="1" dirty="0" err="1">
                <a:solidFill>
                  <a:srgbClr val="414141"/>
                </a:solidFill>
                <a:latin typeface="Palatino"/>
                <a:ea typeface="Palatino"/>
                <a:cs typeface="Palatino"/>
                <a:sym typeface="Palatino"/>
              </a:rPr>
              <a:t>BootOrder</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indique</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l'ordre</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dans</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lequel</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sont</a:t>
            </a:r>
            <a:r>
              <a:rPr lang="en-US" sz="2531" dirty="0">
                <a:solidFill>
                  <a:srgbClr val="414141"/>
                </a:solidFill>
                <a:latin typeface="Palatino"/>
                <a:ea typeface="Palatino"/>
                <a:cs typeface="Palatino"/>
                <a:sym typeface="Palatino"/>
              </a:rPr>
              <a:t> </a:t>
            </a:r>
            <a:r>
              <a:rPr lang="en-US" sz="2531" dirty="0" err="1">
                <a:solidFill>
                  <a:srgbClr val="414141"/>
                </a:solidFill>
                <a:latin typeface="Palatino"/>
                <a:ea typeface="Palatino"/>
                <a:cs typeface="Palatino"/>
                <a:sym typeface="Palatino"/>
              </a:rPr>
              <a:t>amorcés</a:t>
            </a:r>
            <a:r>
              <a:rPr lang="en-US" sz="2531" dirty="0">
                <a:solidFill>
                  <a:srgbClr val="414141"/>
                </a:solidFill>
                <a:latin typeface="Palatino"/>
                <a:ea typeface="Palatino"/>
                <a:cs typeface="Palatino"/>
                <a:sym typeface="Palatino"/>
              </a:rPr>
              <a:t> les </a:t>
            </a:r>
            <a:r>
              <a:rPr lang="en-US" sz="2531" dirty="0" err="1">
                <a:solidFill>
                  <a:srgbClr val="414141"/>
                </a:solidFill>
                <a:latin typeface="Palatino"/>
                <a:ea typeface="Palatino"/>
                <a:cs typeface="Palatino"/>
                <a:sym typeface="Palatino"/>
              </a:rPr>
              <a:t>systèmes</a:t>
            </a:r>
            <a:r>
              <a:rPr lang="en-US" sz="2531" dirty="0">
                <a:solidFill>
                  <a:srgbClr val="414141"/>
                </a:solidFill>
                <a:latin typeface="Palatino"/>
                <a:ea typeface="Palatino"/>
                <a:cs typeface="Palatino"/>
                <a:sym typeface="Palatino"/>
              </a:rPr>
              <a:t> UEFI.</a:t>
            </a:r>
            <a:endParaRPr sz="2531" dirty="0">
              <a:solidFill>
                <a:srgbClr val="414141"/>
              </a:solidFill>
              <a:latin typeface="Palatino"/>
              <a:ea typeface="Palatino"/>
              <a:cs typeface="Palatino"/>
              <a:sym typeface="Palatino"/>
            </a:endParaRPr>
          </a:p>
          <a:p>
            <a:pPr marL="0" marR="0" lvl="0" indent="0" algn="l" rtl="0">
              <a:spcBef>
                <a:spcPts val="0"/>
              </a:spcBef>
              <a:spcAft>
                <a:spcPts val="0"/>
              </a:spcAft>
              <a:buNone/>
            </a:pPr>
            <a:r>
              <a:rPr lang="en-US" sz="2531" dirty="0">
                <a:solidFill>
                  <a:srgbClr val="414141"/>
                </a:solidFill>
                <a:latin typeface="Palatino"/>
                <a:ea typeface="Palatino"/>
                <a:cs typeface="Palatino"/>
                <a:sym typeface="Palatino"/>
              </a:rPr>
              <a:t> </a:t>
            </a:r>
            <a:endParaRPr sz="2531" dirty="0">
              <a:solidFill>
                <a:srgbClr val="414141"/>
              </a:solidFill>
              <a:latin typeface="Palatino"/>
              <a:ea typeface="Palatino"/>
              <a:cs typeface="Palatino"/>
              <a:sym typeface="Palatino"/>
            </a:endParaRPr>
          </a:p>
        </p:txBody>
      </p:sp>
      <p:sp>
        <p:nvSpPr>
          <p:cNvPr id="253" name="Google Shape;253;p14"/>
          <p:cNvSpPr txBox="1"/>
          <p:nvPr/>
        </p:nvSpPr>
        <p:spPr>
          <a:xfrm>
            <a:off x="496002" y="1661149"/>
            <a:ext cx="11219700" cy="492300"/>
          </a:xfrm>
          <a:prstGeom prst="rect">
            <a:avLst/>
          </a:prstGeom>
          <a:noFill/>
          <a:ln>
            <a:noFill/>
          </a:ln>
        </p:spPr>
        <p:txBody>
          <a:bodyPr spcFirstLastPara="1" wrap="square" lIns="50800" tIns="50800" rIns="50800" bIns="50800" anchor="ctr" anchorCtr="0">
            <a:spAutoFit/>
          </a:bodyPr>
          <a:lstStyle/>
          <a:p>
            <a:pPr marL="0" marR="0" lvl="0" indent="0" algn="l" rtl="0">
              <a:spcBef>
                <a:spcPts val="0"/>
              </a:spcBef>
              <a:spcAft>
                <a:spcPts val="0"/>
              </a:spcAft>
              <a:buNone/>
            </a:pPr>
            <a:r>
              <a:rPr lang="en-US" sz="2531">
                <a:solidFill>
                  <a:srgbClr val="414141"/>
                </a:solidFill>
                <a:latin typeface="Palatino"/>
                <a:ea typeface="Palatino"/>
                <a:cs typeface="Palatino"/>
                <a:sym typeface="Palatino"/>
              </a:rPr>
              <a:t> La commande efibootmgr –v permet de  changer  l'ordre de boot</a:t>
            </a:r>
            <a:endParaRPr sz="2531">
              <a:solidFill>
                <a:srgbClr val="414141"/>
              </a:solidFill>
              <a:latin typeface="Palatino"/>
              <a:ea typeface="Palatino"/>
              <a:cs typeface="Palatino"/>
              <a:sym typeface="Palatino"/>
            </a:endParaRPr>
          </a:p>
        </p:txBody>
      </p:sp>
      <p:pic>
        <p:nvPicPr>
          <p:cNvPr id="254" name="Google Shape;254;p14"/>
          <p:cNvPicPr preferRelativeResize="0"/>
          <p:nvPr/>
        </p:nvPicPr>
        <p:blipFill>
          <a:blip r:embed="rId3">
            <a:alphaModFix/>
          </a:blip>
          <a:stretch>
            <a:fillRect/>
          </a:stretch>
        </p:blipFill>
        <p:spPr>
          <a:xfrm>
            <a:off x="895350" y="2423100"/>
            <a:ext cx="9764174" cy="220565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latin typeface="Arial Unicode MS" panose="020B0604020202020204" pitchFamily="34" charset="-128"/>
                <a:ea typeface="Arial Unicode MS" panose="020B0604020202020204" pitchFamily="34" charset="-128"/>
                <a:cs typeface="Arial Unicode MS" panose="020B0604020202020204" pitchFamily="34" charset="-128"/>
              </a:rPr>
              <a:t>Structure GPT</a:t>
            </a:r>
          </a:p>
        </p:txBody>
      </p:sp>
      <p:pic>
        <p:nvPicPr>
          <p:cNvPr id="6" name="Image 5"/>
          <p:cNvPicPr>
            <a:picLocks noChangeAspect="1"/>
          </p:cNvPicPr>
          <p:nvPr/>
        </p:nvPicPr>
        <p:blipFill>
          <a:blip r:embed="rId2"/>
          <a:stretch>
            <a:fillRect/>
          </a:stretch>
        </p:blipFill>
        <p:spPr>
          <a:xfrm>
            <a:off x="1042987" y="2102762"/>
            <a:ext cx="10106025" cy="3777615"/>
          </a:xfrm>
          <a:prstGeom prst="rect">
            <a:avLst/>
          </a:prstGeom>
        </p:spPr>
      </p:pic>
      <p:sp>
        <p:nvSpPr>
          <p:cNvPr id="3" name="Espace réservé du texte 2"/>
          <p:cNvSpPr>
            <a:spLocks noGrp="1"/>
          </p:cNvSpPr>
          <p:nvPr>
            <p:ph type="body" idx="1"/>
          </p:nvPr>
        </p:nvSpPr>
        <p:spPr>
          <a:xfrm>
            <a:off x="476250" y="1767840"/>
            <a:ext cx="11239500" cy="4621172"/>
          </a:xfrm>
        </p:spPr>
        <p:txBody>
          <a:bodyPr/>
          <a:lstStyle/>
          <a:p>
            <a:endParaRPr lang="fr-FR" dirty="0">
              <a:latin typeface="Arial Narrow" panose="020B0606020202030204" pitchFamily="34" charset="0"/>
            </a:endParaRPr>
          </a:p>
        </p:txBody>
      </p:sp>
    </p:spTree>
    <p:extLst>
      <p:ext uri="{BB962C8B-B14F-4D97-AF65-F5344CB8AC3E}">
        <p14:creationId xmlns:p14="http://schemas.microsoft.com/office/powerpoint/2010/main" val="2500705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1"/>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smtClean="0"/>
              <a:t>Structure GPT</a:t>
            </a:r>
            <a:endParaRPr dirty="0"/>
          </a:p>
        </p:txBody>
      </p:sp>
      <p:sp>
        <p:nvSpPr>
          <p:cNvPr id="299" name="Google Shape;299;p21"/>
          <p:cNvSpPr txBox="1">
            <a:spLocks noGrp="1"/>
          </p:cNvSpPr>
          <p:nvPr>
            <p:ph type="body" idx="1"/>
          </p:nvPr>
        </p:nvSpPr>
        <p:spPr>
          <a:xfrm>
            <a:off x="636494" y="2176819"/>
            <a:ext cx="10919012" cy="4286251"/>
          </a:xfrm>
          <a:prstGeom prst="rect">
            <a:avLst/>
          </a:prstGeom>
          <a:noFill/>
          <a:ln>
            <a:noFill/>
          </a:ln>
        </p:spPr>
        <p:txBody>
          <a:bodyPr spcFirstLastPara="1" wrap="square" lIns="50800" tIns="50800" rIns="50800" bIns="50800" anchor="t" anchorCtr="0">
            <a:normAutofit/>
          </a:bodyPr>
          <a:lstStyle/>
          <a:p>
            <a:pPr marL="256967" lvl="0" indent="-256967" algn="just" rtl="0">
              <a:lnSpc>
                <a:spcPct val="120000"/>
              </a:lnSpc>
              <a:spcBef>
                <a:spcPts val="0"/>
              </a:spcBef>
              <a:spcAft>
                <a:spcPts val="0"/>
              </a:spcAft>
              <a:buSzPct val="66376"/>
              <a:buChar char="●"/>
            </a:pPr>
            <a:r>
              <a:rPr lang="en-US"/>
              <a:t>UEFI utilise un schéma de partitionnement en </a:t>
            </a:r>
            <a:r>
              <a:rPr lang="en-US" b="1">
                <a:solidFill>
                  <a:srgbClr val="FF2600"/>
                </a:solidFill>
              </a:rPr>
              <a:t>GPT « Globally Unique Identifier Partition Table »</a:t>
            </a:r>
            <a:r>
              <a:rPr lang="en-US"/>
              <a:t> au lieu du </a:t>
            </a:r>
            <a:r>
              <a:rPr lang="en-US" b="1"/>
              <a:t>MBR</a:t>
            </a:r>
            <a:r>
              <a:rPr lang="en-US"/>
              <a:t> utilisé par le BIOS. Ce qui permettra d’utiliser des disques système de plus de 9 Zettaoctets.</a:t>
            </a:r>
            <a:endParaRPr b="1"/>
          </a:p>
          <a:p>
            <a:pPr marL="256967" lvl="0" indent="-256967" algn="just" rtl="0">
              <a:lnSpc>
                <a:spcPct val="120000"/>
              </a:lnSpc>
              <a:spcBef>
                <a:spcPts val="1687"/>
              </a:spcBef>
              <a:spcAft>
                <a:spcPts val="0"/>
              </a:spcAft>
              <a:buSzPct val="66376"/>
              <a:buChar char="●"/>
            </a:pPr>
            <a:r>
              <a:rPr lang="en-US" b="1"/>
              <a:t>GPT </a:t>
            </a:r>
            <a:r>
              <a:rPr lang="en-US"/>
              <a:t>soit </a:t>
            </a:r>
            <a:r>
              <a:rPr lang="en-US" b="1"/>
              <a:t>G</a:t>
            </a:r>
            <a:r>
              <a:rPr lang="en-US"/>
              <a:t>lobally Unique Identifier </a:t>
            </a:r>
            <a:r>
              <a:rPr lang="en-US" b="1"/>
              <a:t>P</a:t>
            </a:r>
            <a:r>
              <a:rPr lang="en-US"/>
              <a:t>artition </a:t>
            </a:r>
            <a:r>
              <a:rPr lang="en-US" b="1"/>
              <a:t>T</a:t>
            </a:r>
            <a:r>
              <a:rPr lang="en-US"/>
              <a:t>able, est un standard pour décrire la table de partitionnement d'un disque dur. </a:t>
            </a:r>
            <a:endParaRPr/>
          </a:p>
          <a:p>
            <a:pPr marL="256967" lvl="0" indent="-256967" algn="just" rtl="0">
              <a:lnSpc>
                <a:spcPct val="120000"/>
              </a:lnSpc>
              <a:spcBef>
                <a:spcPts val="1687"/>
              </a:spcBef>
              <a:spcAft>
                <a:spcPts val="0"/>
              </a:spcAft>
              <a:buSzPct val="66376"/>
              <a:buChar char="●"/>
            </a:pPr>
            <a:r>
              <a:rPr lang="en-US"/>
              <a:t>GPT utilise l'adressage logique des blocs (</a:t>
            </a:r>
            <a:r>
              <a:rPr lang="en-US" b="1"/>
              <a:t>LBA</a:t>
            </a:r>
            <a:r>
              <a:rPr lang="en-US"/>
              <a:t>) et non l'adressage historique </a:t>
            </a:r>
            <a:r>
              <a:rPr lang="en-US" b="1"/>
              <a:t>CHS </a:t>
            </a:r>
            <a:r>
              <a:rPr lang="en-US"/>
              <a:t>(cylinder-head-sector). </a:t>
            </a:r>
            <a:endParaRPr/>
          </a:p>
        </p:txBody>
      </p:sp>
    </p:spTree>
    <p:extLst>
      <p:ext uri="{BB962C8B-B14F-4D97-AF65-F5344CB8AC3E}">
        <p14:creationId xmlns:p14="http://schemas.microsoft.com/office/powerpoint/2010/main" val="41927926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2"/>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99553"/>
              <a:buFont typeface="Bodoni"/>
              <a:buNone/>
            </a:pPr>
            <a:r>
              <a:rPr lang="en-US" dirty="0" smtClean="0"/>
              <a:t>Structure </a:t>
            </a:r>
            <a:r>
              <a:rPr lang="en-US" dirty="0"/>
              <a:t>du GPT</a:t>
            </a:r>
            <a:endParaRPr dirty="0"/>
          </a:p>
        </p:txBody>
      </p:sp>
      <p:sp>
        <p:nvSpPr>
          <p:cNvPr id="305" name="Google Shape;305;p22"/>
          <p:cNvSpPr txBox="1">
            <a:spLocks noGrp="1"/>
          </p:cNvSpPr>
          <p:nvPr>
            <p:ph type="body" idx="1"/>
          </p:nvPr>
        </p:nvSpPr>
        <p:spPr>
          <a:xfrm>
            <a:off x="311972" y="2100618"/>
            <a:ext cx="7399468" cy="4286251"/>
          </a:xfrm>
          <a:prstGeom prst="rect">
            <a:avLst/>
          </a:prstGeom>
          <a:noFill/>
          <a:ln>
            <a:noFill/>
          </a:ln>
        </p:spPr>
        <p:txBody>
          <a:bodyPr spcFirstLastPara="1" wrap="square" lIns="50800" tIns="50800" rIns="50800" bIns="50800" anchor="t" anchorCtr="0">
            <a:normAutofit/>
          </a:bodyPr>
          <a:lstStyle/>
          <a:p>
            <a:pPr marL="238979" lvl="0" indent="-238979" algn="just" rtl="0">
              <a:lnSpc>
                <a:spcPct val="120000"/>
              </a:lnSpc>
              <a:spcBef>
                <a:spcPts val="0"/>
              </a:spcBef>
              <a:spcAft>
                <a:spcPts val="0"/>
              </a:spcAft>
              <a:buSzPts val="1560"/>
              <a:buChar char="●"/>
            </a:pPr>
            <a:r>
              <a:rPr lang="en-US"/>
              <a:t>Sur un disque MBR, le MBR se trouve à l'adresse 0 (LBA). Dans les spécifications de GPT, à cette même adresse se trouve une structure qui </a:t>
            </a:r>
            <a:r>
              <a:rPr lang="en-US" b="1" u="sng"/>
              <a:t>protège les disques GPT</a:t>
            </a:r>
            <a:r>
              <a:rPr lang="en-US"/>
              <a:t> des écritures provenant d'utilitaires disques qui ne (re)connaissent pas les informations de GPT appelée </a:t>
            </a:r>
            <a:r>
              <a:rPr lang="en-US">
                <a:solidFill>
                  <a:srgbClr val="941100"/>
                </a:solidFill>
              </a:rPr>
              <a:t>MBR protecteur (protective MBR)</a:t>
            </a:r>
            <a:r>
              <a:rPr lang="en-US"/>
              <a:t>. </a:t>
            </a:r>
            <a:endParaRPr/>
          </a:p>
        </p:txBody>
      </p:sp>
      <p:pic>
        <p:nvPicPr>
          <p:cNvPr id="306" name="Google Shape;306;p22" descr="Image"/>
          <p:cNvPicPr preferRelativeResize="0"/>
          <p:nvPr/>
        </p:nvPicPr>
        <p:blipFill rotWithShape="1">
          <a:blip r:embed="rId3">
            <a:alphaModFix/>
          </a:blip>
          <a:srcRect l="5194" t="2216"/>
          <a:stretch/>
        </p:blipFill>
        <p:spPr>
          <a:xfrm>
            <a:off x="8001208" y="1681013"/>
            <a:ext cx="3878820" cy="5125460"/>
          </a:xfrm>
          <a:prstGeom prst="rect">
            <a:avLst/>
          </a:prstGeom>
          <a:noFill/>
          <a:ln>
            <a:noFill/>
          </a:ln>
        </p:spPr>
      </p:pic>
    </p:spTree>
    <p:extLst>
      <p:ext uri="{BB962C8B-B14F-4D97-AF65-F5344CB8AC3E}">
        <p14:creationId xmlns:p14="http://schemas.microsoft.com/office/powerpoint/2010/main" val="8543036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3"/>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99553"/>
              <a:buFont typeface="Bodoni"/>
              <a:buNone/>
            </a:pPr>
            <a:r>
              <a:rPr lang="en-US" dirty="0" smtClean="0"/>
              <a:t>Structure </a:t>
            </a:r>
            <a:r>
              <a:rPr lang="en-US" dirty="0"/>
              <a:t>du GPT</a:t>
            </a:r>
            <a:endParaRPr dirty="0"/>
          </a:p>
        </p:txBody>
      </p:sp>
      <p:sp>
        <p:nvSpPr>
          <p:cNvPr id="313" name="Google Shape;313;p23"/>
          <p:cNvSpPr txBox="1">
            <a:spLocks noGrp="1"/>
          </p:cNvSpPr>
          <p:nvPr>
            <p:ph type="body" idx="1"/>
          </p:nvPr>
        </p:nvSpPr>
        <p:spPr>
          <a:xfrm>
            <a:off x="666203" y="2053737"/>
            <a:ext cx="6689337" cy="4286251"/>
          </a:xfrm>
          <a:prstGeom prst="rect">
            <a:avLst/>
          </a:prstGeom>
          <a:noFill/>
          <a:ln>
            <a:noFill/>
          </a:ln>
        </p:spPr>
        <p:txBody>
          <a:bodyPr spcFirstLastPara="1" wrap="square" lIns="50800" tIns="50800" rIns="50800" bIns="50800" anchor="t" anchorCtr="0">
            <a:normAutofit fontScale="92500" lnSpcReduction="10000"/>
          </a:bodyPr>
          <a:lstStyle/>
          <a:p>
            <a:pPr marL="215851" lvl="0" indent="-215851" algn="just" rtl="0">
              <a:lnSpc>
                <a:spcPct val="120000"/>
              </a:lnSpc>
              <a:spcBef>
                <a:spcPts val="0"/>
              </a:spcBef>
              <a:spcAft>
                <a:spcPts val="0"/>
              </a:spcAft>
              <a:buSzPts val="1380"/>
              <a:buChar char="●"/>
            </a:pPr>
            <a:r>
              <a:rPr lang="en-US" b="1" dirty="0" err="1"/>
              <a:t>L'entête</a:t>
            </a:r>
            <a:r>
              <a:rPr lang="en-US" b="1" dirty="0"/>
              <a:t> de GPT</a:t>
            </a:r>
            <a:r>
              <a:rPr lang="en-US" dirty="0"/>
              <a:t> </a:t>
            </a:r>
            <a:r>
              <a:rPr lang="en-US" dirty="0" err="1"/>
              <a:t>définit</a:t>
            </a:r>
            <a:r>
              <a:rPr lang="en-US" dirty="0"/>
              <a:t> les blocs </a:t>
            </a:r>
            <a:r>
              <a:rPr lang="en-US" dirty="0" err="1"/>
              <a:t>utilisables</a:t>
            </a:r>
            <a:r>
              <a:rPr lang="en-US" dirty="0"/>
              <a:t> </a:t>
            </a:r>
            <a:r>
              <a:rPr lang="en-US" dirty="0" err="1"/>
              <a:t>sur</a:t>
            </a:r>
            <a:r>
              <a:rPr lang="en-US" dirty="0"/>
              <a:t> le </a:t>
            </a:r>
            <a:r>
              <a:rPr lang="en-US" dirty="0" err="1"/>
              <a:t>disque</a:t>
            </a:r>
            <a:r>
              <a:rPr lang="en-US" dirty="0"/>
              <a:t> </a:t>
            </a:r>
            <a:r>
              <a:rPr lang="en-US" dirty="0" err="1"/>
              <a:t>ainsi</a:t>
            </a:r>
            <a:r>
              <a:rPr lang="en-US" dirty="0"/>
              <a:t> </a:t>
            </a:r>
            <a:r>
              <a:rPr lang="en-US" dirty="0" err="1"/>
              <a:t>que</a:t>
            </a:r>
            <a:r>
              <a:rPr lang="en-US" dirty="0"/>
              <a:t> les </a:t>
            </a:r>
            <a:r>
              <a:rPr lang="en-US" b="1" dirty="0" err="1">
                <a:solidFill>
                  <a:srgbClr val="941100"/>
                </a:solidFill>
              </a:rPr>
              <a:t>nombres</a:t>
            </a:r>
            <a:r>
              <a:rPr lang="en-US" dirty="0"/>
              <a:t> et la </a:t>
            </a:r>
            <a:r>
              <a:rPr lang="en-US" b="1" dirty="0" err="1">
                <a:solidFill>
                  <a:srgbClr val="941100"/>
                </a:solidFill>
              </a:rPr>
              <a:t>taille</a:t>
            </a:r>
            <a:r>
              <a:rPr lang="en-US" dirty="0"/>
              <a:t> des </a:t>
            </a:r>
            <a:r>
              <a:rPr lang="en-US" dirty="0" err="1">
                <a:solidFill>
                  <a:srgbClr val="941100"/>
                </a:solidFill>
              </a:rPr>
              <a:t>descripteurs</a:t>
            </a:r>
            <a:r>
              <a:rPr lang="en-US" dirty="0">
                <a:solidFill>
                  <a:srgbClr val="941100"/>
                </a:solidFill>
              </a:rPr>
              <a:t> </a:t>
            </a:r>
            <a:r>
              <a:rPr lang="en-US" dirty="0"/>
              <a:t>de la table de </a:t>
            </a:r>
            <a:r>
              <a:rPr lang="en-US" dirty="0" err="1"/>
              <a:t>partitionnement</a:t>
            </a:r>
            <a:r>
              <a:rPr lang="en-US" dirty="0"/>
              <a:t>. </a:t>
            </a:r>
            <a:endParaRPr dirty="0"/>
          </a:p>
          <a:p>
            <a:pPr marL="215851" lvl="0" indent="-215851" algn="just" rtl="0">
              <a:lnSpc>
                <a:spcPct val="120000"/>
              </a:lnSpc>
              <a:spcBef>
                <a:spcPts val="1406"/>
              </a:spcBef>
              <a:spcAft>
                <a:spcPts val="0"/>
              </a:spcAft>
              <a:buSzPts val="1380"/>
              <a:buChar char="●"/>
            </a:pPr>
            <a:r>
              <a:rPr lang="en-US" b="1" dirty="0" err="1"/>
              <a:t>Descripteurs</a:t>
            </a:r>
            <a:r>
              <a:rPr lang="en-US" b="1" dirty="0"/>
              <a:t> de partitions (LBA 2 à 33 et -33 à -2)</a:t>
            </a:r>
            <a:r>
              <a:rPr lang="en-US" dirty="0"/>
              <a:t>: </a:t>
            </a:r>
            <a:r>
              <a:rPr lang="en-US" dirty="0" err="1" smtClean="0"/>
              <a:t>contiennent</a:t>
            </a:r>
            <a:r>
              <a:rPr lang="en-US" dirty="0" smtClean="0"/>
              <a:t> </a:t>
            </a:r>
            <a:r>
              <a:rPr lang="en-US" dirty="0" smtClean="0"/>
              <a:t>:</a:t>
            </a:r>
          </a:p>
          <a:p>
            <a:pPr marL="714375" lvl="0" indent="-357188" algn="just" rtl="0">
              <a:lnSpc>
                <a:spcPct val="120000"/>
              </a:lnSpc>
              <a:spcBef>
                <a:spcPts val="1406"/>
              </a:spcBef>
              <a:spcAft>
                <a:spcPts val="0"/>
              </a:spcAft>
              <a:buSzPts val="1380"/>
              <a:buFont typeface="Wingdings" panose="05000000000000000000" pitchFamily="2" charset="2"/>
              <a:buChar char="ü"/>
            </a:pPr>
            <a:r>
              <a:rPr lang="en-US" sz="2500" dirty="0"/>
              <a:t>Le</a:t>
            </a:r>
            <a:r>
              <a:rPr lang="en-US" dirty="0" smtClean="0"/>
              <a:t> </a:t>
            </a:r>
            <a:r>
              <a:rPr lang="en-US" b="1" dirty="0" smtClean="0">
                <a:solidFill>
                  <a:srgbClr val="941100"/>
                </a:solidFill>
              </a:rPr>
              <a:t>type </a:t>
            </a:r>
            <a:r>
              <a:rPr lang="en-US" sz="2500" dirty="0"/>
              <a:t>de la p</a:t>
            </a:r>
            <a:r>
              <a:rPr lang="en-US" sz="2500" dirty="0"/>
              <a:t>art</a:t>
            </a:r>
            <a:r>
              <a:rPr lang="en-US" sz="2500" dirty="0"/>
              <a:t>ition</a:t>
            </a:r>
            <a:r>
              <a:rPr lang="en-US" dirty="0" smtClean="0"/>
              <a:t>, </a:t>
            </a:r>
          </a:p>
          <a:p>
            <a:pPr marL="714375" lvl="0" indent="-357188" algn="just" rtl="0">
              <a:lnSpc>
                <a:spcPct val="120000"/>
              </a:lnSpc>
              <a:spcBef>
                <a:spcPts val="1406"/>
              </a:spcBef>
              <a:spcAft>
                <a:spcPts val="0"/>
              </a:spcAft>
              <a:buSzPts val="1380"/>
              <a:buFont typeface="Wingdings" panose="05000000000000000000" pitchFamily="2" charset="2"/>
              <a:buChar char="ü"/>
            </a:pPr>
            <a:r>
              <a:rPr lang="en-US" b="1" dirty="0" smtClean="0">
                <a:solidFill>
                  <a:srgbClr val="941100"/>
                </a:solidFill>
              </a:rPr>
              <a:t>GUID: Globally Unique ID</a:t>
            </a:r>
            <a:endParaRPr lang="en-US" dirty="0" smtClean="0"/>
          </a:p>
          <a:p>
            <a:pPr marL="714375" lvl="0" indent="-357188" algn="just" rtl="0">
              <a:lnSpc>
                <a:spcPct val="120000"/>
              </a:lnSpc>
              <a:spcBef>
                <a:spcPts val="1406"/>
              </a:spcBef>
              <a:spcAft>
                <a:spcPts val="0"/>
              </a:spcAft>
              <a:buSzPts val="1380"/>
              <a:buFont typeface="Wingdings" panose="05000000000000000000" pitchFamily="2" charset="2"/>
              <a:buChar char="ü"/>
            </a:pPr>
            <a:r>
              <a:rPr lang="en-US" dirty="0"/>
              <a:t>L</a:t>
            </a:r>
            <a:r>
              <a:rPr lang="en-US" dirty="0" smtClean="0"/>
              <a:t>es </a:t>
            </a:r>
            <a:r>
              <a:rPr lang="en-US" b="1" dirty="0" err="1">
                <a:solidFill>
                  <a:srgbClr val="941100"/>
                </a:solidFill>
              </a:rPr>
              <a:t>adresses</a:t>
            </a:r>
            <a:r>
              <a:rPr lang="en-US" b="1" dirty="0">
                <a:solidFill>
                  <a:srgbClr val="941100"/>
                </a:solidFill>
              </a:rPr>
              <a:t> de début et de fin </a:t>
            </a:r>
            <a:r>
              <a:rPr lang="en-US" sz="2351" dirty="0"/>
              <a:t>de la partition</a:t>
            </a:r>
            <a:r>
              <a:rPr lang="en-US" sz="2351" dirty="0" smtClean="0"/>
              <a:t>.</a:t>
            </a:r>
            <a:endParaRPr lang="en-US" sz="2351" dirty="0">
              <a:solidFill>
                <a:srgbClr val="FF0000"/>
              </a:solidFill>
            </a:endParaRPr>
          </a:p>
          <a:p>
            <a:pPr marL="215851" lvl="0" indent="-215851" algn="just" rtl="0">
              <a:lnSpc>
                <a:spcPct val="120000"/>
              </a:lnSpc>
              <a:spcBef>
                <a:spcPts val="1406"/>
              </a:spcBef>
              <a:spcAft>
                <a:spcPts val="0"/>
              </a:spcAft>
              <a:buSzPts val="1380"/>
              <a:buChar char="●"/>
            </a:pPr>
            <a:endParaRPr dirty="0"/>
          </a:p>
        </p:txBody>
      </p:sp>
      <p:pic>
        <p:nvPicPr>
          <p:cNvPr id="314" name="Google Shape;314;p23" descr="Image"/>
          <p:cNvPicPr preferRelativeResize="0"/>
          <p:nvPr/>
        </p:nvPicPr>
        <p:blipFill rotWithShape="1">
          <a:blip r:embed="rId3">
            <a:alphaModFix/>
          </a:blip>
          <a:srcRect l="5194" t="2216"/>
          <a:stretch/>
        </p:blipFill>
        <p:spPr>
          <a:xfrm>
            <a:off x="7732835" y="1634133"/>
            <a:ext cx="3878819" cy="5125460"/>
          </a:xfrm>
          <a:prstGeom prst="rect">
            <a:avLst/>
          </a:prstGeom>
          <a:noFill/>
          <a:ln>
            <a:noFill/>
          </a:ln>
        </p:spPr>
      </p:pic>
    </p:spTree>
    <p:extLst>
      <p:ext uri="{BB962C8B-B14F-4D97-AF65-F5344CB8AC3E}">
        <p14:creationId xmlns:p14="http://schemas.microsoft.com/office/powerpoint/2010/main" val="23764280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7"/>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99553"/>
              <a:buFont typeface="Bodoni"/>
              <a:buNone/>
            </a:pPr>
            <a:r>
              <a:rPr lang="en-US" b="1" dirty="0" smtClean="0"/>
              <a:t>E</a:t>
            </a:r>
            <a:r>
              <a:rPr lang="en-US" dirty="0" smtClean="0"/>
              <a:t>FI </a:t>
            </a:r>
            <a:r>
              <a:rPr lang="en-US" b="1" dirty="0"/>
              <a:t>S</a:t>
            </a:r>
            <a:r>
              <a:rPr lang="en-US" dirty="0"/>
              <a:t>ystem </a:t>
            </a:r>
            <a:r>
              <a:rPr lang="en-US" b="1" dirty="0" smtClean="0"/>
              <a:t>P</a:t>
            </a:r>
            <a:r>
              <a:rPr lang="en-US" dirty="0" smtClean="0"/>
              <a:t>artition (ESP)</a:t>
            </a:r>
            <a:endParaRPr dirty="0"/>
          </a:p>
        </p:txBody>
      </p:sp>
      <p:sp>
        <p:nvSpPr>
          <p:cNvPr id="276" name="Google Shape;276;p17"/>
          <p:cNvSpPr txBox="1">
            <a:spLocks noGrp="1"/>
          </p:cNvSpPr>
          <p:nvPr>
            <p:ph type="body" idx="1"/>
          </p:nvPr>
        </p:nvSpPr>
        <p:spPr>
          <a:xfrm>
            <a:off x="476250" y="1785444"/>
            <a:ext cx="11239500" cy="4040250"/>
          </a:xfrm>
          <a:prstGeom prst="rect">
            <a:avLst/>
          </a:prstGeom>
          <a:noFill/>
          <a:ln>
            <a:noFill/>
          </a:ln>
        </p:spPr>
        <p:txBody>
          <a:bodyPr spcFirstLastPara="1" wrap="square" lIns="50800" tIns="50800" rIns="50800" bIns="50800" anchor="ctr" anchorCtr="0">
            <a:normAutofit fontScale="85000" lnSpcReduction="20000"/>
          </a:bodyPr>
          <a:lstStyle/>
          <a:p>
            <a:pPr marL="0" lvl="1" indent="0" algn="l" rtl="0">
              <a:lnSpc>
                <a:spcPct val="100000"/>
              </a:lnSpc>
              <a:spcBef>
                <a:spcPts val="0"/>
              </a:spcBef>
              <a:spcAft>
                <a:spcPts val="0"/>
              </a:spcAft>
              <a:buSzPct val="59265"/>
              <a:buNone/>
            </a:pPr>
            <a:endParaRPr dirty="0"/>
          </a:p>
          <a:p>
            <a:pPr marL="0" lvl="1" indent="0" algn="l" rtl="0">
              <a:lnSpc>
                <a:spcPct val="100000"/>
              </a:lnSpc>
              <a:spcBef>
                <a:spcPts val="0"/>
              </a:spcBef>
              <a:spcAft>
                <a:spcPts val="0"/>
              </a:spcAft>
              <a:buSzPct val="59265"/>
              <a:buNone/>
            </a:pPr>
            <a:r>
              <a:rPr lang="en-US" dirty="0"/>
              <a:t> </a:t>
            </a:r>
            <a:r>
              <a:rPr lang="en-US" dirty="0" smtClean="0"/>
              <a:t>La </a:t>
            </a:r>
            <a:r>
              <a:rPr lang="en-US" dirty="0"/>
              <a:t>partition ESP </a:t>
            </a:r>
            <a:r>
              <a:rPr lang="en-US" dirty="0" err="1"/>
              <a:t>contient</a:t>
            </a:r>
            <a:r>
              <a:rPr lang="en-US" dirty="0"/>
              <a:t> tout le </a:t>
            </a:r>
            <a:r>
              <a:rPr lang="en-US" dirty="0" err="1"/>
              <a:t>nécessaire</a:t>
            </a:r>
            <a:r>
              <a:rPr lang="en-US" dirty="0"/>
              <a:t> pour </a:t>
            </a:r>
            <a:r>
              <a:rPr lang="en-US" dirty="0" smtClean="0"/>
              <a:t>le </a:t>
            </a:r>
            <a:r>
              <a:rPr lang="en-US" dirty="0" err="1" smtClean="0"/>
              <a:t>démarrage</a:t>
            </a:r>
            <a:r>
              <a:rPr lang="en-US" dirty="0" smtClean="0"/>
              <a:t> de </a:t>
            </a:r>
            <a:r>
              <a:rPr lang="en-US" dirty="0" err="1" smtClean="0"/>
              <a:t>systeme</a:t>
            </a:r>
            <a:r>
              <a:rPr lang="en-US" dirty="0" smtClean="0"/>
              <a:t>: </a:t>
            </a:r>
            <a:endParaRPr dirty="0"/>
          </a:p>
          <a:p>
            <a:pPr marL="330387" lvl="0" indent="-323243">
              <a:buSzPct val="59265"/>
            </a:pPr>
            <a:r>
              <a:rPr lang="en-US" b="1" dirty="0"/>
              <a:t>BOOTX64.EF</a:t>
            </a:r>
            <a:r>
              <a:rPr lang="en-US" dirty="0"/>
              <a:t>I : </a:t>
            </a:r>
            <a:r>
              <a:rPr lang="en-US" dirty="0" smtClean="0"/>
              <a:t> </a:t>
            </a:r>
            <a:r>
              <a:rPr lang="fr-FR" dirty="0" smtClean="0"/>
              <a:t> Le fichier de Boot </a:t>
            </a:r>
            <a:r>
              <a:rPr lang="fr-FR" dirty="0"/>
              <a:t>Manager</a:t>
            </a:r>
            <a:endParaRPr dirty="0"/>
          </a:p>
          <a:p>
            <a:pPr marL="330386" lvl="0" indent="-323242">
              <a:buSzPct val="59265"/>
            </a:pPr>
            <a:r>
              <a:rPr lang="en-US" b="1" dirty="0"/>
              <a:t>fbx64.efi</a:t>
            </a:r>
            <a:r>
              <a:rPr lang="en-US" sz="2500" b="1" dirty="0"/>
              <a:t> : </a:t>
            </a:r>
            <a:r>
              <a:rPr lang="en-US" sz="2500" dirty="0" smtClean="0"/>
              <a:t> </a:t>
            </a:r>
            <a:r>
              <a:rPr lang="en-US" sz="2500" dirty="0" err="1"/>
              <a:t>r</a:t>
            </a:r>
            <a:r>
              <a:rPr lang="en-US" sz="2500" dirty="0" err="1" smtClean="0"/>
              <a:t>ésoudre</a:t>
            </a:r>
            <a:r>
              <a:rPr lang="en-US" sz="2500" dirty="0" smtClean="0"/>
              <a:t> le </a:t>
            </a:r>
            <a:r>
              <a:rPr lang="en-US" sz="2500" dirty="0" err="1"/>
              <a:t>problème</a:t>
            </a:r>
            <a:r>
              <a:rPr lang="en-US" sz="2500" dirty="0"/>
              <a:t> des entrées NVRAM </a:t>
            </a:r>
            <a:r>
              <a:rPr lang="en-US" sz="2500" dirty="0" err="1"/>
              <a:t>manquantes</a:t>
            </a:r>
            <a:r>
              <a:rPr lang="en-US" sz="2500" dirty="0"/>
              <a:t> </a:t>
            </a:r>
            <a:endParaRPr sz="2500" dirty="0"/>
          </a:p>
          <a:p>
            <a:pPr marL="330387" lvl="0" indent="-323243" algn="l" rtl="0">
              <a:lnSpc>
                <a:spcPct val="100000"/>
              </a:lnSpc>
              <a:spcBef>
                <a:spcPts val="1687"/>
              </a:spcBef>
              <a:spcAft>
                <a:spcPts val="0"/>
              </a:spcAft>
              <a:buSzPct val="59265"/>
              <a:buChar char="●"/>
            </a:pPr>
            <a:r>
              <a:rPr lang="en-US" b="1" dirty="0"/>
              <a:t>shimx64.efi</a:t>
            </a:r>
            <a:r>
              <a:rPr lang="en-US" dirty="0"/>
              <a:t> </a:t>
            </a:r>
            <a:r>
              <a:rPr lang="en-US" dirty="0" err="1"/>
              <a:t>est</a:t>
            </a:r>
            <a:r>
              <a:rPr lang="en-US" dirty="0"/>
              <a:t> </a:t>
            </a:r>
            <a:r>
              <a:rPr lang="en-US" dirty="0" err="1" smtClean="0"/>
              <a:t>conçu</a:t>
            </a:r>
            <a:r>
              <a:rPr lang="en-US" dirty="0" smtClean="0"/>
              <a:t> </a:t>
            </a:r>
            <a:r>
              <a:rPr lang="en-US" dirty="0"/>
              <a:t>pour </a:t>
            </a:r>
            <a:r>
              <a:rPr lang="en-US" dirty="0" err="1"/>
              <a:t>démarrer</a:t>
            </a:r>
            <a:r>
              <a:rPr lang="en-US" dirty="0"/>
              <a:t> GRUB2 </a:t>
            </a:r>
            <a:r>
              <a:rPr lang="en-US" dirty="0" err="1"/>
              <a:t>si</a:t>
            </a:r>
            <a:r>
              <a:rPr lang="en-US" dirty="0"/>
              <a:t> le secure  boot </a:t>
            </a:r>
            <a:r>
              <a:rPr lang="en-US" dirty="0" err="1"/>
              <a:t>est</a:t>
            </a:r>
            <a:r>
              <a:rPr lang="en-US" dirty="0"/>
              <a:t> </a:t>
            </a:r>
            <a:r>
              <a:rPr lang="en-US" dirty="0" err="1"/>
              <a:t>activé</a:t>
            </a:r>
            <a:endParaRPr dirty="0"/>
          </a:p>
          <a:p>
            <a:pPr marL="330386" indent="-323242">
              <a:buSzPct val="59265"/>
            </a:pPr>
            <a:r>
              <a:rPr lang="en-US" b="1" dirty="0"/>
              <a:t>mmx64.</a:t>
            </a:r>
            <a:r>
              <a:rPr lang="en-US" dirty="0"/>
              <a:t>efi</a:t>
            </a:r>
            <a:r>
              <a:rPr lang="en-US" sz="2500" b="1" dirty="0"/>
              <a:t>  </a:t>
            </a:r>
            <a:r>
              <a:rPr lang="fr-FR" sz="2500" b="1" dirty="0" smtClean="0"/>
              <a:t> </a:t>
            </a:r>
            <a:r>
              <a:rPr lang="fr-FR" sz="2500" dirty="0"/>
              <a:t>MOK manager(Machine </a:t>
            </a:r>
            <a:r>
              <a:rPr lang="fr-FR" sz="2500" dirty="0" err="1"/>
              <a:t>Owner</a:t>
            </a:r>
            <a:r>
              <a:rPr lang="fr-FR" sz="2500" dirty="0"/>
              <a:t> Key) </a:t>
            </a:r>
            <a:r>
              <a:rPr lang="fr-FR" sz="2500" dirty="0" smtClean="0"/>
              <a:t> sécurise le processus de démarrage</a:t>
            </a:r>
            <a:endParaRPr sz="2500" dirty="0"/>
          </a:p>
          <a:p>
            <a:pPr marL="330387" lvl="0" indent="-323243" algn="l" rtl="0">
              <a:lnSpc>
                <a:spcPct val="100000"/>
              </a:lnSpc>
              <a:spcBef>
                <a:spcPts val="1687"/>
              </a:spcBef>
              <a:spcAft>
                <a:spcPts val="0"/>
              </a:spcAft>
              <a:buSzPct val="59265"/>
              <a:buChar char="●"/>
            </a:pPr>
            <a:r>
              <a:rPr lang="en-US" b="1" dirty="0"/>
              <a:t>grubx64.efi</a:t>
            </a:r>
            <a:r>
              <a:rPr lang="en-US" dirty="0"/>
              <a:t> </a:t>
            </a:r>
            <a:r>
              <a:rPr lang="en-US" dirty="0" err="1"/>
              <a:t>est</a:t>
            </a:r>
            <a:r>
              <a:rPr lang="en-US" dirty="0"/>
              <a:t> le </a:t>
            </a:r>
            <a:r>
              <a:rPr lang="en-US" dirty="0" err="1"/>
              <a:t>chargeur</a:t>
            </a:r>
            <a:r>
              <a:rPr lang="en-US" dirty="0"/>
              <a:t> de </a:t>
            </a:r>
            <a:r>
              <a:rPr lang="en-US" dirty="0" err="1"/>
              <a:t>démarrage</a:t>
            </a:r>
            <a:r>
              <a:rPr lang="en-US" dirty="0" smtClean="0"/>
              <a:t>.</a:t>
            </a:r>
          </a:p>
          <a:p>
            <a:pPr marL="330387" lvl="0" indent="-323243">
              <a:buSzPct val="59265"/>
            </a:pPr>
            <a:r>
              <a:rPr lang="fr-FR" b="1" dirty="0"/>
              <a:t>BOOTX64.CSV</a:t>
            </a:r>
            <a:r>
              <a:rPr lang="fr-FR" dirty="0"/>
              <a:t> : le fichier lu lors de l’installation pour ajouter l’entrée de boot en </a:t>
            </a:r>
            <a:r>
              <a:rPr lang="fr-FR" dirty="0" smtClean="0"/>
              <a:t>NVRAM</a:t>
            </a:r>
            <a:endParaRPr dirty="0"/>
          </a:p>
          <a:p>
            <a:pPr marL="330387" lvl="0" indent="-248433" algn="l" rtl="0">
              <a:lnSpc>
                <a:spcPct val="100000"/>
              </a:lnSpc>
              <a:spcBef>
                <a:spcPts val="1687"/>
              </a:spcBef>
              <a:spcAft>
                <a:spcPts val="0"/>
              </a:spcAft>
              <a:buSzPct val="60000"/>
              <a:buNone/>
            </a:pPr>
            <a:endParaRPr dirty="0"/>
          </a:p>
          <a:p>
            <a:pPr marL="330386" marR="0" lvl="0" indent="-248433" algn="l" rtl="0">
              <a:lnSpc>
                <a:spcPct val="100000"/>
              </a:lnSpc>
              <a:spcBef>
                <a:spcPts val="1687"/>
              </a:spcBef>
              <a:spcAft>
                <a:spcPts val="0"/>
              </a:spcAft>
              <a:buSzPct val="60000"/>
              <a:buNone/>
            </a:pPr>
            <a:endParaRPr dirty="0"/>
          </a:p>
        </p:txBody>
      </p:sp>
      <p:pic>
        <p:nvPicPr>
          <p:cNvPr id="277" name="Google Shape;277;p17"/>
          <p:cNvPicPr preferRelativeResize="0"/>
          <p:nvPr/>
        </p:nvPicPr>
        <p:blipFill rotWithShape="1">
          <a:blip r:embed="rId3">
            <a:alphaModFix/>
          </a:blip>
          <a:srcRect b="9184"/>
          <a:stretch/>
        </p:blipFill>
        <p:spPr>
          <a:xfrm>
            <a:off x="7624475" y="4800600"/>
            <a:ext cx="4368800" cy="2036787"/>
          </a:xfrm>
          <a:prstGeom prst="rect">
            <a:avLst/>
          </a:prstGeom>
          <a:noFill/>
          <a:ln>
            <a:noFill/>
          </a:ln>
        </p:spPr>
      </p:pic>
      <p:pic>
        <p:nvPicPr>
          <p:cNvPr id="278" name="Google Shape;278;p17"/>
          <p:cNvPicPr preferRelativeResize="0"/>
          <p:nvPr/>
        </p:nvPicPr>
        <p:blipFill rotWithShape="1">
          <a:blip r:embed="rId4">
            <a:alphaModFix/>
          </a:blip>
          <a:srcRect t="-5997"/>
          <a:stretch/>
        </p:blipFill>
        <p:spPr>
          <a:xfrm>
            <a:off x="578375" y="5243513"/>
            <a:ext cx="6213524" cy="11643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0"/>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Séquence</a:t>
            </a:r>
            <a:r>
              <a:rPr lang="en-US" dirty="0"/>
              <a:t> de </a:t>
            </a:r>
            <a:r>
              <a:rPr lang="en-US" dirty="0" err="1" smtClean="0"/>
              <a:t>démarrage</a:t>
            </a:r>
            <a:endParaRPr dirty="0"/>
          </a:p>
        </p:txBody>
      </p:sp>
      <p:sp>
        <p:nvSpPr>
          <p:cNvPr id="261" name="Google Shape;261;p20"/>
          <p:cNvSpPr txBox="1">
            <a:spLocks noGrp="1"/>
          </p:cNvSpPr>
          <p:nvPr>
            <p:ph type="body" idx="1"/>
          </p:nvPr>
        </p:nvSpPr>
        <p:spPr>
          <a:xfrm>
            <a:off x="643192" y="1774814"/>
            <a:ext cx="10905600" cy="4286400"/>
          </a:xfrm>
          <a:prstGeom prst="rect">
            <a:avLst/>
          </a:prstGeom>
          <a:noFill/>
          <a:ln>
            <a:noFill/>
          </a:ln>
        </p:spPr>
        <p:txBody>
          <a:bodyPr spcFirstLastPara="1" wrap="square" lIns="50800" tIns="50800" rIns="50800" bIns="50800" anchor="t" anchorCtr="0">
            <a:normAutofit/>
          </a:bodyPr>
          <a:lstStyle/>
          <a:p>
            <a:pPr marL="387653" lvl="1" indent="-215852" algn="just" rtl="0">
              <a:lnSpc>
                <a:spcPct val="120000"/>
              </a:lnSpc>
              <a:spcBef>
                <a:spcPts val="0"/>
              </a:spcBef>
              <a:spcAft>
                <a:spcPts val="0"/>
              </a:spcAft>
              <a:buSzPts val="1380"/>
              <a:buChar char="●"/>
            </a:pPr>
            <a:r>
              <a:rPr lang="en-US" dirty="0"/>
              <a:t>L’UEFI </a:t>
            </a:r>
            <a:r>
              <a:rPr lang="en-US" dirty="0" err="1"/>
              <a:t>localise</a:t>
            </a:r>
            <a:r>
              <a:rPr lang="en-US" dirty="0"/>
              <a:t> le </a:t>
            </a:r>
            <a:r>
              <a:rPr lang="en-US" dirty="0" err="1"/>
              <a:t>c</a:t>
            </a:r>
            <a:r>
              <a:rPr lang="en-US" dirty="0" err="1" smtClean="0"/>
              <a:t>hargeur</a:t>
            </a:r>
            <a:r>
              <a:rPr lang="en-US" dirty="0" smtClean="0"/>
              <a:t> </a:t>
            </a:r>
            <a:r>
              <a:rPr lang="en-US" dirty="0" smtClean="0"/>
              <a:t>de </a:t>
            </a:r>
            <a:r>
              <a:rPr lang="en-US" dirty="0" err="1"/>
              <a:t>démarrage</a:t>
            </a:r>
            <a:r>
              <a:rPr lang="en-US" dirty="0"/>
              <a:t>  GRUB2 qui </a:t>
            </a:r>
            <a:r>
              <a:rPr lang="en-US" dirty="0" err="1"/>
              <a:t>est</a:t>
            </a:r>
            <a:r>
              <a:rPr lang="en-US" dirty="0"/>
              <a:t> </a:t>
            </a:r>
            <a:r>
              <a:rPr lang="en-US" dirty="0" err="1"/>
              <a:t>stocké</a:t>
            </a:r>
            <a:r>
              <a:rPr lang="en-US" dirty="0"/>
              <a:t> </a:t>
            </a:r>
            <a:r>
              <a:rPr lang="en-US" dirty="0" err="1"/>
              <a:t>dans</a:t>
            </a:r>
            <a:r>
              <a:rPr lang="en-US" dirty="0"/>
              <a:t> </a:t>
            </a:r>
            <a:r>
              <a:rPr lang="en-US" dirty="0" smtClean="0"/>
              <a:t>la </a:t>
            </a:r>
            <a:r>
              <a:rPr lang="en-US" dirty="0"/>
              <a:t>partition </a:t>
            </a:r>
            <a:r>
              <a:rPr lang="en-US" dirty="0" err="1"/>
              <a:t>système</a:t>
            </a:r>
            <a:r>
              <a:rPr lang="en-US" dirty="0"/>
              <a:t> ESP </a:t>
            </a:r>
            <a:r>
              <a:rPr lang="en-US" dirty="0" err="1" smtClean="0"/>
              <a:t>caractérisée</a:t>
            </a:r>
            <a:r>
              <a:rPr lang="en-US" dirty="0" smtClean="0"/>
              <a:t> </a:t>
            </a:r>
            <a:r>
              <a:rPr lang="en-US" dirty="0"/>
              <a:t>par </a:t>
            </a:r>
            <a:r>
              <a:rPr lang="en-US" dirty="0" smtClean="0"/>
              <a:t>un GUID unique </a:t>
            </a:r>
            <a:r>
              <a:rPr lang="en-US" dirty="0"/>
              <a:t>« </a:t>
            </a:r>
            <a:r>
              <a:rPr lang="en-US" i="1" dirty="0">
                <a:solidFill>
                  <a:srgbClr val="FF0000"/>
                </a:solidFill>
              </a:rPr>
              <a:t>C12A7328-F81F-11D2-BA4B-00A0C93EC93B </a:t>
            </a:r>
            <a:r>
              <a:rPr lang="en-US" i="1" dirty="0"/>
              <a:t>» </a:t>
            </a:r>
            <a:endParaRPr dirty="0"/>
          </a:p>
          <a:p>
            <a:pPr marL="171801" lvl="1" indent="0" algn="just" rtl="0">
              <a:lnSpc>
                <a:spcPct val="120000"/>
              </a:lnSpc>
              <a:spcBef>
                <a:spcPts val="1406"/>
              </a:spcBef>
              <a:spcAft>
                <a:spcPts val="0"/>
              </a:spcAft>
              <a:buSzPts val="1519"/>
              <a:buNone/>
            </a:pPr>
            <a:endParaRPr dirty="0"/>
          </a:p>
        </p:txBody>
      </p:sp>
      <p:pic>
        <p:nvPicPr>
          <p:cNvPr id="262" name="Google Shape;262;p20"/>
          <p:cNvPicPr preferRelativeResize="0"/>
          <p:nvPr/>
        </p:nvPicPr>
        <p:blipFill>
          <a:blip r:embed="rId3">
            <a:alphaModFix/>
          </a:blip>
          <a:stretch>
            <a:fillRect/>
          </a:stretch>
        </p:blipFill>
        <p:spPr>
          <a:xfrm>
            <a:off x="1871650" y="3609088"/>
            <a:ext cx="8448675" cy="2143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Séquence</a:t>
            </a:r>
            <a:r>
              <a:rPr lang="en-US" dirty="0"/>
              <a:t> de </a:t>
            </a:r>
            <a:r>
              <a:rPr lang="en-US" dirty="0" err="1" smtClean="0"/>
              <a:t>démarrage</a:t>
            </a:r>
            <a:endParaRPr dirty="0"/>
          </a:p>
        </p:txBody>
      </p:sp>
      <p:sp>
        <p:nvSpPr>
          <p:cNvPr id="285" name="Google Shape;285;p19"/>
          <p:cNvSpPr txBox="1">
            <a:spLocks noGrp="1"/>
          </p:cNvSpPr>
          <p:nvPr>
            <p:ph type="body" idx="1"/>
          </p:nvPr>
        </p:nvSpPr>
        <p:spPr>
          <a:xfrm>
            <a:off x="622213" y="1419820"/>
            <a:ext cx="11340300" cy="5266500"/>
          </a:xfrm>
          <a:prstGeom prst="rect">
            <a:avLst/>
          </a:prstGeom>
          <a:noFill/>
          <a:ln>
            <a:noFill/>
          </a:ln>
        </p:spPr>
        <p:txBody>
          <a:bodyPr spcFirstLastPara="1" wrap="square" lIns="50800" tIns="50800" rIns="50800" bIns="50800" anchor="t" anchorCtr="0">
            <a:normAutofit/>
          </a:bodyPr>
          <a:lstStyle/>
          <a:p>
            <a:pPr marL="457200" lvl="0" indent="-325471" algn="just" rtl="0">
              <a:lnSpc>
                <a:spcPct val="150000"/>
              </a:lnSpc>
              <a:spcBef>
                <a:spcPts val="1700"/>
              </a:spcBef>
              <a:spcAft>
                <a:spcPts val="0"/>
              </a:spcAft>
              <a:buClr>
                <a:schemeClr val="dk1"/>
              </a:buClr>
              <a:buSzPct val="100000"/>
              <a:buChar char="●"/>
            </a:pPr>
            <a:r>
              <a:rPr lang="en-US" sz="1900" dirty="0" err="1" smtClean="0">
                <a:solidFill>
                  <a:schemeClr val="dk1"/>
                </a:solidFill>
              </a:rPr>
              <a:t>l’UEFI</a:t>
            </a:r>
            <a:r>
              <a:rPr lang="en-US" sz="1900" dirty="0" smtClean="0">
                <a:solidFill>
                  <a:schemeClr val="dk1"/>
                </a:solidFill>
              </a:rPr>
              <a:t>  </a:t>
            </a:r>
            <a:r>
              <a:rPr lang="en-US" sz="1900" dirty="0" err="1">
                <a:solidFill>
                  <a:schemeClr val="dk1"/>
                </a:solidFill>
              </a:rPr>
              <a:t>effectue</a:t>
            </a:r>
            <a:r>
              <a:rPr lang="en-US" sz="1900" dirty="0">
                <a:solidFill>
                  <a:schemeClr val="dk1"/>
                </a:solidFill>
              </a:rPr>
              <a:t> un </a:t>
            </a:r>
            <a:r>
              <a:rPr lang="en-US" sz="1900" dirty="0" err="1">
                <a:solidFill>
                  <a:schemeClr val="dk1"/>
                </a:solidFill>
              </a:rPr>
              <a:t>autotest</a:t>
            </a:r>
            <a:r>
              <a:rPr lang="en-US" sz="1900" dirty="0">
                <a:solidFill>
                  <a:schemeClr val="dk1"/>
                </a:solidFill>
              </a:rPr>
              <a:t>  du </a:t>
            </a:r>
            <a:r>
              <a:rPr lang="en-US" sz="1900" dirty="0" err="1">
                <a:solidFill>
                  <a:schemeClr val="dk1"/>
                </a:solidFill>
              </a:rPr>
              <a:t>système</a:t>
            </a:r>
            <a:r>
              <a:rPr lang="en-US" sz="1900" dirty="0">
                <a:solidFill>
                  <a:schemeClr val="dk1"/>
                </a:solidFill>
              </a:rPr>
              <a:t> (POST) pour identifier les </a:t>
            </a:r>
            <a:r>
              <a:rPr lang="en-US" sz="1900" dirty="0" err="1">
                <a:solidFill>
                  <a:schemeClr val="dk1"/>
                </a:solidFill>
              </a:rPr>
              <a:t>défaillances</a:t>
            </a:r>
            <a:r>
              <a:rPr lang="en-US" sz="1900" dirty="0">
                <a:solidFill>
                  <a:schemeClr val="dk1"/>
                </a:solidFill>
              </a:rPr>
              <a:t> </a:t>
            </a:r>
            <a:r>
              <a:rPr lang="en-US" sz="1900" dirty="0" err="1">
                <a:solidFill>
                  <a:schemeClr val="dk1"/>
                </a:solidFill>
              </a:rPr>
              <a:t>matérielles</a:t>
            </a:r>
            <a:r>
              <a:rPr lang="en-US" sz="1900" dirty="0">
                <a:solidFill>
                  <a:schemeClr val="dk1"/>
                </a:solidFill>
              </a:rPr>
              <a:t> </a:t>
            </a:r>
            <a:r>
              <a:rPr lang="en-US" sz="1900" dirty="0" err="1">
                <a:solidFill>
                  <a:schemeClr val="dk1"/>
                </a:solidFill>
              </a:rPr>
              <a:t>élémentaires</a:t>
            </a:r>
            <a:r>
              <a:rPr lang="en-US" sz="1900" dirty="0">
                <a:solidFill>
                  <a:schemeClr val="dk1"/>
                </a:solidFill>
              </a:rPr>
              <a:t> </a:t>
            </a:r>
            <a:r>
              <a:rPr lang="en-US" sz="1900" dirty="0" err="1">
                <a:solidFill>
                  <a:schemeClr val="dk1"/>
                </a:solidFill>
              </a:rPr>
              <a:t>dès</a:t>
            </a:r>
            <a:r>
              <a:rPr lang="en-US" sz="1900" dirty="0">
                <a:solidFill>
                  <a:schemeClr val="dk1"/>
                </a:solidFill>
              </a:rPr>
              <a:t> </a:t>
            </a:r>
            <a:r>
              <a:rPr lang="en-US" sz="1900" dirty="0" err="1">
                <a:solidFill>
                  <a:schemeClr val="dk1"/>
                </a:solidFill>
              </a:rPr>
              <a:t>que</a:t>
            </a:r>
            <a:r>
              <a:rPr lang="en-US" sz="1900" dirty="0">
                <a:solidFill>
                  <a:schemeClr val="dk1"/>
                </a:solidFill>
              </a:rPr>
              <a:t> la machine </a:t>
            </a:r>
            <a:r>
              <a:rPr lang="en-US" sz="1900" dirty="0" err="1">
                <a:solidFill>
                  <a:schemeClr val="dk1"/>
                </a:solidFill>
              </a:rPr>
              <a:t>est</a:t>
            </a:r>
            <a:r>
              <a:rPr lang="en-US" sz="1900" dirty="0">
                <a:solidFill>
                  <a:schemeClr val="dk1"/>
                </a:solidFill>
              </a:rPr>
              <a:t> </a:t>
            </a:r>
            <a:r>
              <a:rPr lang="en-US" sz="1900" dirty="0" err="1">
                <a:solidFill>
                  <a:schemeClr val="dk1"/>
                </a:solidFill>
              </a:rPr>
              <a:t>mise</a:t>
            </a:r>
            <a:r>
              <a:rPr lang="en-US" sz="1900" dirty="0">
                <a:solidFill>
                  <a:schemeClr val="dk1"/>
                </a:solidFill>
              </a:rPr>
              <a:t> sous tension.</a:t>
            </a:r>
            <a:endParaRPr sz="1900" dirty="0">
              <a:solidFill>
                <a:schemeClr val="dk1"/>
              </a:solidFill>
            </a:endParaRPr>
          </a:p>
          <a:p>
            <a:pPr marL="457200" lvl="0" indent="-325471" algn="just" rtl="0">
              <a:lnSpc>
                <a:spcPct val="150000"/>
              </a:lnSpc>
              <a:spcBef>
                <a:spcPts val="0"/>
              </a:spcBef>
              <a:spcAft>
                <a:spcPts val="0"/>
              </a:spcAft>
              <a:buClr>
                <a:schemeClr val="dk1"/>
              </a:buClr>
              <a:buSzPct val="100000"/>
              <a:buChar char="●"/>
            </a:pPr>
            <a:r>
              <a:rPr lang="en-US" sz="1900" dirty="0" smtClean="0">
                <a:solidFill>
                  <a:schemeClr val="dk1"/>
                </a:solidFill>
              </a:rPr>
              <a:t>L’UEFI </a:t>
            </a:r>
            <a:r>
              <a:rPr lang="en-US" sz="1900" dirty="0">
                <a:solidFill>
                  <a:schemeClr val="dk1"/>
                </a:solidFill>
              </a:rPr>
              <a:t>active les </a:t>
            </a:r>
            <a:r>
              <a:rPr lang="en-US" sz="1900" dirty="0" err="1">
                <a:solidFill>
                  <a:schemeClr val="dk1"/>
                </a:solidFill>
              </a:rPr>
              <a:t>composants</a:t>
            </a:r>
            <a:r>
              <a:rPr lang="en-US" sz="1900" dirty="0">
                <a:solidFill>
                  <a:schemeClr val="dk1"/>
                </a:solidFill>
              </a:rPr>
              <a:t> </a:t>
            </a:r>
            <a:r>
              <a:rPr lang="en-US" sz="1900" dirty="0" err="1">
                <a:solidFill>
                  <a:schemeClr val="dk1"/>
                </a:solidFill>
              </a:rPr>
              <a:t>basiques</a:t>
            </a:r>
            <a:r>
              <a:rPr lang="en-US" sz="1900" dirty="0">
                <a:solidFill>
                  <a:schemeClr val="dk1"/>
                </a:solidFill>
              </a:rPr>
              <a:t> pour charger le </a:t>
            </a:r>
            <a:r>
              <a:rPr lang="en-US" sz="1900" dirty="0" err="1" smtClean="0">
                <a:solidFill>
                  <a:schemeClr val="dk1"/>
                </a:solidFill>
              </a:rPr>
              <a:t>système</a:t>
            </a:r>
            <a:r>
              <a:rPr lang="en-US" sz="1900" dirty="0" smtClean="0">
                <a:solidFill>
                  <a:schemeClr val="dk1"/>
                </a:solidFill>
              </a:rPr>
              <a:t>, </a:t>
            </a:r>
            <a:r>
              <a:rPr lang="en-US" sz="1900" dirty="0" err="1" smtClean="0">
                <a:solidFill>
                  <a:schemeClr val="dk1"/>
                </a:solidFill>
              </a:rPr>
              <a:t>comme</a:t>
            </a:r>
            <a:r>
              <a:rPr lang="en-US" sz="1900" dirty="0" smtClean="0">
                <a:solidFill>
                  <a:schemeClr val="dk1"/>
                </a:solidFill>
              </a:rPr>
              <a:t> la sortie </a:t>
            </a:r>
            <a:r>
              <a:rPr lang="en-US" sz="1900" dirty="0" err="1" smtClean="0">
                <a:solidFill>
                  <a:schemeClr val="dk1"/>
                </a:solidFill>
              </a:rPr>
              <a:t>vidéo</a:t>
            </a:r>
            <a:r>
              <a:rPr lang="en-US" sz="1900" dirty="0" smtClean="0">
                <a:solidFill>
                  <a:schemeClr val="dk1"/>
                </a:solidFill>
              </a:rPr>
              <a:t>, le clavier et les </a:t>
            </a:r>
            <a:r>
              <a:rPr lang="en-US" sz="1900" dirty="0" err="1" smtClean="0">
                <a:solidFill>
                  <a:schemeClr val="dk1"/>
                </a:solidFill>
              </a:rPr>
              <a:t>médias</a:t>
            </a:r>
            <a:r>
              <a:rPr lang="en-US" sz="1900" dirty="0" smtClean="0">
                <a:solidFill>
                  <a:schemeClr val="dk1"/>
                </a:solidFill>
              </a:rPr>
              <a:t> de </a:t>
            </a:r>
            <a:r>
              <a:rPr lang="en-US" sz="1900" dirty="0" err="1" smtClean="0">
                <a:solidFill>
                  <a:schemeClr val="dk1"/>
                </a:solidFill>
              </a:rPr>
              <a:t>stockage</a:t>
            </a:r>
            <a:r>
              <a:rPr lang="en-US" sz="1900" dirty="0" smtClean="0">
                <a:solidFill>
                  <a:schemeClr val="dk1"/>
                </a:solidFill>
              </a:rPr>
              <a:t>.</a:t>
            </a:r>
            <a:endParaRPr sz="1900" dirty="0">
              <a:solidFill>
                <a:schemeClr val="dk1"/>
              </a:solidFill>
            </a:endParaRPr>
          </a:p>
          <a:p>
            <a:pPr lvl="0" indent="-325471" algn="just">
              <a:lnSpc>
                <a:spcPct val="150000"/>
              </a:lnSpc>
              <a:spcBef>
                <a:spcPts val="0"/>
              </a:spcBef>
              <a:buClr>
                <a:schemeClr val="dk1"/>
              </a:buClr>
              <a:buSzPct val="100000"/>
            </a:pPr>
            <a:r>
              <a:rPr lang="en-US" sz="1900" dirty="0">
                <a:solidFill>
                  <a:schemeClr val="dk1"/>
                </a:solidFill>
              </a:rPr>
              <a:t>UEFI </a:t>
            </a:r>
            <a:r>
              <a:rPr lang="en-US" sz="1900" dirty="0" err="1">
                <a:solidFill>
                  <a:schemeClr val="dk1"/>
                </a:solidFill>
              </a:rPr>
              <a:t>recherche</a:t>
            </a:r>
            <a:r>
              <a:rPr lang="en-US" sz="1900" dirty="0">
                <a:solidFill>
                  <a:schemeClr val="dk1"/>
                </a:solidFill>
              </a:rPr>
              <a:t> </a:t>
            </a:r>
            <a:r>
              <a:rPr lang="en-US" sz="1900" dirty="0" err="1">
                <a:solidFill>
                  <a:schemeClr val="dk1"/>
                </a:solidFill>
              </a:rPr>
              <a:t>une</a:t>
            </a:r>
            <a:r>
              <a:rPr lang="en-US" sz="1900" dirty="0">
                <a:solidFill>
                  <a:schemeClr val="dk1"/>
                </a:solidFill>
              </a:rPr>
              <a:t> partition GPT avec un </a:t>
            </a:r>
            <a:r>
              <a:rPr lang="en-US" sz="1900" dirty="0" smtClean="0">
                <a:solidFill>
                  <a:schemeClr val="dk1"/>
                </a:solidFill>
              </a:rPr>
              <a:t>GUID </a:t>
            </a:r>
            <a:r>
              <a:rPr lang="en-US" sz="1900" dirty="0" err="1">
                <a:solidFill>
                  <a:schemeClr val="dk1"/>
                </a:solidFill>
              </a:rPr>
              <a:t>spécifique</a:t>
            </a:r>
            <a:r>
              <a:rPr lang="en-US" sz="1900" dirty="0">
                <a:solidFill>
                  <a:schemeClr val="dk1"/>
                </a:solidFill>
              </a:rPr>
              <a:t> qui </a:t>
            </a:r>
            <a:r>
              <a:rPr lang="en-US" sz="1900" dirty="0" err="1">
                <a:solidFill>
                  <a:schemeClr val="dk1"/>
                </a:solidFill>
              </a:rPr>
              <a:t>l'identifie</a:t>
            </a:r>
            <a:r>
              <a:rPr lang="en-US" sz="1900" dirty="0">
                <a:solidFill>
                  <a:schemeClr val="dk1"/>
                </a:solidFill>
              </a:rPr>
              <a:t> </a:t>
            </a:r>
            <a:r>
              <a:rPr lang="en-US" sz="1900" dirty="0" err="1">
                <a:solidFill>
                  <a:schemeClr val="dk1"/>
                </a:solidFill>
              </a:rPr>
              <a:t>comme</a:t>
            </a:r>
            <a:r>
              <a:rPr lang="en-US" sz="1900" dirty="0">
                <a:solidFill>
                  <a:schemeClr val="dk1"/>
                </a:solidFill>
              </a:rPr>
              <a:t> la partition </a:t>
            </a:r>
            <a:r>
              <a:rPr lang="en-US" sz="1900" dirty="0" err="1">
                <a:solidFill>
                  <a:schemeClr val="dk1"/>
                </a:solidFill>
              </a:rPr>
              <a:t>système</a:t>
            </a:r>
            <a:r>
              <a:rPr lang="en-US" sz="1900" dirty="0">
                <a:solidFill>
                  <a:schemeClr val="dk1"/>
                </a:solidFill>
              </a:rPr>
              <a:t> EFI (ESP</a:t>
            </a:r>
            <a:r>
              <a:rPr lang="en-US" sz="1900" dirty="0" smtClean="0">
                <a:solidFill>
                  <a:schemeClr val="dk1"/>
                </a:solidFill>
              </a:rPr>
              <a:t>). </a:t>
            </a:r>
            <a:r>
              <a:rPr lang="en-US" sz="1900" dirty="0">
                <a:solidFill>
                  <a:schemeClr val="dk1"/>
                </a:solidFill>
              </a:rPr>
              <a:t>En </a:t>
            </a:r>
            <a:r>
              <a:rPr lang="en-US" sz="1900" dirty="0" err="1">
                <a:solidFill>
                  <a:schemeClr val="dk1"/>
                </a:solidFill>
              </a:rPr>
              <a:t>cas</a:t>
            </a:r>
            <a:r>
              <a:rPr lang="en-US" sz="1900" dirty="0">
                <a:solidFill>
                  <a:schemeClr val="dk1"/>
                </a:solidFill>
              </a:rPr>
              <a:t> de </a:t>
            </a:r>
            <a:r>
              <a:rPr lang="en-US" sz="1900" dirty="0" err="1">
                <a:solidFill>
                  <a:schemeClr val="dk1"/>
                </a:solidFill>
              </a:rPr>
              <a:t>présence</a:t>
            </a:r>
            <a:r>
              <a:rPr lang="en-US" sz="1900" dirty="0">
                <a:solidFill>
                  <a:schemeClr val="dk1"/>
                </a:solidFill>
              </a:rPr>
              <a:t> de </a:t>
            </a:r>
            <a:r>
              <a:rPr lang="en-US" sz="1900" dirty="0" err="1">
                <a:solidFill>
                  <a:schemeClr val="dk1"/>
                </a:solidFill>
              </a:rPr>
              <a:t>plusieurs</a:t>
            </a:r>
            <a:r>
              <a:rPr lang="en-US" sz="1900" dirty="0">
                <a:solidFill>
                  <a:schemeClr val="dk1"/>
                </a:solidFill>
              </a:rPr>
              <a:t> </a:t>
            </a:r>
            <a:r>
              <a:rPr lang="en-US" sz="1900" dirty="0" err="1">
                <a:solidFill>
                  <a:schemeClr val="dk1"/>
                </a:solidFill>
              </a:rPr>
              <a:t>périphériques</a:t>
            </a:r>
            <a:r>
              <a:rPr lang="en-US" sz="1900" dirty="0">
                <a:solidFill>
                  <a:schemeClr val="dk1"/>
                </a:solidFill>
              </a:rPr>
              <a:t> de </a:t>
            </a:r>
            <a:r>
              <a:rPr lang="en-US" sz="1900" dirty="0" err="1">
                <a:solidFill>
                  <a:schemeClr val="dk1"/>
                </a:solidFill>
              </a:rPr>
              <a:t>démarrage</a:t>
            </a:r>
            <a:r>
              <a:rPr lang="en-US" sz="1900" dirty="0">
                <a:solidFill>
                  <a:schemeClr val="dk1"/>
                </a:solidFill>
              </a:rPr>
              <a:t>, le gestionnaire de </a:t>
            </a:r>
            <a:r>
              <a:rPr lang="en-US" sz="1900" dirty="0" err="1">
                <a:solidFill>
                  <a:schemeClr val="dk1"/>
                </a:solidFill>
              </a:rPr>
              <a:t>démarrage</a:t>
            </a:r>
            <a:r>
              <a:rPr lang="en-US" sz="1900" dirty="0">
                <a:solidFill>
                  <a:schemeClr val="dk1"/>
                </a:solidFill>
              </a:rPr>
              <a:t> UEFI </a:t>
            </a:r>
            <a:r>
              <a:rPr lang="en-US" sz="1900" dirty="0" err="1">
                <a:solidFill>
                  <a:schemeClr val="dk1"/>
                </a:solidFill>
              </a:rPr>
              <a:t>détermine</a:t>
            </a:r>
            <a:r>
              <a:rPr lang="en-US" sz="1900" dirty="0">
                <a:solidFill>
                  <a:schemeClr val="dk1"/>
                </a:solidFill>
              </a:rPr>
              <a:t> </a:t>
            </a:r>
            <a:r>
              <a:rPr lang="en-US" sz="1900" dirty="0" err="1">
                <a:solidFill>
                  <a:schemeClr val="dk1"/>
                </a:solidFill>
              </a:rPr>
              <a:t>l'ESP</a:t>
            </a:r>
            <a:r>
              <a:rPr lang="en-US" sz="1900" dirty="0">
                <a:solidFill>
                  <a:schemeClr val="dk1"/>
                </a:solidFill>
              </a:rPr>
              <a:t> </a:t>
            </a:r>
            <a:r>
              <a:rPr lang="en-US" sz="1900" dirty="0" err="1">
                <a:solidFill>
                  <a:schemeClr val="dk1"/>
                </a:solidFill>
              </a:rPr>
              <a:t>approprié</a:t>
            </a:r>
            <a:r>
              <a:rPr lang="en-US" sz="1900" dirty="0">
                <a:solidFill>
                  <a:schemeClr val="dk1"/>
                </a:solidFill>
              </a:rPr>
              <a:t> à </a:t>
            </a:r>
            <a:r>
              <a:rPr lang="en-US" sz="1900" dirty="0" err="1">
                <a:solidFill>
                  <a:schemeClr val="dk1"/>
                </a:solidFill>
              </a:rPr>
              <a:t>utiliser</a:t>
            </a:r>
            <a:r>
              <a:rPr lang="en-US" sz="1900" dirty="0">
                <a:solidFill>
                  <a:schemeClr val="dk1"/>
                </a:solidFill>
              </a:rPr>
              <a:t>, en </a:t>
            </a:r>
            <a:r>
              <a:rPr lang="en-US" sz="1900" dirty="0" err="1">
                <a:solidFill>
                  <a:schemeClr val="dk1"/>
                </a:solidFill>
              </a:rPr>
              <a:t>fonction</a:t>
            </a:r>
            <a:r>
              <a:rPr lang="en-US" sz="1900" dirty="0">
                <a:solidFill>
                  <a:schemeClr val="dk1"/>
                </a:solidFill>
              </a:rPr>
              <a:t> de </a:t>
            </a:r>
            <a:r>
              <a:rPr lang="en-US" sz="1900" dirty="0" err="1">
                <a:solidFill>
                  <a:schemeClr val="dk1"/>
                </a:solidFill>
              </a:rPr>
              <a:t>l'ordre</a:t>
            </a:r>
            <a:r>
              <a:rPr lang="en-US" sz="1900" dirty="0">
                <a:solidFill>
                  <a:schemeClr val="dk1"/>
                </a:solidFill>
              </a:rPr>
              <a:t> </a:t>
            </a:r>
            <a:r>
              <a:rPr lang="en-US" sz="1900" dirty="0" err="1" smtClean="0">
                <a:solidFill>
                  <a:schemeClr val="dk1"/>
                </a:solidFill>
              </a:rPr>
              <a:t>défini</a:t>
            </a:r>
            <a:r>
              <a:rPr lang="en-US" sz="1900" dirty="0" smtClean="0">
                <a:solidFill>
                  <a:schemeClr val="dk1"/>
                </a:solidFill>
              </a:rPr>
              <a:t> </a:t>
            </a:r>
            <a:r>
              <a:rPr lang="en-US" sz="1900" dirty="0" err="1" smtClean="0">
                <a:solidFill>
                  <a:schemeClr val="dk1"/>
                </a:solidFill>
              </a:rPr>
              <a:t>dans</a:t>
            </a:r>
            <a:r>
              <a:rPr lang="en-US" sz="1900" dirty="0" smtClean="0">
                <a:solidFill>
                  <a:schemeClr val="dk1"/>
                </a:solidFill>
              </a:rPr>
              <a:t> </a:t>
            </a:r>
            <a:r>
              <a:rPr lang="en-US" sz="1900" dirty="0">
                <a:solidFill>
                  <a:schemeClr val="dk1"/>
                </a:solidFill>
              </a:rPr>
              <a:t>le . le gestionnaire de </a:t>
            </a:r>
            <a:r>
              <a:rPr lang="en-US" sz="1900" dirty="0" err="1" smtClean="0">
                <a:solidFill>
                  <a:schemeClr val="dk1"/>
                </a:solidFill>
              </a:rPr>
              <a:t>démarrage</a:t>
            </a:r>
            <a:r>
              <a:rPr lang="en-US" sz="1900" dirty="0" smtClean="0">
                <a:solidFill>
                  <a:schemeClr val="dk1"/>
                </a:solidFill>
              </a:rPr>
              <a:t> (</a:t>
            </a:r>
            <a:r>
              <a:rPr lang="en-US" sz="1900" b="1" dirty="0" smtClean="0">
                <a:solidFill>
                  <a:schemeClr val="dk1"/>
                </a:solidFill>
              </a:rPr>
              <a:t>boot manager</a:t>
            </a:r>
            <a:r>
              <a:rPr lang="en-US" sz="1900" dirty="0" smtClean="0">
                <a:solidFill>
                  <a:schemeClr val="dk1"/>
                </a:solidFill>
              </a:rPr>
              <a:t>)</a:t>
            </a:r>
            <a:endParaRPr sz="1900" dirty="0">
              <a:solidFill>
                <a:schemeClr val="dk1"/>
              </a:solidFill>
            </a:endParaRPr>
          </a:p>
          <a:p>
            <a:pPr marL="0" lvl="0" indent="0" algn="just" rtl="0">
              <a:lnSpc>
                <a:spcPct val="150000"/>
              </a:lnSpc>
              <a:spcBef>
                <a:spcPts val="0"/>
              </a:spcBef>
              <a:spcAft>
                <a:spcPts val="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Séquence</a:t>
            </a:r>
            <a:r>
              <a:rPr lang="en-US" dirty="0"/>
              <a:t> de </a:t>
            </a:r>
            <a:r>
              <a:rPr lang="en-US" dirty="0" err="1" smtClean="0"/>
              <a:t>démarrage</a:t>
            </a:r>
            <a:endParaRPr dirty="0"/>
          </a:p>
        </p:txBody>
      </p:sp>
      <p:sp>
        <p:nvSpPr>
          <p:cNvPr id="285" name="Google Shape;285;p19"/>
          <p:cNvSpPr txBox="1">
            <a:spLocks noGrp="1"/>
          </p:cNvSpPr>
          <p:nvPr>
            <p:ph type="body" idx="1"/>
          </p:nvPr>
        </p:nvSpPr>
        <p:spPr>
          <a:xfrm>
            <a:off x="583226" y="1468040"/>
            <a:ext cx="11340300" cy="5266500"/>
          </a:xfrm>
          <a:prstGeom prst="rect">
            <a:avLst/>
          </a:prstGeom>
          <a:noFill/>
          <a:ln>
            <a:noFill/>
          </a:ln>
        </p:spPr>
        <p:txBody>
          <a:bodyPr spcFirstLastPara="1" wrap="square" lIns="50800" tIns="50800" rIns="50800" bIns="50800" numCol="2" anchor="t" anchorCtr="0">
            <a:normAutofit/>
          </a:bodyPr>
          <a:lstStyle/>
          <a:p>
            <a:pPr marL="457200" lvl="0" indent="-325471" algn="just" rtl="0">
              <a:lnSpc>
                <a:spcPct val="150000"/>
              </a:lnSpc>
              <a:spcBef>
                <a:spcPts val="1700"/>
              </a:spcBef>
              <a:spcAft>
                <a:spcPts val="0"/>
              </a:spcAft>
              <a:buClr>
                <a:schemeClr val="dk1"/>
              </a:buClr>
              <a:buSzPct val="100000"/>
              <a:buChar char="●"/>
            </a:pPr>
            <a:r>
              <a:rPr lang="fr-FR" sz="1800" dirty="0" smtClean="0">
                <a:solidFill>
                  <a:schemeClr val="dk1"/>
                </a:solidFill>
              </a:rPr>
              <a:t> </a:t>
            </a:r>
            <a:r>
              <a:rPr lang="en-US" sz="2000" dirty="0" smtClean="0">
                <a:solidFill>
                  <a:schemeClr val="dk1"/>
                </a:solidFill>
              </a:rPr>
              <a:t>Si </a:t>
            </a:r>
            <a:r>
              <a:rPr lang="en-US" sz="2000" dirty="0">
                <a:solidFill>
                  <a:schemeClr val="dk1"/>
                </a:solidFill>
              </a:rPr>
              <a:t>le </a:t>
            </a:r>
            <a:r>
              <a:rPr lang="en-US" sz="2000" dirty="0" err="1">
                <a:solidFill>
                  <a:schemeClr val="dk1"/>
                </a:solidFill>
              </a:rPr>
              <a:t>démarrage</a:t>
            </a:r>
            <a:r>
              <a:rPr lang="en-US" sz="2000" dirty="0">
                <a:solidFill>
                  <a:schemeClr val="dk1"/>
                </a:solidFill>
              </a:rPr>
              <a:t> </a:t>
            </a:r>
            <a:r>
              <a:rPr lang="en-US" sz="2000" dirty="0" err="1">
                <a:solidFill>
                  <a:schemeClr val="dk1"/>
                </a:solidFill>
              </a:rPr>
              <a:t>sécurisé</a:t>
            </a:r>
            <a:r>
              <a:rPr lang="en-US" sz="2000" dirty="0">
                <a:solidFill>
                  <a:schemeClr val="dk1"/>
                </a:solidFill>
              </a:rPr>
              <a:t> </a:t>
            </a:r>
            <a:r>
              <a:rPr lang="en-US" sz="2000" dirty="0" err="1">
                <a:solidFill>
                  <a:schemeClr val="dk1"/>
                </a:solidFill>
              </a:rPr>
              <a:t>n'est</a:t>
            </a:r>
            <a:r>
              <a:rPr lang="en-US" sz="2000" dirty="0">
                <a:solidFill>
                  <a:schemeClr val="dk1"/>
                </a:solidFill>
              </a:rPr>
              <a:t> pas </a:t>
            </a:r>
            <a:r>
              <a:rPr lang="en-US" sz="2000" dirty="0" err="1">
                <a:solidFill>
                  <a:schemeClr val="dk1"/>
                </a:solidFill>
              </a:rPr>
              <a:t>activé</a:t>
            </a:r>
            <a:r>
              <a:rPr lang="en-US" sz="2000" dirty="0">
                <a:solidFill>
                  <a:schemeClr val="dk1"/>
                </a:solidFill>
              </a:rPr>
              <a:t>, le </a:t>
            </a:r>
            <a:r>
              <a:rPr lang="en-US" sz="2000" dirty="0" smtClean="0">
                <a:solidFill>
                  <a:schemeClr val="dk1"/>
                </a:solidFill>
              </a:rPr>
              <a:t>gestionnaire </a:t>
            </a:r>
            <a:r>
              <a:rPr lang="en-US" sz="2000" dirty="0">
                <a:solidFill>
                  <a:schemeClr val="dk1"/>
                </a:solidFill>
              </a:rPr>
              <a:t>de </a:t>
            </a:r>
            <a:r>
              <a:rPr lang="en-US" sz="2000" dirty="0" err="1" smtClean="0">
                <a:solidFill>
                  <a:schemeClr val="dk1"/>
                </a:solidFill>
              </a:rPr>
              <a:t>démarrage</a:t>
            </a:r>
            <a:r>
              <a:rPr lang="en-US" sz="2000" dirty="0" smtClean="0">
                <a:solidFill>
                  <a:schemeClr val="dk1"/>
                </a:solidFill>
              </a:rPr>
              <a:t> </a:t>
            </a:r>
            <a:r>
              <a:rPr lang="en-US" sz="2000" b="1" dirty="0" smtClean="0">
                <a:solidFill>
                  <a:schemeClr val="dk1"/>
                </a:solidFill>
              </a:rPr>
              <a:t>BOOTX64.Efi </a:t>
            </a:r>
            <a:r>
              <a:rPr lang="en-US" sz="2000" dirty="0" err="1">
                <a:solidFill>
                  <a:schemeClr val="dk1"/>
                </a:solidFill>
              </a:rPr>
              <a:t>exécute</a:t>
            </a:r>
            <a:r>
              <a:rPr lang="en-US" sz="2000" dirty="0">
                <a:solidFill>
                  <a:schemeClr val="dk1"/>
                </a:solidFill>
              </a:rPr>
              <a:t> le </a:t>
            </a:r>
            <a:r>
              <a:rPr lang="en-US" sz="2000" dirty="0" err="1">
                <a:solidFill>
                  <a:schemeClr val="dk1"/>
                </a:solidFill>
              </a:rPr>
              <a:t>chargeur</a:t>
            </a:r>
            <a:r>
              <a:rPr lang="en-US" sz="2000" dirty="0">
                <a:solidFill>
                  <a:schemeClr val="dk1"/>
                </a:solidFill>
              </a:rPr>
              <a:t> de </a:t>
            </a:r>
            <a:r>
              <a:rPr lang="en-US" sz="2000" dirty="0" err="1">
                <a:solidFill>
                  <a:schemeClr val="dk1"/>
                </a:solidFill>
              </a:rPr>
              <a:t>démarrage</a:t>
            </a:r>
            <a:r>
              <a:rPr lang="en-US" sz="2000" dirty="0">
                <a:solidFill>
                  <a:schemeClr val="dk1"/>
                </a:solidFill>
              </a:rPr>
              <a:t> </a:t>
            </a:r>
            <a:r>
              <a:rPr lang="en-US" sz="2000" b="1" dirty="0">
                <a:solidFill>
                  <a:schemeClr val="dk1"/>
                </a:solidFill>
              </a:rPr>
              <a:t>grubx64.efi.</a:t>
            </a:r>
            <a:r>
              <a:rPr lang="en-US" sz="2000" dirty="0">
                <a:solidFill>
                  <a:schemeClr val="dk1"/>
                </a:solidFill>
              </a:rPr>
              <a:t> </a:t>
            </a:r>
            <a:r>
              <a:rPr lang="en-US" sz="2000" dirty="0" err="1" smtClean="0">
                <a:solidFill>
                  <a:schemeClr val="dk1"/>
                </a:solidFill>
              </a:rPr>
              <a:t>Sinon</a:t>
            </a:r>
            <a:r>
              <a:rPr lang="en-US" sz="2000" dirty="0" smtClean="0">
                <a:solidFill>
                  <a:schemeClr val="dk1"/>
                </a:solidFill>
              </a:rPr>
              <a:t> </a:t>
            </a:r>
            <a:r>
              <a:rPr lang="en-US" sz="2000" dirty="0" err="1">
                <a:solidFill>
                  <a:schemeClr val="dk1"/>
                </a:solidFill>
              </a:rPr>
              <a:t>l’application</a:t>
            </a:r>
            <a:r>
              <a:rPr lang="en-US" sz="2000" dirty="0">
                <a:solidFill>
                  <a:schemeClr val="dk1"/>
                </a:solidFill>
              </a:rPr>
              <a:t> </a:t>
            </a:r>
            <a:r>
              <a:rPr lang="en-US" sz="2000" b="1" dirty="0" err="1">
                <a:solidFill>
                  <a:schemeClr val="dk1"/>
                </a:solidFill>
              </a:rPr>
              <a:t>shim.efi</a:t>
            </a:r>
            <a:r>
              <a:rPr lang="en-US" sz="2000" dirty="0">
                <a:solidFill>
                  <a:schemeClr val="dk1"/>
                </a:solidFill>
              </a:rPr>
              <a:t> </a:t>
            </a:r>
            <a:r>
              <a:rPr lang="en-US" sz="2000" dirty="0" err="1">
                <a:solidFill>
                  <a:schemeClr val="dk1"/>
                </a:solidFill>
              </a:rPr>
              <a:t>responsable</a:t>
            </a:r>
            <a:r>
              <a:rPr lang="en-US" sz="2000" dirty="0">
                <a:solidFill>
                  <a:schemeClr val="dk1"/>
                </a:solidFill>
              </a:rPr>
              <a:t> de la certification </a:t>
            </a:r>
            <a:r>
              <a:rPr lang="en-US" sz="2000" dirty="0" err="1">
                <a:solidFill>
                  <a:schemeClr val="dk1"/>
                </a:solidFill>
              </a:rPr>
              <a:t>est</a:t>
            </a:r>
            <a:r>
              <a:rPr lang="en-US" sz="2000" dirty="0">
                <a:solidFill>
                  <a:schemeClr val="dk1"/>
                </a:solidFill>
              </a:rPr>
              <a:t> </a:t>
            </a:r>
            <a:r>
              <a:rPr lang="en-US" sz="2000" dirty="0" err="1">
                <a:solidFill>
                  <a:schemeClr val="dk1"/>
                </a:solidFill>
              </a:rPr>
              <a:t>chargée</a:t>
            </a:r>
            <a:r>
              <a:rPr lang="en-US" sz="2000" dirty="0">
                <a:solidFill>
                  <a:schemeClr val="dk1"/>
                </a:solidFill>
              </a:rPr>
              <a:t> en premier </a:t>
            </a:r>
            <a:r>
              <a:rPr lang="en-US" sz="2000" dirty="0" err="1">
                <a:solidFill>
                  <a:schemeClr val="dk1"/>
                </a:solidFill>
              </a:rPr>
              <a:t>avant</a:t>
            </a:r>
            <a:r>
              <a:rPr lang="en-US" sz="2000" dirty="0">
                <a:solidFill>
                  <a:schemeClr val="dk1"/>
                </a:solidFill>
              </a:rPr>
              <a:t> le </a:t>
            </a:r>
            <a:r>
              <a:rPr lang="en-US" sz="2000" dirty="0" err="1">
                <a:solidFill>
                  <a:schemeClr val="dk1"/>
                </a:solidFill>
              </a:rPr>
              <a:t>chargeur</a:t>
            </a:r>
            <a:r>
              <a:rPr lang="en-US" sz="2000" dirty="0">
                <a:solidFill>
                  <a:schemeClr val="dk1"/>
                </a:solidFill>
              </a:rPr>
              <a:t> de </a:t>
            </a:r>
            <a:r>
              <a:rPr lang="en-US" sz="2000" dirty="0" err="1">
                <a:solidFill>
                  <a:schemeClr val="dk1"/>
                </a:solidFill>
              </a:rPr>
              <a:t>démarrage</a:t>
            </a:r>
            <a:r>
              <a:rPr lang="en-US" sz="2000" dirty="0">
                <a:solidFill>
                  <a:schemeClr val="dk1"/>
                </a:solidFill>
              </a:rPr>
              <a:t> GRUB Si le </a:t>
            </a:r>
            <a:r>
              <a:rPr lang="en-US" sz="2000" dirty="0" err="1">
                <a:solidFill>
                  <a:schemeClr val="dk1"/>
                </a:solidFill>
              </a:rPr>
              <a:t>certificat</a:t>
            </a:r>
            <a:r>
              <a:rPr lang="en-US" sz="2000" dirty="0">
                <a:solidFill>
                  <a:schemeClr val="dk1"/>
                </a:solidFill>
              </a:rPr>
              <a:t> </a:t>
            </a:r>
            <a:r>
              <a:rPr lang="en-US" sz="2000" dirty="0" err="1">
                <a:solidFill>
                  <a:schemeClr val="dk1"/>
                </a:solidFill>
              </a:rPr>
              <a:t>est</a:t>
            </a:r>
            <a:r>
              <a:rPr lang="en-US" sz="2000" dirty="0">
                <a:solidFill>
                  <a:schemeClr val="dk1"/>
                </a:solidFill>
              </a:rPr>
              <a:t> </a:t>
            </a:r>
            <a:r>
              <a:rPr lang="en-US" sz="2000" dirty="0" err="1">
                <a:solidFill>
                  <a:schemeClr val="dk1"/>
                </a:solidFill>
              </a:rPr>
              <a:t>valide</a:t>
            </a:r>
            <a:r>
              <a:rPr lang="en-US" sz="2000" dirty="0">
                <a:solidFill>
                  <a:schemeClr val="dk1"/>
                </a:solidFill>
              </a:rPr>
              <a:t>, le </a:t>
            </a:r>
            <a:r>
              <a:rPr lang="en-US" sz="2000" dirty="0" err="1">
                <a:solidFill>
                  <a:schemeClr val="dk1"/>
                </a:solidFill>
              </a:rPr>
              <a:t>chargeur</a:t>
            </a:r>
            <a:r>
              <a:rPr lang="en-US" sz="2000" dirty="0">
                <a:solidFill>
                  <a:schemeClr val="dk1"/>
                </a:solidFill>
              </a:rPr>
              <a:t> de </a:t>
            </a:r>
            <a:r>
              <a:rPr lang="en-US" sz="2000" dirty="0" err="1">
                <a:solidFill>
                  <a:schemeClr val="dk1"/>
                </a:solidFill>
              </a:rPr>
              <a:t>démarrage</a:t>
            </a:r>
            <a:r>
              <a:rPr lang="en-US" sz="2000" dirty="0">
                <a:solidFill>
                  <a:schemeClr val="dk1"/>
                </a:solidFill>
              </a:rPr>
              <a:t> </a:t>
            </a:r>
            <a:r>
              <a:rPr lang="en-US" sz="2000" dirty="0" err="1">
                <a:solidFill>
                  <a:schemeClr val="dk1"/>
                </a:solidFill>
              </a:rPr>
              <a:t>s'exécute</a:t>
            </a:r>
            <a:r>
              <a:rPr lang="en-US" sz="2000" dirty="0">
                <a:solidFill>
                  <a:schemeClr val="dk1"/>
                </a:solidFill>
              </a:rPr>
              <a:t> et, à son tour, </a:t>
            </a:r>
            <a:r>
              <a:rPr lang="en-US" sz="2000" dirty="0" err="1">
                <a:solidFill>
                  <a:schemeClr val="dk1"/>
                </a:solidFill>
              </a:rPr>
              <a:t>valide</a:t>
            </a:r>
            <a:r>
              <a:rPr lang="en-US" sz="2000" dirty="0">
                <a:solidFill>
                  <a:schemeClr val="dk1"/>
                </a:solidFill>
              </a:rPr>
              <a:t> le </a:t>
            </a:r>
            <a:r>
              <a:rPr lang="en-US" sz="2000" dirty="0" err="1">
                <a:solidFill>
                  <a:schemeClr val="dk1"/>
                </a:solidFill>
              </a:rPr>
              <a:t>noyau</a:t>
            </a:r>
            <a:r>
              <a:rPr lang="en-US" sz="2000" dirty="0">
                <a:solidFill>
                  <a:schemeClr val="dk1"/>
                </a:solidFill>
              </a:rPr>
              <a:t> </a:t>
            </a:r>
            <a:r>
              <a:rPr lang="en-US" sz="2000" dirty="0" err="1">
                <a:solidFill>
                  <a:schemeClr val="dk1"/>
                </a:solidFill>
              </a:rPr>
              <a:t>qu'il</a:t>
            </a:r>
            <a:r>
              <a:rPr lang="en-US" sz="2000" dirty="0">
                <a:solidFill>
                  <a:schemeClr val="dk1"/>
                </a:solidFill>
              </a:rPr>
              <a:t> </a:t>
            </a:r>
            <a:r>
              <a:rPr lang="en-US" sz="2000" dirty="0" err="1">
                <a:solidFill>
                  <a:schemeClr val="dk1"/>
                </a:solidFill>
              </a:rPr>
              <a:t>est</a:t>
            </a:r>
            <a:r>
              <a:rPr lang="en-US" sz="2000" dirty="0">
                <a:solidFill>
                  <a:schemeClr val="dk1"/>
                </a:solidFill>
              </a:rPr>
              <a:t> </a:t>
            </a:r>
            <a:r>
              <a:rPr lang="en-US" sz="2000" dirty="0" err="1">
                <a:solidFill>
                  <a:schemeClr val="dk1"/>
                </a:solidFill>
              </a:rPr>
              <a:t>configuré</a:t>
            </a:r>
            <a:r>
              <a:rPr lang="en-US" sz="2000" dirty="0">
                <a:solidFill>
                  <a:schemeClr val="dk1"/>
                </a:solidFill>
              </a:rPr>
              <a:t> pour le charge</a:t>
            </a:r>
            <a:r>
              <a:rPr lang="en-US" sz="1800" dirty="0">
                <a:solidFill>
                  <a:schemeClr val="dk1"/>
                </a:solidFill>
              </a:rPr>
              <a:t>r.</a:t>
            </a:r>
            <a:endParaRPr sz="1800" dirty="0">
              <a:solidFill>
                <a:schemeClr val="dk1"/>
              </a:solidFill>
            </a:endParaRPr>
          </a:p>
          <a:p>
            <a:pPr marL="0" lvl="0" indent="0" algn="just" rtl="0">
              <a:lnSpc>
                <a:spcPct val="150000"/>
              </a:lnSpc>
              <a:spcBef>
                <a:spcPts val="0"/>
              </a:spcBef>
              <a:spcAft>
                <a:spcPts val="0"/>
              </a:spcAft>
              <a:buNone/>
            </a:pPr>
            <a:endParaRPr dirty="0"/>
          </a:p>
        </p:txBody>
      </p:sp>
      <p:pic>
        <p:nvPicPr>
          <p:cNvPr id="6" name="Image 5"/>
          <p:cNvPicPr>
            <a:picLocks noChangeAspect="1"/>
          </p:cNvPicPr>
          <p:nvPr/>
        </p:nvPicPr>
        <p:blipFill>
          <a:blip r:embed="rId3"/>
          <a:stretch>
            <a:fillRect/>
          </a:stretch>
        </p:blipFill>
        <p:spPr>
          <a:xfrm>
            <a:off x="6457950" y="4658915"/>
            <a:ext cx="5257800" cy="2199085"/>
          </a:xfrm>
          <a:prstGeom prst="rect">
            <a:avLst/>
          </a:prstGeom>
        </p:spPr>
      </p:pic>
      <p:pic>
        <p:nvPicPr>
          <p:cNvPr id="7" name="Image 6"/>
          <p:cNvPicPr>
            <a:picLocks noChangeAspect="1"/>
          </p:cNvPicPr>
          <p:nvPr/>
        </p:nvPicPr>
        <p:blipFill>
          <a:blip r:embed="rId4"/>
          <a:stretch>
            <a:fillRect/>
          </a:stretch>
        </p:blipFill>
        <p:spPr>
          <a:xfrm>
            <a:off x="6457950" y="1668065"/>
            <a:ext cx="5257800" cy="2790825"/>
          </a:xfrm>
          <a:prstGeom prst="rect">
            <a:avLst/>
          </a:prstGeom>
        </p:spPr>
      </p:pic>
    </p:spTree>
    <p:extLst>
      <p:ext uri="{BB962C8B-B14F-4D97-AF65-F5344CB8AC3E}">
        <p14:creationId xmlns:p14="http://schemas.microsoft.com/office/powerpoint/2010/main" val="3109600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Séquence</a:t>
            </a:r>
            <a:r>
              <a:rPr lang="en-US" dirty="0"/>
              <a:t> de </a:t>
            </a:r>
            <a:r>
              <a:rPr lang="en-US" dirty="0" err="1" smtClean="0"/>
              <a:t>démarrage</a:t>
            </a:r>
            <a:endParaRPr dirty="0"/>
          </a:p>
        </p:txBody>
      </p:sp>
      <p:sp>
        <p:nvSpPr>
          <p:cNvPr id="285" name="Google Shape;285;p19"/>
          <p:cNvSpPr txBox="1">
            <a:spLocks noGrp="1"/>
          </p:cNvSpPr>
          <p:nvPr>
            <p:ph type="body" idx="1"/>
          </p:nvPr>
        </p:nvSpPr>
        <p:spPr>
          <a:xfrm>
            <a:off x="622213" y="1419820"/>
            <a:ext cx="11340300" cy="5266500"/>
          </a:xfrm>
          <a:prstGeom prst="rect">
            <a:avLst/>
          </a:prstGeom>
          <a:noFill/>
          <a:ln>
            <a:noFill/>
          </a:ln>
        </p:spPr>
        <p:txBody>
          <a:bodyPr spcFirstLastPara="1" wrap="square" lIns="50800" tIns="50800" rIns="50800" bIns="50800" anchor="t" anchorCtr="0">
            <a:normAutofit/>
          </a:bodyPr>
          <a:lstStyle/>
          <a:p>
            <a:pPr marL="457200" lvl="0" indent="-325471" algn="just" rtl="0">
              <a:lnSpc>
                <a:spcPct val="150000"/>
              </a:lnSpc>
              <a:spcBef>
                <a:spcPts val="0"/>
              </a:spcBef>
              <a:spcAft>
                <a:spcPts val="0"/>
              </a:spcAft>
              <a:buClr>
                <a:schemeClr val="dk1"/>
              </a:buClr>
              <a:buSzPct val="100000"/>
              <a:buChar char="●"/>
            </a:pPr>
            <a:r>
              <a:rPr lang="en-US" sz="2773" dirty="0" smtClean="0">
                <a:solidFill>
                  <a:schemeClr val="dk1"/>
                </a:solidFill>
              </a:rPr>
              <a:t>Le </a:t>
            </a:r>
            <a:r>
              <a:rPr lang="en-US" sz="2773" dirty="0" err="1">
                <a:solidFill>
                  <a:schemeClr val="dk1"/>
                </a:solidFill>
              </a:rPr>
              <a:t>chargeur</a:t>
            </a:r>
            <a:r>
              <a:rPr lang="en-US" sz="2773" dirty="0">
                <a:solidFill>
                  <a:schemeClr val="dk1"/>
                </a:solidFill>
              </a:rPr>
              <a:t> de </a:t>
            </a:r>
            <a:r>
              <a:rPr lang="en-US" sz="2773" dirty="0" err="1">
                <a:solidFill>
                  <a:schemeClr val="dk1"/>
                </a:solidFill>
              </a:rPr>
              <a:t>démarrage</a:t>
            </a:r>
            <a:r>
              <a:rPr lang="en-US" sz="2773" dirty="0">
                <a:solidFill>
                  <a:schemeClr val="dk1"/>
                </a:solidFill>
              </a:rPr>
              <a:t> charge le </a:t>
            </a:r>
            <a:r>
              <a:rPr lang="en-US" sz="2773" b="1" dirty="0" err="1">
                <a:solidFill>
                  <a:schemeClr val="dk1"/>
                </a:solidFill>
              </a:rPr>
              <a:t>vmlinuz</a:t>
            </a:r>
            <a:r>
              <a:rPr lang="en-US" sz="2773" b="1" dirty="0">
                <a:solidFill>
                  <a:schemeClr val="dk1"/>
                </a:solidFill>
              </a:rPr>
              <a:t> </a:t>
            </a:r>
            <a:r>
              <a:rPr lang="en-US" sz="2773" dirty="0" err="1">
                <a:solidFill>
                  <a:schemeClr val="dk1"/>
                </a:solidFill>
              </a:rPr>
              <a:t>fichier</a:t>
            </a:r>
            <a:r>
              <a:rPr lang="en-US" sz="2773" dirty="0">
                <a:solidFill>
                  <a:schemeClr val="dk1"/>
                </a:solidFill>
              </a:rPr>
              <a:t> image du </a:t>
            </a:r>
            <a:r>
              <a:rPr lang="en-US" sz="2773" dirty="0" err="1">
                <a:solidFill>
                  <a:schemeClr val="dk1"/>
                </a:solidFill>
              </a:rPr>
              <a:t>noyau</a:t>
            </a:r>
            <a:r>
              <a:rPr lang="en-US" sz="2773" dirty="0">
                <a:solidFill>
                  <a:schemeClr val="dk1"/>
                </a:solidFill>
              </a:rPr>
              <a:t> en </a:t>
            </a:r>
            <a:r>
              <a:rPr lang="en-US" sz="2773" dirty="0" err="1">
                <a:solidFill>
                  <a:schemeClr val="dk1"/>
                </a:solidFill>
              </a:rPr>
              <a:t>mémoire</a:t>
            </a:r>
            <a:r>
              <a:rPr lang="en-US" sz="2773" dirty="0">
                <a:solidFill>
                  <a:schemeClr val="dk1"/>
                </a:solidFill>
              </a:rPr>
              <a:t> et </a:t>
            </a:r>
            <a:r>
              <a:rPr lang="en-US" sz="2773" dirty="0" err="1">
                <a:solidFill>
                  <a:schemeClr val="dk1"/>
                </a:solidFill>
              </a:rPr>
              <a:t>extrait</a:t>
            </a:r>
            <a:r>
              <a:rPr lang="en-US" sz="2773" dirty="0">
                <a:solidFill>
                  <a:schemeClr val="dk1"/>
                </a:solidFill>
              </a:rPr>
              <a:t> le </a:t>
            </a:r>
            <a:r>
              <a:rPr lang="en-US" sz="2773" dirty="0" err="1">
                <a:solidFill>
                  <a:schemeClr val="dk1"/>
                </a:solidFill>
              </a:rPr>
              <a:t>contenu</a:t>
            </a:r>
            <a:r>
              <a:rPr lang="en-US" sz="2773" dirty="0">
                <a:solidFill>
                  <a:schemeClr val="dk1"/>
                </a:solidFill>
              </a:rPr>
              <a:t> du </a:t>
            </a:r>
            <a:r>
              <a:rPr lang="en-US" sz="2773" dirty="0" err="1">
                <a:solidFill>
                  <a:schemeClr val="dk1"/>
                </a:solidFill>
              </a:rPr>
              <a:t>initramfs</a:t>
            </a:r>
            <a:r>
              <a:rPr lang="en-US" sz="2773" dirty="0">
                <a:solidFill>
                  <a:schemeClr val="dk1"/>
                </a:solidFill>
              </a:rPr>
              <a:t> </a:t>
            </a:r>
            <a:r>
              <a:rPr lang="en-US" sz="2773" dirty="0" err="1">
                <a:solidFill>
                  <a:schemeClr val="dk1"/>
                </a:solidFill>
              </a:rPr>
              <a:t>fichier</a:t>
            </a:r>
            <a:r>
              <a:rPr lang="en-US" sz="2773" dirty="0">
                <a:solidFill>
                  <a:schemeClr val="dk1"/>
                </a:solidFill>
              </a:rPr>
              <a:t> image </a:t>
            </a:r>
            <a:r>
              <a:rPr lang="en-US" sz="2773" dirty="0" err="1">
                <a:solidFill>
                  <a:schemeClr val="dk1"/>
                </a:solidFill>
              </a:rPr>
              <a:t>dans</a:t>
            </a:r>
            <a:r>
              <a:rPr lang="en-US" sz="2773" dirty="0">
                <a:solidFill>
                  <a:schemeClr val="dk1"/>
                </a:solidFill>
              </a:rPr>
              <a:t> un </a:t>
            </a:r>
            <a:r>
              <a:rPr lang="en-US" sz="2773" dirty="0" err="1">
                <a:solidFill>
                  <a:schemeClr val="dk1"/>
                </a:solidFill>
              </a:rPr>
              <a:t>système</a:t>
            </a:r>
            <a:r>
              <a:rPr lang="en-US" sz="2773" dirty="0">
                <a:solidFill>
                  <a:schemeClr val="dk1"/>
                </a:solidFill>
              </a:rPr>
              <a:t> de </a:t>
            </a:r>
            <a:r>
              <a:rPr lang="en-US" sz="2773" dirty="0" err="1">
                <a:solidFill>
                  <a:schemeClr val="dk1"/>
                </a:solidFill>
              </a:rPr>
              <a:t>fichiers</a:t>
            </a:r>
            <a:r>
              <a:rPr lang="en-US" sz="2773" dirty="0">
                <a:solidFill>
                  <a:schemeClr val="dk1"/>
                </a:solidFill>
              </a:rPr>
              <a:t> </a:t>
            </a:r>
            <a:r>
              <a:rPr lang="en-US" sz="2773" dirty="0" err="1">
                <a:solidFill>
                  <a:schemeClr val="dk1"/>
                </a:solidFill>
              </a:rPr>
              <a:t>temporaire</a:t>
            </a:r>
            <a:r>
              <a:rPr lang="en-US" sz="2773" dirty="0">
                <a:solidFill>
                  <a:schemeClr val="dk1"/>
                </a:solidFill>
              </a:rPr>
              <a:t> </a:t>
            </a:r>
            <a:r>
              <a:rPr lang="en-US" sz="2773" dirty="0" err="1">
                <a:solidFill>
                  <a:schemeClr val="dk1"/>
                </a:solidFill>
              </a:rPr>
              <a:t>basé</a:t>
            </a:r>
            <a:r>
              <a:rPr lang="en-US" sz="2773" dirty="0">
                <a:solidFill>
                  <a:schemeClr val="dk1"/>
                </a:solidFill>
              </a:rPr>
              <a:t> </a:t>
            </a:r>
            <a:r>
              <a:rPr lang="en-US" sz="2773" dirty="0" err="1">
                <a:solidFill>
                  <a:schemeClr val="dk1"/>
                </a:solidFill>
              </a:rPr>
              <a:t>sur</a:t>
            </a:r>
            <a:r>
              <a:rPr lang="en-US" sz="2773" dirty="0">
                <a:solidFill>
                  <a:schemeClr val="dk1"/>
                </a:solidFill>
              </a:rPr>
              <a:t> la </a:t>
            </a:r>
            <a:r>
              <a:rPr lang="en-US" sz="2773" dirty="0" err="1">
                <a:solidFill>
                  <a:schemeClr val="dk1"/>
                </a:solidFill>
              </a:rPr>
              <a:t>mémoire</a:t>
            </a:r>
            <a:r>
              <a:rPr lang="en-US" sz="2773" dirty="0">
                <a:solidFill>
                  <a:schemeClr val="dk1"/>
                </a:solidFill>
              </a:rPr>
              <a:t> </a:t>
            </a:r>
            <a:r>
              <a:rPr lang="en-US" sz="2773" b="1" dirty="0">
                <a:solidFill>
                  <a:schemeClr val="dk1"/>
                </a:solidFill>
              </a:rPr>
              <a:t>( </a:t>
            </a:r>
            <a:r>
              <a:rPr lang="en-US" sz="2773" b="1" dirty="0" err="1">
                <a:solidFill>
                  <a:schemeClr val="dk1"/>
                </a:solidFill>
              </a:rPr>
              <a:t>tmpfs</a:t>
            </a:r>
            <a:r>
              <a:rPr lang="en-US" sz="2773" b="1" dirty="0">
                <a:solidFill>
                  <a:schemeClr val="dk1"/>
                </a:solidFill>
              </a:rPr>
              <a:t>).</a:t>
            </a:r>
            <a:endParaRPr sz="2773" b="1" dirty="0">
              <a:solidFill>
                <a:schemeClr val="dk1"/>
              </a:solidFill>
            </a:endParaRPr>
          </a:p>
          <a:p>
            <a:pPr marL="457200" lvl="0" indent="-325471" algn="just" rtl="0">
              <a:lnSpc>
                <a:spcPct val="150000"/>
              </a:lnSpc>
              <a:spcBef>
                <a:spcPts val="0"/>
              </a:spcBef>
              <a:spcAft>
                <a:spcPts val="0"/>
              </a:spcAft>
              <a:buClr>
                <a:schemeClr val="dk1"/>
              </a:buClr>
              <a:buSzPct val="100000"/>
              <a:buChar char="●"/>
            </a:pPr>
            <a:r>
              <a:rPr lang="en-US" sz="2773" dirty="0">
                <a:solidFill>
                  <a:schemeClr val="dk1"/>
                </a:solidFill>
              </a:rPr>
              <a:t>Le </a:t>
            </a:r>
            <a:r>
              <a:rPr lang="en-US" sz="2773" dirty="0" err="1">
                <a:solidFill>
                  <a:schemeClr val="dk1"/>
                </a:solidFill>
              </a:rPr>
              <a:t>noyau</a:t>
            </a:r>
            <a:r>
              <a:rPr lang="en-US" sz="2773" dirty="0">
                <a:solidFill>
                  <a:schemeClr val="dk1"/>
                </a:solidFill>
              </a:rPr>
              <a:t> charge les modules </a:t>
            </a:r>
            <a:r>
              <a:rPr lang="en-US" sz="2773" dirty="0" err="1">
                <a:solidFill>
                  <a:schemeClr val="dk1"/>
                </a:solidFill>
              </a:rPr>
              <a:t>nécessaires</a:t>
            </a:r>
            <a:r>
              <a:rPr lang="en-US" sz="2773" dirty="0">
                <a:solidFill>
                  <a:schemeClr val="dk1"/>
                </a:solidFill>
              </a:rPr>
              <a:t> à </a:t>
            </a:r>
            <a:r>
              <a:rPr lang="en-US" sz="2773" dirty="0" err="1">
                <a:solidFill>
                  <a:schemeClr val="dk1"/>
                </a:solidFill>
              </a:rPr>
              <a:t>partir</a:t>
            </a:r>
            <a:r>
              <a:rPr lang="en-US" sz="2773" dirty="0">
                <a:solidFill>
                  <a:schemeClr val="dk1"/>
                </a:solidFill>
              </a:rPr>
              <a:t> de </a:t>
            </a:r>
            <a:r>
              <a:rPr lang="en-US" sz="2773" dirty="0" err="1">
                <a:solidFill>
                  <a:schemeClr val="dk1"/>
                </a:solidFill>
              </a:rPr>
              <a:t>l’initramfs</a:t>
            </a:r>
            <a:r>
              <a:rPr lang="en-US" sz="2773" dirty="0">
                <a:solidFill>
                  <a:schemeClr val="dk1"/>
                </a:solidFill>
              </a:rPr>
              <a:t>  pour </a:t>
            </a:r>
            <a:r>
              <a:rPr lang="en-US" sz="2773" dirty="0" err="1">
                <a:solidFill>
                  <a:schemeClr val="dk1"/>
                </a:solidFill>
              </a:rPr>
              <a:t>accéder</a:t>
            </a:r>
            <a:r>
              <a:rPr lang="en-US" sz="2773" dirty="0">
                <a:solidFill>
                  <a:schemeClr val="dk1"/>
                </a:solidFill>
              </a:rPr>
              <a:t> au </a:t>
            </a:r>
            <a:r>
              <a:rPr lang="en-US" sz="2773" dirty="0" err="1">
                <a:solidFill>
                  <a:schemeClr val="dk1"/>
                </a:solidFill>
              </a:rPr>
              <a:t>système</a:t>
            </a:r>
            <a:r>
              <a:rPr lang="en-US" sz="2773" dirty="0">
                <a:solidFill>
                  <a:schemeClr val="dk1"/>
                </a:solidFill>
              </a:rPr>
              <a:t> de </a:t>
            </a:r>
            <a:r>
              <a:rPr lang="en-US" sz="2773" dirty="0" err="1">
                <a:solidFill>
                  <a:schemeClr val="dk1"/>
                </a:solidFill>
              </a:rPr>
              <a:t>fichiers</a:t>
            </a:r>
            <a:r>
              <a:rPr lang="en-US" sz="2773" dirty="0">
                <a:solidFill>
                  <a:schemeClr val="dk1"/>
                </a:solidFill>
              </a:rPr>
              <a:t> </a:t>
            </a:r>
            <a:r>
              <a:rPr lang="en-US" sz="2773" dirty="0" err="1">
                <a:solidFill>
                  <a:schemeClr val="dk1"/>
                </a:solidFill>
              </a:rPr>
              <a:t>racine</a:t>
            </a:r>
            <a:r>
              <a:rPr lang="en-US" sz="2773" dirty="0">
                <a:solidFill>
                  <a:schemeClr val="dk1"/>
                </a:solidFill>
              </a:rPr>
              <a:t>.</a:t>
            </a:r>
            <a:endParaRPr sz="2773" dirty="0">
              <a:solidFill>
                <a:schemeClr val="dk1"/>
              </a:solidFill>
            </a:endParaRPr>
          </a:p>
          <a:p>
            <a:pPr marL="457200" lvl="0" indent="-325471" algn="just" rtl="0">
              <a:lnSpc>
                <a:spcPct val="150000"/>
              </a:lnSpc>
              <a:spcBef>
                <a:spcPts val="0"/>
              </a:spcBef>
              <a:spcAft>
                <a:spcPts val="0"/>
              </a:spcAft>
              <a:buClr>
                <a:schemeClr val="dk1"/>
              </a:buClr>
              <a:buSzPct val="100000"/>
              <a:buChar char="●"/>
            </a:pPr>
            <a:r>
              <a:rPr lang="en-US" sz="2773" dirty="0">
                <a:solidFill>
                  <a:schemeClr val="dk1"/>
                </a:solidFill>
              </a:rPr>
              <a:t>Le </a:t>
            </a:r>
            <a:r>
              <a:rPr lang="en-US" sz="2773" dirty="0" err="1">
                <a:solidFill>
                  <a:schemeClr val="dk1"/>
                </a:solidFill>
              </a:rPr>
              <a:t>noyau</a:t>
            </a:r>
            <a:r>
              <a:rPr lang="en-US" sz="2773" dirty="0">
                <a:solidFill>
                  <a:schemeClr val="dk1"/>
                </a:solidFill>
              </a:rPr>
              <a:t> </a:t>
            </a:r>
            <a:r>
              <a:rPr lang="en-US" sz="2773" dirty="0" err="1">
                <a:solidFill>
                  <a:schemeClr val="dk1"/>
                </a:solidFill>
              </a:rPr>
              <a:t>démarre</a:t>
            </a:r>
            <a:r>
              <a:rPr lang="en-US" sz="2773" dirty="0">
                <a:solidFill>
                  <a:schemeClr val="dk1"/>
                </a:solidFill>
              </a:rPr>
              <a:t> </a:t>
            </a:r>
            <a:r>
              <a:rPr lang="en-US" sz="2773" dirty="0" smtClean="0">
                <a:solidFill>
                  <a:schemeClr val="dk1"/>
                </a:solidFill>
              </a:rPr>
              <a:t>le premier </a:t>
            </a:r>
            <a:r>
              <a:rPr lang="en-US" sz="2773" dirty="0" err="1" smtClean="0">
                <a:solidFill>
                  <a:schemeClr val="dk1"/>
                </a:solidFill>
              </a:rPr>
              <a:t>processus</a:t>
            </a:r>
            <a:r>
              <a:rPr lang="en-US" sz="2773" dirty="0" smtClean="0">
                <a:solidFill>
                  <a:schemeClr val="dk1"/>
                </a:solidFill>
              </a:rPr>
              <a:t> </a:t>
            </a:r>
            <a:endParaRPr sz="2773" b="1" dirty="0">
              <a:solidFill>
                <a:schemeClr val="dk1"/>
              </a:solidFill>
            </a:endParaRPr>
          </a:p>
          <a:p>
            <a:pPr marL="0" lvl="0" indent="0" algn="just" rtl="0">
              <a:lnSpc>
                <a:spcPct val="150000"/>
              </a:lnSpc>
              <a:spcBef>
                <a:spcPts val="0"/>
              </a:spcBef>
              <a:spcAft>
                <a:spcPts val="0"/>
              </a:spcAft>
              <a:buNone/>
            </a:pPr>
            <a:endParaRPr dirty="0"/>
          </a:p>
        </p:txBody>
      </p:sp>
    </p:spTree>
    <p:extLst>
      <p:ext uri="{BB962C8B-B14F-4D97-AF65-F5344CB8AC3E}">
        <p14:creationId xmlns:p14="http://schemas.microsoft.com/office/powerpoint/2010/main" val="26233480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9"/>
          <p:cNvSpPr txBox="1">
            <a:spLocks noGrp="1"/>
          </p:cNvSpPr>
          <p:nvPr>
            <p:ph type="title"/>
          </p:nvPr>
        </p:nvSpPr>
        <p:spPr>
          <a:xfrm>
            <a:off x="672306" y="585788"/>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dirty="0" err="1"/>
              <a:t>Séquence</a:t>
            </a:r>
            <a:r>
              <a:rPr lang="en-US" dirty="0"/>
              <a:t> de </a:t>
            </a:r>
            <a:r>
              <a:rPr lang="en-US" dirty="0" err="1" smtClean="0"/>
              <a:t>démarrage</a:t>
            </a:r>
            <a:endParaRPr dirty="0"/>
          </a:p>
        </p:txBody>
      </p:sp>
      <p:pic>
        <p:nvPicPr>
          <p:cNvPr id="7" name="Image 6"/>
          <p:cNvPicPr>
            <a:picLocks noChangeAspect="1"/>
          </p:cNvPicPr>
          <p:nvPr/>
        </p:nvPicPr>
        <p:blipFill>
          <a:blip r:embed="rId3"/>
          <a:stretch>
            <a:fillRect/>
          </a:stretch>
        </p:blipFill>
        <p:spPr>
          <a:xfrm>
            <a:off x="842962" y="2157413"/>
            <a:ext cx="10345809" cy="5005250"/>
          </a:xfrm>
          <a:prstGeom prst="rect">
            <a:avLst/>
          </a:prstGeom>
        </p:spPr>
      </p:pic>
      <p:sp>
        <p:nvSpPr>
          <p:cNvPr id="6" name="AutoShape 8" descr="GRUB2 boot loader maintainers fixed hundreds of flawsSecurity Affairs"/>
          <p:cNvSpPr>
            <a:spLocks noGrp="1" noChangeAspect="1" noChangeArrowheads="1"/>
          </p:cNvSpPr>
          <p:nvPr>
            <p:ph type="body" idx="1"/>
          </p:nvPr>
        </p:nvSpPr>
        <p:spPr bwMode="auto">
          <a:xfrm>
            <a:off x="342900" y="2157413"/>
            <a:ext cx="11618913" cy="45291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Tree>
    <p:extLst>
      <p:ext uri="{BB962C8B-B14F-4D97-AF65-F5344CB8AC3E}">
        <p14:creationId xmlns:p14="http://schemas.microsoft.com/office/powerpoint/2010/main" val="32438116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 Boot loader: GRUB 2</a:t>
            </a:r>
            <a:endParaRPr/>
          </a:p>
        </p:txBody>
      </p:sp>
      <p:sp>
        <p:nvSpPr>
          <p:cNvPr id="313" name="Google Shape;313;p24"/>
          <p:cNvSpPr txBox="1">
            <a:spLocks noGrp="1"/>
          </p:cNvSpPr>
          <p:nvPr>
            <p:ph type="body" idx="1"/>
          </p:nvPr>
        </p:nvSpPr>
        <p:spPr>
          <a:xfrm>
            <a:off x="672353" y="1725589"/>
            <a:ext cx="10892117" cy="4569841"/>
          </a:xfrm>
          <a:prstGeom prst="rect">
            <a:avLst/>
          </a:prstGeom>
          <a:noFill/>
          <a:ln>
            <a:noFill/>
          </a:ln>
        </p:spPr>
        <p:txBody>
          <a:bodyPr spcFirstLastPara="1" wrap="square" lIns="50800" tIns="50800" rIns="50800" bIns="50800" anchor="t" anchorCtr="0">
            <a:normAutofit fontScale="92500"/>
          </a:bodyPr>
          <a:lstStyle/>
          <a:p>
            <a:pPr marL="203004" lvl="0" indent="-203004" algn="just" rtl="0">
              <a:lnSpc>
                <a:spcPct val="120000"/>
              </a:lnSpc>
              <a:spcBef>
                <a:spcPts val="0"/>
              </a:spcBef>
              <a:spcAft>
                <a:spcPts val="0"/>
              </a:spcAft>
              <a:buSzPts val="1320"/>
              <a:buChar char="●"/>
            </a:pPr>
            <a:r>
              <a:rPr lang="en-US"/>
              <a:t>GRUB dans sa version 2 est un chargeur de démarrage libre.</a:t>
            </a:r>
            <a:endParaRPr/>
          </a:p>
          <a:p>
            <a:pPr marL="203004" lvl="0" indent="-203004" algn="just" rtl="0">
              <a:lnSpc>
                <a:spcPct val="120000"/>
              </a:lnSpc>
              <a:spcBef>
                <a:spcPts val="1266"/>
              </a:spcBef>
              <a:spcAft>
                <a:spcPts val="0"/>
              </a:spcAft>
              <a:buSzPts val="1320"/>
              <a:buChar char="●"/>
            </a:pPr>
            <a:r>
              <a:rPr lang="en-US"/>
              <a:t>GRUB2 est composé principalement de trois fichiers:</a:t>
            </a:r>
            <a:endParaRPr/>
          </a:p>
          <a:p>
            <a:pPr marL="652122" lvl="1" indent="-285303" algn="just" rtl="0">
              <a:lnSpc>
                <a:spcPct val="120000"/>
              </a:lnSpc>
              <a:spcBef>
                <a:spcPts val="1266"/>
              </a:spcBef>
              <a:spcAft>
                <a:spcPts val="0"/>
              </a:spcAft>
              <a:buClr>
                <a:srgbClr val="414141"/>
              </a:buClr>
              <a:buSzPts val="2200"/>
              <a:buFont typeface="Palatino"/>
              <a:buAutoNum type="arabicPeriod"/>
            </a:pPr>
            <a:r>
              <a:rPr lang="en-US" b="1" i="1"/>
              <a:t>/etc/default/grub </a:t>
            </a:r>
            <a:r>
              <a:rPr lang="en-US" b="1"/>
              <a:t> </a:t>
            </a:r>
            <a:r>
              <a:rPr lang="en-US"/>
              <a:t>un fichier contenant les paramètres du menu de GRUB 2</a:t>
            </a:r>
            <a:r>
              <a:rPr lang="en-US" b="1"/>
              <a:t>,</a:t>
            </a:r>
            <a:endParaRPr b="1"/>
          </a:p>
          <a:p>
            <a:pPr marL="652122" lvl="1" indent="-285303" algn="just" rtl="0">
              <a:lnSpc>
                <a:spcPct val="120000"/>
              </a:lnSpc>
              <a:spcBef>
                <a:spcPts val="1266"/>
              </a:spcBef>
              <a:spcAft>
                <a:spcPts val="0"/>
              </a:spcAft>
              <a:buClr>
                <a:srgbClr val="414141"/>
              </a:buClr>
              <a:buSzPts val="2200"/>
              <a:buFont typeface="Palatino"/>
              <a:buAutoNum type="arabicPeriod"/>
            </a:pPr>
            <a:r>
              <a:rPr lang="en-US" b="1" i="1"/>
              <a:t>/etc/grub.d/</a:t>
            </a:r>
            <a:r>
              <a:rPr lang="en-US"/>
              <a:t> un répertoire contenant les scripts de création du menu GRUB 2, permettant de personnaliser le menu de démarrage,</a:t>
            </a:r>
            <a:endParaRPr/>
          </a:p>
          <a:p>
            <a:pPr marL="652122" lvl="1" indent="-285303" algn="just" rtl="0">
              <a:lnSpc>
                <a:spcPct val="120000"/>
              </a:lnSpc>
              <a:spcBef>
                <a:spcPts val="1266"/>
              </a:spcBef>
              <a:spcAft>
                <a:spcPts val="0"/>
              </a:spcAft>
              <a:buClr>
                <a:srgbClr val="414141"/>
              </a:buClr>
              <a:buSzPts val="2200"/>
              <a:buFont typeface="Palatino"/>
              <a:buAutoNum type="arabicPeriod"/>
            </a:pPr>
            <a:r>
              <a:rPr lang="en-US" b="1" i="1"/>
              <a:t>/boot/grub/grub.cfg</a:t>
            </a:r>
            <a:r>
              <a:rPr lang="en-US"/>
              <a:t>  un fichier de configuration final de GRUB 2, non modifiable qui est généré automatiquement par le programme grub2-mkconfig à partir des scripts /etc/default/grub et /etc/grub.d/</a:t>
            </a: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5"/>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/etc/default/grub</a:t>
            </a:r>
            <a:endParaRPr/>
          </a:p>
        </p:txBody>
      </p:sp>
      <p:sp>
        <p:nvSpPr>
          <p:cNvPr id="319" name="Google Shape;319;p25"/>
          <p:cNvSpPr txBox="1">
            <a:spLocks noGrp="1"/>
          </p:cNvSpPr>
          <p:nvPr>
            <p:ph type="body" idx="1"/>
          </p:nvPr>
        </p:nvSpPr>
        <p:spPr>
          <a:xfrm>
            <a:off x="476250" y="1725589"/>
            <a:ext cx="11239500" cy="4286251"/>
          </a:xfrm>
          <a:prstGeom prst="rect">
            <a:avLst/>
          </a:prstGeom>
          <a:noFill/>
          <a:ln>
            <a:noFill/>
          </a:ln>
        </p:spPr>
        <p:txBody>
          <a:bodyPr spcFirstLastPara="1" wrap="square" lIns="50800" tIns="50800" rIns="50800" bIns="50800" anchor="t" anchorCtr="0">
            <a:normAutofit/>
          </a:bodyPr>
          <a:lstStyle/>
          <a:p>
            <a:pPr marL="256967" lvl="0" indent="-256967" algn="just" rtl="0">
              <a:lnSpc>
                <a:spcPct val="120000"/>
              </a:lnSpc>
              <a:spcBef>
                <a:spcPts val="0"/>
              </a:spcBef>
              <a:spcAft>
                <a:spcPts val="0"/>
              </a:spcAft>
              <a:buSzPts val="1680"/>
              <a:buChar char="●"/>
            </a:pPr>
            <a:r>
              <a:rPr lang="en-US"/>
              <a:t>Le fichier /etc/default/grub contient les paramètres du menu GRUB qui sont lus et utilisés par les scripts sous </a:t>
            </a:r>
            <a:r>
              <a:rPr lang="en-US" i="1"/>
              <a:t>/etc/grub.d/</a:t>
            </a:r>
            <a:r>
              <a:rPr lang="en-US"/>
              <a:t>,</a:t>
            </a:r>
            <a:r>
              <a:rPr lang="en-US">
                <a:solidFill>
                  <a:srgbClr val="CE1C00"/>
                </a:solidFill>
              </a:rPr>
              <a:t> </a:t>
            </a:r>
            <a:r>
              <a:rPr lang="en-US"/>
              <a:t>ce qui permet de générer le fichier</a:t>
            </a:r>
            <a:r>
              <a:rPr lang="en-US" i="1"/>
              <a:t> grub.cfg</a:t>
            </a:r>
            <a:r>
              <a:rPr lang="en-US"/>
              <a:t>. </a:t>
            </a:r>
            <a:endParaRPr/>
          </a:p>
        </p:txBody>
      </p:sp>
      <p:pic>
        <p:nvPicPr>
          <p:cNvPr id="320" name="Google Shape;320;p25"/>
          <p:cNvPicPr preferRelativeResize="0"/>
          <p:nvPr/>
        </p:nvPicPr>
        <p:blipFill rotWithShape="1">
          <a:blip r:embed="rId3">
            <a:alphaModFix/>
          </a:blip>
          <a:srcRect/>
          <a:stretch/>
        </p:blipFill>
        <p:spPr>
          <a:xfrm>
            <a:off x="1657223" y="3786664"/>
            <a:ext cx="9302498" cy="1829693"/>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6"/>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a:solidFill>
                  <a:srgbClr val="D93E2B"/>
                </a:solidFill>
                <a:latin typeface="Bodoni"/>
                <a:ea typeface="Bodoni"/>
                <a:cs typeface="Bodoni"/>
                <a:sym typeface="Bodoni"/>
              </a:rPr>
              <a:t>/etc/default/grub</a:t>
            </a:r>
            <a:endParaRPr/>
          </a:p>
        </p:txBody>
      </p:sp>
      <p:sp>
        <p:nvSpPr>
          <p:cNvPr id="326" name="Google Shape;326;p26"/>
          <p:cNvSpPr txBox="1">
            <a:spLocks noGrp="1"/>
          </p:cNvSpPr>
          <p:nvPr>
            <p:ph type="body" idx="1"/>
          </p:nvPr>
        </p:nvSpPr>
        <p:spPr>
          <a:xfrm>
            <a:off x="609600" y="1969429"/>
            <a:ext cx="10988040" cy="5086118"/>
          </a:xfrm>
          <a:prstGeom prst="rect">
            <a:avLst/>
          </a:prstGeom>
          <a:noFill/>
          <a:ln>
            <a:noFill/>
          </a:ln>
        </p:spPr>
        <p:txBody>
          <a:bodyPr spcFirstLastPara="1" wrap="square" lIns="50800" tIns="50800" rIns="50800" bIns="50800" anchor="t" anchorCtr="0">
            <a:normAutofit/>
          </a:bodyPr>
          <a:lstStyle/>
          <a:p>
            <a:pPr marL="174737" lvl="0" indent="-90917" algn="just" rtl="0">
              <a:lnSpc>
                <a:spcPct val="120000"/>
              </a:lnSpc>
              <a:spcBef>
                <a:spcPts val="0"/>
              </a:spcBef>
              <a:spcAft>
                <a:spcPts val="0"/>
              </a:spcAft>
              <a:buSzPts val="1320"/>
              <a:buNone/>
            </a:pPr>
            <a:endParaRPr sz="2200" b="1" i="1">
              <a:solidFill>
                <a:srgbClr val="C00000"/>
              </a:solidFill>
            </a:endParaRPr>
          </a:p>
          <a:p>
            <a:pPr marL="174737" lvl="0" indent="-174737" algn="just" rtl="0">
              <a:lnSpc>
                <a:spcPct val="120000"/>
              </a:lnSpc>
              <a:spcBef>
                <a:spcPts val="1125"/>
              </a:spcBef>
              <a:spcAft>
                <a:spcPts val="0"/>
              </a:spcAft>
              <a:buSzPts val="1200"/>
              <a:buChar char="●"/>
            </a:pPr>
            <a:r>
              <a:rPr lang="en-US" sz="2000" b="1" i="1">
                <a:solidFill>
                  <a:srgbClr val="C00000"/>
                </a:solidFill>
              </a:rPr>
              <a:t>GRUB_DEFAULT </a:t>
            </a:r>
            <a:r>
              <a:rPr lang="en-US" sz="2000"/>
              <a:t>correspond à l’entré (OS) qui sera sélectionné par défaut. Une valeur de 0 démarre la première entrée de menu. Une valeur de 1 démarre la deuxième entrée de menu. Une valeur de « Saved » indique à GRUB 2 de charger le dernier système d'exploitation chargé avec succès.  Pour le visualiser : </a:t>
            </a:r>
            <a:r>
              <a:rPr lang="en-US" sz="2000" i="1"/>
              <a:t>grub2-editenv list</a:t>
            </a:r>
            <a:endParaRPr sz="2200" b="1" i="1">
              <a:solidFill>
                <a:srgbClr val="C00000"/>
              </a:solidFill>
            </a:endParaRPr>
          </a:p>
          <a:p>
            <a:pPr marL="174737" lvl="0" indent="-174737" algn="just" rtl="0">
              <a:lnSpc>
                <a:spcPct val="120000"/>
              </a:lnSpc>
              <a:spcBef>
                <a:spcPts val="1125"/>
              </a:spcBef>
              <a:spcAft>
                <a:spcPts val="0"/>
              </a:spcAft>
              <a:buSzPts val="1320"/>
              <a:buChar char="●"/>
            </a:pPr>
            <a:r>
              <a:rPr lang="en-US" sz="2200" b="1" i="1">
                <a:solidFill>
                  <a:srgbClr val="C00000"/>
                </a:solidFill>
              </a:rPr>
              <a:t>GRUB_TIMEOUT</a:t>
            </a:r>
            <a:r>
              <a:rPr lang="en-US" sz="2200" i="1">
                <a:solidFill>
                  <a:srgbClr val="C00000"/>
                </a:solidFill>
              </a:rPr>
              <a:t> </a:t>
            </a:r>
            <a:r>
              <a:rPr lang="en-US" sz="2212"/>
              <a:t>est la durée en secondes de l’affichage du menu avant de lancer le système sélectionné par défaut</a:t>
            </a:r>
            <a:r>
              <a:rPr lang="en-US"/>
              <a:t>. </a:t>
            </a:r>
            <a:endParaRPr/>
          </a:p>
          <a:p>
            <a:pPr marL="174737" lvl="0" indent="-174737" algn="just" rtl="0">
              <a:lnSpc>
                <a:spcPct val="120000"/>
              </a:lnSpc>
              <a:spcBef>
                <a:spcPts val="1125"/>
              </a:spcBef>
              <a:spcAft>
                <a:spcPts val="0"/>
              </a:spcAft>
              <a:buSzPts val="1320"/>
              <a:buChar char="●"/>
            </a:pPr>
            <a:r>
              <a:rPr lang="en-US" sz="2200" b="1" i="1">
                <a:solidFill>
                  <a:srgbClr val="C00000"/>
                </a:solidFill>
              </a:rPr>
              <a:t>GRUB_DISTRIBUTOR  </a:t>
            </a:r>
            <a:r>
              <a:rPr lang="en-US" sz="2212"/>
              <a:t>définit la syntaxe des titres du menu.</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7"/>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22"/>
              <a:buFont typeface="Bodoni"/>
              <a:buNone/>
            </a:pPr>
            <a:r>
              <a:rPr lang="en-US" sz="4922" b="0" i="0" u="none" strike="noStrike" cap="none" dirty="0">
                <a:solidFill>
                  <a:srgbClr val="D93E2B"/>
                </a:solidFill>
                <a:latin typeface="Bodoni"/>
                <a:ea typeface="Bodoni"/>
                <a:cs typeface="Bodoni"/>
                <a:sym typeface="Bodoni"/>
              </a:rPr>
              <a:t>/</a:t>
            </a:r>
            <a:r>
              <a:rPr lang="en-US" sz="4922" b="0" i="0" u="none" strike="noStrike" cap="none" dirty="0" err="1">
                <a:solidFill>
                  <a:srgbClr val="D93E2B"/>
                </a:solidFill>
                <a:latin typeface="Bodoni"/>
                <a:ea typeface="Bodoni"/>
                <a:cs typeface="Bodoni"/>
                <a:sym typeface="Bodoni"/>
              </a:rPr>
              <a:t>etc</a:t>
            </a:r>
            <a:r>
              <a:rPr lang="en-US" sz="4922" b="0" i="0" u="none" strike="noStrike" cap="none" dirty="0">
                <a:solidFill>
                  <a:srgbClr val="D93E2B"/>
                </a:solidFill>
                <a:latin typeface="Bodoni"/>
                <a:ea typeface="Bodoni"/>
                <a:cs typeface="Bodoni"/>
                <a:sym typeface="Bodoni"/>
              </a:rPr>
              <a:t>/default/grub</a:t>
            </a:r>
            <a:endParaRPr dirty="0"/>
          </a:p>
        </p:txBody>
      </p:sp>
      <p:sp>
        <p:nvSpPr>
          <p:cNvPr id="332" name="Google Shape;332;p27"/>
          <p:cNvSpPr txBox="1">
            <a:spLocks noGrp="1"/>
          </p:cNvSpPr>
          <p:nvPr>
            <p:ph type="body" idx="1"/>
          </p:nvPr>
        </p:nvSpPr>
        <p:spPr>
          <a:xfrm>
            <a:off x="601980" y="2030389"/>
            <a:ext cx="10988040" cy="5086118"/>
          </a:xfrm>
          <a:prstGeom prst="rect">
            <a:avLst/>
          </a:prstGeom>
          <a:noFill/>
          <a:ln>
            <a:noFill/>
          </a:ln>
        </p:spPr>
        <p:txBody>
          <a:bodyPr spcFirstLastPara="1" wrap="square" lIns="50800" tIns="50800" rIns="50800" bIns="50800" anchor="t" anchorCtr="0">
            <a:normAutofit/>
          </a:bodyPr>
          <a:lstStyle/>
          <a:p>
            <a:pPr marL="330387" lvl="0" indent="-330387" algn="l" rtl="0">
              <a:lnSpc>
                <a:spcPct val="100000"/>
              </a:lnSpc>
              <a:spcBef>
                <a:spcPts val="0"/>
              </a:spcBef>
              <a:spcAft>
                <a:spcPts val="0"/>
              </a:spcAft>
              <a:buSzPts val="1320"/>
              <a:buFont typeface="Arial"/>
              <a:buChar char="•"/>
            </a:pPr>
            <a:r>
              <a:rPr lang="en-US" sz="2200" b="1" i="1" dirty="0">
                <a:solidFill>
                  <a:srgbClr val="C00000"/>
                </a:solidFill>
              </a:rPr>
              <a:t>GRUB_CMDLINE_LINUX_DEFAULT </a:t>
            </a:r>
            <a:r>
              <a:rPr lang="en-US" sz="2212" dirty="0" err="1"/>
              <a:t>affichera</a:t>
            </a:r>
            <a:r>
              <a:rPr lang="en-US" sz="2212" dirty="0"/>
              <a:t> </a:t>
            </a:r>
            <a:r>
              <a:rPr lang="en-US" sz="2212" dirty="0" err="1"/>
              <a:t>simplement</a:t>
            </a:r>
            <a:r>
              <a:rPr lang="en-US" sz="2212" dirty="0"/>
              <a:t> un </a:t>
            </a:r>
            <a:r>
              <a:rPr lang="en-US" sz="2212" dirty="0" err="1"/>
              <a:t>écran</a:t>
            </a:r>
            <a:r>
              <a:rPr lang="en-US" sz="2212" dirty="0"/>
              <a:t> vide </a:t>
            </a:r>
            <a:r>
              <a:rPr lang="en-US" sz="2212" dirty="0" err="1"/>
              <a:t>avant</a:t>
            </a:r>
            <a:r>
              <a:rPr lang="en-US" sz="2212" dirty="0"/>
              <a:t> </a:t>
            </a:r>
            <a:r>
              <a:rPr lang="en-US" sz="2212" dirty="0" err="1"/>
              <a:t>d’afficher</a:t>
            </a:r>
            <a:r>
              <a:rPr lang="en-US" sz="2212" dirty="0"/>
              <a:t> le menu GRUB.</a:t>
            </a:r>
            <a:endParaRPr dirty="0"/>
          </a:p>
          <a:p>
            <a:pPr marL="330387" lvl="0" indent="-330387" algn="l" rtl="0">
              <a:lnSpc>
                <a:spcPct val="100000"/>
              </a:lnSpc>
              <a:spcBef>
                <a:spcPts val="1687"/>
              </a:spcBef>
              <a:spcAft>
                <a:spcPts val="0"/>
              </a:spcAft>
              <a:buSzPts val="1320"/>
              <a:buFont typeface="Arial"/>
              <a:buChar char="•"/>
            </a:pPr>
            <a:r>
              <a:rPr lang="en-US" sz="2200" b="1" i="1" dirty="0">
                <a:solidFill>
                  <a:srgbClr val="C00000"/>
                </a:solidFill>
              </a:rPr>
              <a:t>GRUB_CMDLINE_LINUX </a:t>
            </a:r>
            <a:r>
              <a:rPr lang="en-US" sz="2212" dirty="0" err="1"/>
              <a:t>définie</a:t>
            </a:r>
            <a:r>
              <a:rPr lang="en-US" sz="2212" dirty="0"/>
              <a:t> les options de </a:t>
            </a:r>
            <a:r>
              <a:rPr lang="en-US" sz="2212" dirty="0" err="1"/>
              <a:t>noyau</a:t>
            </a:r>
            <a:r>
              <a:rPr lang="en-US" sz="2212" dirty="0"/>
              <a:t> communes. Par </a:t>
            </a:r>
            <a:r>
              <a:rPr lang="en-US" sz="2212" dirty="0" err="1" smtClean="0"/>
              <a:t>exemple</a:t>
            </a:r>
            <a:r>
              <a:rPr lang="en-US" sz="2212" dirty="0"/>
              <a:t> </a:t>
            </a:r>
            <a:r>
              <a:rPr lang="en-US" sz="2212" dirty="0" smtClean="0"/>
              <a:t>:</a:t>
            </a:r>
            <a:endParaRPr lang="en-US" sz="2212" dirty="0" smtClean="0"/>
          </a:p>
          <a:p>
            <a:pPr marL="1384300" lvl="0" indent="-457200">
              <a:buSzPts val="1320"/>
              <a:buFont typeface="Wingdings" panose="05000000000000000000" pitchFamily="2" charset="2"/>
              <a:buChar char="ü"/>
            </a:pPr>
            <a:r>
              <a:rPr lang="fr-FR" sz="2212" dirty="0" err="1"/>
              <a:t>mem</a:t>
            </a:r>
            <a:r>
              <a:rPr lang="fr-FR" sz="2212" dirty="0"/>
              <a:t> : Limite la quantité de la mémoire</a:t>
            </a:r>
          </a:p>
          <a:p>
            <a:pPr marL="1384300" lvl="0" indent="-457200">
              <a:buSzPts val="1320"/>
              <a:buFont typeface="Wingdings" panose="05000000000000000000" pitchFamily="2" charset="2"/>
              <a:buChar char="ü"/>
            </a:pPr>
            <a:r>
              <a:rPr lang="fr-FR" sz="2212" dirty="0"/>
              <a:t>quiet : Masque la plupart des messages de démarrage.</a:t>
            </a:r>
          </a:p>
          <a:p>
            <a:pPr marL="1384300" lvl="0" indent="-457200">
              <a:buSzPts val="1320"/>
              <a:buFont typeface="Wingdings" panose="05000000000000000000" pitchFamily="2" charset="2"/>
              <a:buChar char="ü"/>
            </a:pPr>
            <a:r>
              <a:rPr lang="fr-FR" sz="2212" dirty="0" err="1"/>
              <a:t>root</a:t>
            </a:r>
            <a:r>
              <a:rPr lang="fr-FR" sz="2212" dirty="0"/>
              <a:t>: Définit </a:t>
            </a:r>
            <a:r>
              <a:rPr lang="fr-FR" sz="2212" dirty="0"/>
              <a:t>la partition </a:t>
            </a:r>
            <a:r>
              <a:rPr lang="fr-FR" sz="2212" dirty="0" smtClean="0"/>
              <a:t>racine</a:t>
            </a:r>
          </a:p>
          <a:p>
            <a:pPr marL="1384300" lvl="0" indent="-457200">
              <a:buSzPts val="1320"/>
              <a:buFont typeface="Wingdings" panose="05000000000000000000" pitchFamily="2" charset="2"/>
              <a:buChar char="ü"/>
            </a:pPr>
            <a:r>
              <a:rPr lang="fr-FR" sz="2212" dirty="0" err="1"/>
              <a:t>Maxcpus:Limite</a:t>
            </a:r>
            <a:r>
              <a:rPr lang="fr-FR" sz="2212" dirty="0"/>
              <a:t> le nombre de processeurs (ou cœurs de processeur)</a:t>
            </a:r>
          </a:p>
          <a:p>
            <a:pPr marL="1384300" lvl="0" indent="-457200">
              <a:buSzPts val="1320"/>
              <a:buFont typeface="Wingdings" panose="05000000000000000000" pitchFamily="2" charset="2"/>
              <a:buChar char="ü"/>
            </a:pPr>
            <a:r>
              <a:rPr lang="fr-FR" sz="2212" dirty="0"/>
              <a:t>,,,,</a:t>
            </a:r>
          </a:p>
          <a:p>
            <a:pPr marL="330387" lvl="0" indent="-330387">
              <a:buSzPts val="1320"/>
              <a:buFont typeface="Arial"/>
              <a:buChar char="•"/>
            </a:pPr>
            <a:endParaRPr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8"/>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/etc/grub.d/</a:t>
            </a:r>
            <a:endParaRPr/>
          </a:p>
        </p:txBody>
      </p:sp>
      <p:sp>
        <p:nvSpPr>
          <p:cNvPr id="339" name="Google Shape;339;p28"/>
          <p:cNvSpPr txBox="1">
            <a:spLocks noGrp="1"/>
          </p:cNvSpPr>
          <p:nvPr>
            <p:ph type="body" idx="1"/>
          </p:nvPr>
        </p:nvSpPr>
        <p:spPr>
          <a:xfrm>
            <a:off x="624840" y="1725589"/>
            <a:ext cx="10911840" cy="5086118"/>
          </a:xfrm>
          <a:prstGeom prst="rect">
            <a:avLst/>
          </a:prstGeom>
          <a:noFill/>
          <a:ln>
            <a:noFill/>
          </a:ln>
        </p:spPr>
        <p:txBody>
          <a:bodyPr spcFirstLastPara="1" wrap="square" lIns="50800" tIns="50800" rIns="50800" bIns="50800" anchor="t" anchorCtr="0">
            <a:normAutofit fontScale="77500" lnSpcReduction="20000"/>
          </a:bodyPr>
          <a:lstStyle/>
          <a:p>
            <a:pPr marL="177307" lvl="0" indent="-177307" algn="just" rtl="0">
              <a:lnSpc>
                <a:spcPct val="120000"/>
              </a:lnSpc>
              <a:spcBef>
                <a:spcPts val="0"/>
              </a:spcBef>
              <a:spcAft>
                <a:spcPts val="0"/>
              </a:spcAft>
              <a:buSzPct val="47412"/>
              <a:buChar char="●"/>
            </a:pPr>
            <a:r>
              <a:rPr lang="en-US"/>
              <a:t>Le dossier /etc/grub.d contient tous les scripts qui seront utilisés pour créer le fichier grub.cfg.</a:t>
            </a:r>
            <a:endParaRPr/>
          </a:p>
          <a:p>
            <a:pPr marL="405274" lvl="1" indent="-177307" algn="just" rtl="0">
              <a:lnSpc>
                <a:spcPct val="120000"/>
              </a:lnSpc>
              <a:spcBef>
                <a:spcPts val="1125"/>
              </a:spcBef>
              <a:spcAft>
                <a:spcPts val="0"/>
              </a:spcAft>
              <a:buSzPct val="47412"/>
              <a:buChar char="●"/>
            </a:pPr>
            <a:r>
              <a:rPr lang="en-US" b="1"/>
              <a:t>00_header</a:t>
            </a:r>
            <a:r>
              <a:rPr lang="en-US"/>
              <a:t> : script gérant les paramètres définis dans /etc/default/grub ;</a:t>
            </a:r>
            <a:endParaRPr/>
          </a:p>
          <a:p>
            <a:pPr marL="405274" lvl="1" indent="-177307" algn="just" rtl="0">
              <a:lnSpc>
                <a:spcPct val="120000"/>
              </a:lnSpc>
              <a:spcBef>
                <a:spcPts val="1125"/>
              </a:spcBef>
              <a:spcAft>
                <a:spcPts val="0"/>
              </a:spcAft>
              <a:buSzPct val="47412"/>
              <a:buChar char="●"/>
            </a:pPr>
            <a:r>
              <a:rPr lang="en-US" b="1"/>
              <a:t>05_debian_theme</a:t>
            </a:r>
            <a:r>
              <a:rPr lang="en-US"/>
              <a:t> : script pour gérer le thème (fonds d'écran et couleurs) ;</a:t>
            </a:r>
            <a:endParaRPr/>
          </a:p>
          <a:p>
            <a:pPr marL="405274" lvl="1" indent="-177307" algn="just" rtl="0">
              <a:lnSpc>
                <a:spcPct val="120000"/>
              </a:lnSpc>
              <a:spcBef>
                <a:spcPts val="1125"/>
              </a:spcBef>
              <a:spcAft>
                <a:spcPts val="0"/>
              </a:spcAft>
              <a:buSzPct val="47412"/>
              <a:buChar char="●"/>
            </a:pPr>
            <a:r>
              <a:rPr lang="en-US" b="1"/>
              <a:t>10_linux</a:t>
            </a:r>
            <a:r>
              <a:rPr lang="en-US"/>
              <a:t> : contient le script de lancement du système d’exploitation;</a:t>
            </a:r>
            <a:endParaRPr/>
          </a:p>
          <a:p>
            <a:pPr marL="405274" lvl="1" indent="-177307" algn="just" rtl="0">
              <a:lnSpc>
                <a:spcPct val="120000"/>
              </a:lnSpc>
              <a:spcBef>
                <a:spcPts val="1125"/>
              </a:spcBef>
              <a:spcAft>
                <a:spcPts val="0"/>
              </a:spcAft>
              <a:buSzPct val="47412"/>
              <a:buChar char="●"/>
            </a:pPr>
            <a:r>
              <a:rPr lang="en-US" b="1"/>
              <a:t>20_memtest86+</a:t>
            </a:r>
            <a:r>
              <a:rPr lang="en-US"/>
              <a:t> : script permettant de générer les entrées memtest ; semble absent de certaines installations EFI;</a:t>
            </a:r>
            <a:endParaRPr/>
          </a:p>
          <a:p>
            <a:pPr marL="405274" lvl="1" indent="-177307" algn="just" rtl="0">
              <a:lnSpc>
                <a:spcPct val="120000"/>
              </a:lnSpc>
              <a:spcBef>
                <a:spcPts val="1125"/>
              </a:spcBef>
              <a:spcAft>
                <a:spcPts val="0"/>
              </a:spcAft>
              <a:buSzPct val="47412"/>
              <a:buChar char="●"/>
            </a:pPr>
            <a:r>
              <a:rPr lang="en-US" b="1"/>
              <a:t>20_linux_xen</a:t>
            </a:r>
            <a:r>
              <a:rPr lang="en-US"/>
              <a:t> : script pour Xen Linux et Xen Hypervisor ;</a:t>
            </a:r>
            <a:endParaRPr/>
          </a:p>
          <a:p>
            <a:pPr marL="405274" lvl="1" indent="-177307" algn="just" rtl="0">
              <a:lnSpc>
                <a:spcPct val="120000"/>
              </a:lnSpc>
              <a:spcBef>
                <a:spcPts val="1125"/>
              </a:spcBef>
              <a:spcAft>
                <a:spcPts val="0"/>
              </a:spcAft>
              <a:buSzPct val="47412"/>
              <a:buChar char="●"/>
            </a:pPr>
            <a:r>
              <a:rPr lang="en-US" b="1"/>
              <a:t>30_os-prober</a:t>
            </a:r>
            <a:r>
              <a:rPr lang="en-US"/>
              <a:t> : contient le script de recherche des autres systèmes installés ;</a:t>
            </a:r>
            <a:endParaRPr/>
          </a:p>
          <a:p>
            <a:pPr marL="405274" lvl="1" indent="-177307" algn="just" rtl="0">
              <a:lnSpc>
                <a:spcPct val="120000"/>
              </a:lnSpc>
              <a:spcBef>
                <a:spcPts val="1125"/>
              </a:spcBef>
              <a:spcAft>
                <a:spcPts val="0"/>
              </a:spcAft>
              <a:buSzPct val="47412"/>
              <a:buChar char="●"/>
            </a:pPr>
            <a:r>
              <a:rPr lang="en-US" b="1"/>
              <a:t>30_uefi-firmware</a:t>
            </a:r>
            <a:r>
              <a:rPr lang="en-US"/>
              <a:t> : script pour localiser les paramètres uefi de l'ordinateur ; </a:t>
            </a:r>
            <a:endParaRPr/>
          </a:p>
          <a:p>
            <a:pPr marL="405274" lvl="1" indent="-177307" algn="just" rtl="0">
              <a:lnSpc>
                <a:spcPct val="120000"/>
              </a:lnSpc>
              <a:spcBef>
                <a:spcPts val="1125"/>
              </a:spcBef>
              <a:spcAft>
                <a:spcPts val="0"/>
              </a:spcAft>
              <a:buSzPct val="47412"/>
              <a:buChar char="●"/>
            </a:pPr>
            <a:r>
              <a:rPr lang="en-US" b="1">
                <a:solidFill>
                  <a:srgbClr val="FF2600"/>
                </a:solidFill>
              </a:rPr>
              <a:t>40_custom</a:t>
            </a:r>
            <a:r>
              <a:rPr lang="en-US">
                <a:solidFill>
                  <a:srgbClr val="FF2600"/>
                </a:solidFill>
              </a:rPr>
              <a:t> </a:t>
            </a:r>
            <a:r>
              <a:rPr lang="en-US"/>
              <a:t>: configuration personnelle (systèmes à lancer en configuration manuelle, paramètres qui n'existent pas pour /etc/default/grub,..);</a:t>
            </a:r>
            <a:endParaRPr/>
          </a:p>
          <a:p>
            <a:pPr marL="405274" lvl="1" indent="-177307" algn="just" rtl="0">
              <a:lnSpc>
                <a:spcPct val="120000"/>
              </a:lnSpc>
              <a:spcBef>
                <a:spcPts val="1125"/>
              </a:spcBef>
              <a:spcAft>
                <a:spcPts val="0"/>
              </a:spcAft>
              <a:buSzPct val="47412"/>
              <a:buChar char="●"/>
            </a:pPr>
            <a:r>
              <a:rPr lang="en-US" b="1">
                <a:solidFill>
                  <a:srgbClr val="FF2600"/>
                </a:solidFill>
              </a:rPr>
              <a:t>41_custom</a:t>
            </a:r>
            <a:r>
              <a:rPr lang="en-US">
                <a:solidFill>
                  <a:srgbClr val="FF2600"/>
                </a:solidFill>
              </a:rPr>
              <a:t> :</a:t>
            </a:r>
            <a:r>
              <a:rPr lang="en-US"/>
              <a:t> identique à 40_custom (si on le renomme par exemple 07_custom;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9"/>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Séquence de démarrage: BIOS et UEFI</a:t>
            </a:r>
            <a:endParaRPr/>
          </a:p>
        </p:txBody>
      </p:sp>
      <p:sp>
        <p:nvSpPr>
          <p:cNvPr id="345" name="Google Shape;345;p29"/>
          <p:cNvSpPr txBox="1">
            <a:spLocks noGrp="1"/>
          </p:cNvSpPr>
          <p:nvPr>
            <p:ph type="body" idx="1"/>
          </p:nvPr>
        </p:nvSpPr>
        <p:spPr>
          <a:xfrm>
            <a:off x="739600" y="1617475"/>
            <a:ext cx="10771200" cy="4846800"/>
          </a:xfrm>
          <a:prstGeom prst="rect">
            <a:avLst/>
          </a:prstGeom>
          <a:noFill/>
          <a:ln>
            <a:noFill/>
          </a:ln>
        </p:spPr>
        <p:txBody>
          <a:bodyPr spcFirstLastPara="1" wrap="square" lIns="50800" tIns="50800" rIns="50800" bIns="50800" anchor="t" anchorCtr="0">
            <a:normAutofit/>
          </a:bodyPr>
          <a:lstStyle/>
          <a:p>
            <a:pPr marL="0" lvl="0" indent="0" algn="just" rtl="0">
              <a:lnSpc>
                <a:spcPct val="120000"/>
              </a:lnSpc>
              <a:spcBef>
                <a:spcPts val="0"/>
              </a:spcBef>
              <a:spcAft>
                <a:spcPts val="0"/>
              </a:spcAft>
              <a:buSzPts val="1440"/>
              <a:buNone/>
            </a:pPr>
            <a:r>
              <a:rPr lang="en-US" sz="2400"/>
              <a:t>Le schéma suivant décrit la séquence de démarrage via BIOS et UEFI :</a:t>
            </a:r>
            <a:endParaRPr/>
          </a:p>
        </p:txBody>
      </p:sp>
      <p:pic>
        <p:nvPicPr>
          <p:cNvPr id="346" name="Google Shape;346;p29"/>
          <p:cNvPicPr preferRelativeResize="0"/>
          <p:nvPr/>
        </p:nvPicPr>
        <p:blipFill>
          <a:blip r:embed="rId3">
            <a:alphaModFix amt="99000"/>
          </a:blip>
          <a:stretch>
            <a:fillRect/>
          </a:stretch>
        </p:blipFill>
        <p:spPr>
          <a:xfrm>
            <a:off x="700650" y="2594575"/>
            <a:ext cx="10848975" cy="39818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0"/>
        <p:cNvGrpSpPr/>
        <p:nvPr/>
      </p:nvGrpSpPr>
      <p:grpSpPr>
        <a:xfrm>
          <a:off x="0" y="0"/>
          <a:ext cx="0" cy="0"/>
          <a:chOff x="0" y="0"/>
          <a:chExt cx="0" cy="0"/>
        </a:xfrm>
      </p:grpSpPr>
      <p:cxnSp>
        <p:nvCxnSpPr>
          <p:cNvPr id="351" name="Google Shape;351;p30"/>
          <p:cNvCxnSpPr/>
          <p:nvPr/>
        </p:nvCxnSpPr>
        <p:spPr>
          <a:xfrm>
            <a:off x="1763924" y="2423848"/>
            <a:ext cx="8664154" cy="1"/>
          </a:xfrm>
          <a:prstGeom prst="straightConnector1">
            <a:avLst/>
          </a:prstGeom>
          <a:noFill/>
          <a:ln w="12700" cap="flat" cmpd="sng">
            <a:solidFill>
              <a:srgbClr val="C0C0C0"/>
            </a:solidFill>
            <a:prstDash val="solid"/>
            <a:miter lim="400000"/>
            <a:headEnd type="none" w="sm" len="sm"/>
            <a:tailEnd type="none" w="sm" len="sm"/>
          </a:ln>
        </p:spPr>
      </p:cxnSp>
      <p:cxnSp>
        <p:nvCxnSpPr>
          <p:cNvPr id="352" name="Google Shape;352;p30"/>
          <p:cNvCxnSpPr/>
          <p:nvPr/>
        </p:nvCxnSpPr>
        <p:spPr>
          <a:xfrm>
            <a:off x="1763923" y="4015594"/>
            <a:ext cx="8664154" cy="1"/>
          </a:xfrm>
          <a:prstGeom prst="straightConnector1">
            <a:avLst/>
          </a:prstGeom>
          <a:noFill/>
          <a:ln w="12700" cap="flat" cmpd="sng">
            <a:solidFill>
              <a:srgbClr val="C0C0C0"/>
            </a:solidFill>
            <a:prstDash val="solid"/>
            <a:miter lim="400000"/>
            <a:headEnd type="none" w="sm" len="sm"/>
            <a:tailEnd type="none" w="sm" len="sm"/>
          </a:ln>
        </p:spPr>
      </p:cxnSp>
      <p:sp>
        <p:nvSpPr>
          <p:cNvPr id="353" name="Google Shape;353;p30"/>
          <p:cNvSpPr txBox="1">
            <a:spLocks noGrp="1"/>
          </p:cNvSpPr>
          <p:nvPr>
            <p:ph type="title"/>
          </p:nvPr>
        </p:nvSpPr>
        <p:spPr>
          <a:xfrm>
            <a:off x="1881188" y="2369467"/>
            <a:ext cx="8429625" cy="1696641"/>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800"/>
              <a:buFont typeface="Bodoni"/>
              <a:buNone/>
            </a:pPr>
            <a:r>
              <a:rPr lang="en-US" sz="4800"/>
              <a:t>Processus d’initialisation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1"/>
          <p:cNvSpPr txBox="1">
            <a:spLocks noGrp="1"/>
          </p:cNvSpPr>
          <p:nvPr>
            <p:ph type="body" idx="1"/>
          </p:nvPr>
        </p:nvSpPr>
        <p:spPr>
          <a:xfrm>
            <a:off x="500313" y="1848445"/>
            <a:ext cx="11239500" cy="4286250"/>
          </a:xfrm>
          <a:prstGeom prst="rect">
            <a:avLst/>
          </a:prstGeom>
          <a:noFill/>
          <a:ln>
            <a:noFill/>
          </a:ln>
        </p:spPr>
        <p:txBody>
          <a:bodyPr spcFirstLastPara="1" wrap="square" lIns="50800" tIns="50800" rIns="50800" bIns="50800" anchor="ctr" anchorCtr="0">
            <a:normAutofit/>
          </a:bodyPr>
          <a:lstStyle/>
          <a:p>
            <a:pPr marL="330387" lvl="0" indent="-330387" algn="just" rtl="0">
              <a:lnSpc>
                <a:spcPct val="95000"/>
              </a:lnSpc>
              <a:spcBef>
                <a:spcPts val="0"/>
              </a:spcBef>
              <a:spcAft>
                <a:spcPts val="0"/>
              </a:spcAft>
              <a:buSzPts val="1500"/>
              <a:buChar char="●"/>
            </a:pPr>
            <a:r>
              <a:rPr lang="en-US">
                <a:solidFill>
                  <a:srgbClr val="000000"/>
                </a:solidFill>
              </a:rPr>
              <a:t>Lorsque le chargeur de démarrage passe le contrôle au noyau du système, ce dernier se charge de:</a:t>
            </a:r>
            <a:endParaRPr/>
          </a:p>
          <a:p>
            <a:pPr marL="660773" lvl="1" indent="-330386" algn="just" rtl="0">
              <a:lnSpc>
                <a:spcPct val="95000"/>
              </a:lnSpc>
              <a:spcBef>
                <a:spcPts val="1200"/>
              </a:spcBef>
              <a:spcAft>
                <a:spcPts val="0"/>
              </a:spcAft>
              <a:buSzPts val="1500"/>
              <a:buChar char="●"/>
            </a:pPr>
            <a:r>
              <a:rPr lang="en-US">
                <a:solidFill>
                  <a:srgbClr val="000000"/>
                </a:solidFill>
              </a:rPr>
              <a:t>Réserver la mémoire </a:t>
            </a:r>
            <a:endParaRPr/>
          </a:p>
          <a:p>
            <a:pPr marL="660773" lvl="1" indent="-330386" algn="just" rtl="0">
              <a:lnSpc>
                <a:spcPct val="95000"/>
              </a:lnSpc>
              <a:spcBef>
                <a:spcPts val="1200"/>
              </a:spcBef>
              <a:spcAft>
                <a:spcPts val="0"/>
              </a:spcAft>
              <a:buSzPts val="1500"/>
              <a:buChar char="●"/>
            </a:pPr>
            <a:r>
              <a:rPr lang="en-US">
                <a:solidFill>
                  <a:srgbClr val="000000"/>
                </a:solidFill>
              </a:rPr>
              <a:t>Prendre en compte la zone d'échange (swap) </a:t>
            </a:r>
            <a:endParaRPr/>
          </a:p>
          <a:p>
            <a:pPr marL="660773" lvl="1" indent="-330386" algn="just" rtl="0">
              <a:lnSpc>
                <a:spcPct val="95000"/>
              </a:lnSpc>
              <a:spcBef>
                <a:spcPts val="1200"/>
              </a:spcBef>
              <a:spcAft>
                <a:spcPts val="0"/>
              </a:spcAft>
              <a:buSzPts val="1500"/>
              <a:buChar char="●"/>
            </a:pPr>
            <a:r>
              <a:rPr lang="en-US">
                <a:solidFill>
                  <a:srgbClr val="000000"/>
                </a:solidFill>
              </a:rPr>
              <a:t>Détecter le matériel et charger les pilotes des périphériques</a:t>
            </a:r>
            <a:endParaRPr/>
          </a:p>
          <a:p>
            <a:pPr marL="660773" lvl="1" indent="-330386" algn="just" rtl="0">
              <a:lnSpc>
                <a:spcPct val="95000"/>
              </a:lnSpc>
              <a:spcBef>
                <a:spcPts val="1200"/>
              </a:spcBef>
              <a:spcAft>
                <a:spcPts val="0"/>
              </a:spcAft>
              <a:buSzPts val="1500"/>
              <a:buChar char="●"/>
            </a:pPr>
            <a:r>
              <a:rPr lang="en-US">
                <a:solidFill>
                  <a:srgbClr val="000000"/>
                </a:solidFill>
              </a:rPr>
              <a:t>Monter le système de fichiers </a:t>
            </a:r>
            <a:endParaRPr/>
          </a:p>
          <a:p>
            <a:pPr marL="660773" lvl="1" indent="-330386" algn="just" rtl="0">
              <a:lnSpc>
                <a:spcPct val="95000"/>
              </a:lnSpc>
              <a:spcBef>
                <a:spcPts val="1200"/>
              </a:spcBef>
              <a:spcAft>
                <a:spcPts val="0"/>
              </a:spcAft>
              <a:buSzPts val="1500"/>
              <a:buChar char="●"/>
            </a:pPr>
            <a:r>
              <a:rPr lang="en-US" b="1">
                <a:solidFill>
                  <a:srgbClr val="000000"/>
                </a:solidFill>
              </a:rPr>
              <a:t>Lancer le 1er processus </a:t>
            </a:r>
            <a:endParaRPr b="1"/>
          </a:p>
        </p:txBody>
      </p:sp>
      <p:sp>
        <p:nvSpPr>
          <p:cNvPr id="360" name="Google Shape;360;p31"/>
          <p:cNvSpPr txBox="1"/>
          <p:nvPr/>
        </p:nvSpPr>
        <p:spPr>
          <a:xfrm>
            <a:off x="1881188" y="83467"/>
            <a:ext cx="8429625" cy="1696641"/>
          </a:xfrm>
          <a:prstGeom prst="rect">
            <a:avLst/>
          </a:prstGeom>
          <a:noFill/>
          <a:ln>
            <a:noFill/>
          </a:ln>
        </p:spPr>
        <p:txBody>
          <a:bodyPr spcFirstLastPara="1" wrap="square" lIns="50800" tIns="50800" rIns="50800" bIns="50800" anchor="ctr" anchorCtr="0">
            <a:normAutofit/>
          </a:bodyPr>
          <a:lstStyle/>
          <a:p>
            <a:pPr marL="0" marR="0" lvl="0" indent="0" algn="ctr" rtl="0">
              <a:lnSpc>
                <a:spcPct val="90000"/>
              </a:lnSpc>
              <a:spcBef>
                <a:spcPts val="0"/>
              </a:spcBef>
              <a:spcAft>
                <a:spcPts val="0"/>
              </a:spcAft>
              <a:buClr>
                <a:srgbClr val="D93E2B"/>
              </a:buClr>
              <a:buSzPts val="4800"/>
              <a:buFont typeface="Bodoni"/>
              <a:buNone/>
            </a:pPr>
            <a:r>
              <a:rPr lang="en-US" sz="4800" b="0" i="0" u="none" strike="noStrike" cap="none">
                <a:solidFill>
                  <a:srgbClr val="D93E2B"/>
                </a:solidFill>
                <a:latin typeface="Bodoni"/>
                <a:ea typeface="Bodoni"/>
                <a:cs typeface="Bodoni"/>
                <a:sym typeface="Bodoni"/>
              </a:rPr>
              <a:t>Processus d’initialisation</a:t>
            </a:r>
            <a:endParaRPr sz="4922" b="0" i="0" u="none" strike="noStrike" cap="none">
              <a:solidFill>
                <a:srgbClr val="D93E2B"/>
              </a:solidFill>
              <a:latin typeface="Bodoni"/>
              <a:ea typeface="Bodoni"/>
              <a:cs typeface="Bodoni"/>
              <a:sym typeface="Bodon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2"/>
          <p:cNvSpPr/>
          <p:nvPr/>
        </p:nvSpPr>
        <p:spPr>
          <a:xfrm>
            <a:off x="487680" y="1580722"/>
            <a:ext cx="11292840" cy="27218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C00000"/>
                </a:solidFill>
                <a:latin typeface="Palatino"/>
                <a:ea typeface="Palatino"/>
                <a:cs typeface="Palatino"/>
                <a:sym typeface="Palatino"/>
              </a:rPr>
              <a:t>Qu'est-ce que Systemd?</a:t>
            </a:r>
            <a:endParaRPr/>
          </a:p>
          <a:p>
            <a:pPr marL="241093" marR="0" lvl="0" indent="-126793" algn="l" rtl="0">
              <a:spcBef>
                <a:spcPts val="0"/>
              </a:spcBef>
              <a:spcAft>
                <a:spcPts val="0"/>
              </a:spcAft>
              <a:buClr>
                <a:schemeClr val="dk1"/>
              </a:buClr>
              <a:buSzPts val="1800"/>
              <a:buFont typeface="Arial"/>
              <a:buNone/>
            </a:pPr>
            <a:endParaRPr sz="1800">
              <a:solidFill>
                <a:schemeClr val="dk1"/>
              </a:solidFill>
              <a:latin typeface="Bodoni"/>
              <a:ea typeface="Bodoni"/>
              <a:cs typeface="Bodoni"/>
              <a:sym typeface="Bodoni"/>
            </a:endParaRPr>
          </a:p>
          <a:p>
            <a:pPr marL="241093" marR="0" lvl="0" indent="-241093" algn="just" rtl="0">
              <a:lnSpc>
                <a:spcPct val="150000"/>
              </a:lnSpc>
              <a:spcBef>
                <a:spcPts val="0"/>
              </a:spcBef>
              <a:spcAft>
                <a:spcPts val="0"/>
              </a:spcAft>
              <a:buClr>
                <a:srgbClr val="414141"/>
              </a:buClr>
              <a:buSzPts val="2400"/>
              <a:buFont typeface="Arial"/>
              <a:buChar char="•"/>
            </a:pPr>
            <a:r>
              <a:rPr lang="en-US" sz="2400" b="1">
                <a:solidFill>
                  <a:srgbClr val="414141"/>
                </a:solidFill>
                <a:latin typeface="Palatino"/>
                <a:ea typeface="Palatino"/>
                <a:cs typeface="Palatino"/>
                <a:sym typeface="Palatino"/>
              </a:rPr>
              <a:t>Systemd</a:t>
            </a:r>
            <a:r>
              <a:rPr lang="en-US" sz="2400">
                <a:solidFill>
                  <a:srgbClr val="414141"/>
                </a:solidFill>
                <a:latin typeface="Palatino"/>
                <a:ea typeface="Palatino"/>
                <a:cs typeface="Palatino"/>
                <a:sym typeface="Palatino"/>
              </a:rPr>
              <a:t> (pour « </a:t>
            </a:r>
            <a:r>
              <a:rPr lang="en-US" sz="2400" b="1">
                <a:solidFill>
                  <a:srgbClr val="414141"/>
                </a:solidFill>
                <a:latin typeface="Palatino"/>
                <a:ea typeface="Palatino"/>
                <a:cs typeface="Palatino"/>
                <a:sym typeface="Palatino"/>
              </a:rPr>
              <a:t>system daemon </a:t>
            </a:r>
            <a:r>
              <a:rPr lang="en-US" sz="2400">
                <a:solidFill>
                  <a:srgbClr val="414141"/>
                </a:solidFill>
                <a:latin typeface="Palatino"/>
                <a:ea typeface="Palatino"/>
                <a:cs typeface="Palatino"/>
                <a:sym typeface="Palatino"/>
              </a:rPr>
              <a:t>» : le démon du système) est le système d’initialisation adopté par les dernières distributions Linux</a:t>
            </a:r>
            <a:endParaRPr/>
          </a:p>
          <a:p>
            <a:pPr marL="241093" marR="0" lvl="0" indent="-241093" algn="just" rtl="0">
              <a:lnSpc>
                <a:spcPct val="150000"/>
              </a:lnSpc>
              <a:spcBef>
                <a:spcPts val="0"/>
              </a:spcBef>
              <a:spcAft>
                <a:spcPts val="0"/>
              </a:spcAft>
              <a:buClr>
                <a:srgbClr val="414141"/>
              </a:buClr>
              <a:buSzPts val="2400"/>
              <a:buFont typeface="Arial"/>
              <a:buChar char="•"/>
            </a:pPr>
            <a:r>
              <a:rPr lang="en-US" sz="2400">
                <a:solidFill>
                  <a:srgbClr val="414141"/>
                </a:solidFill>
                <a:latin typeface="Palatino"/>
                <a:ea typeface="Palatino"/>
                <a:cs typeface="Palatino"/>
                <a:sym typeface="Palatino"/>
              </a:rPr>
              <a:t>C’est un ensemble de programmes destines à la gestion système. </a:t>
            </a:r>
            <a:endParaRPr sz="1687">
              <a:solidFill>
                <a:srgbClr val="414141"/>
              </a:solidFill>
              <a:latin typeface="Palatino"/>
              <a:ea typeface="Palatino"/>
              <a:cs typeface="Palatino"/>
              <a:sym typeface="Palatino"/>
            </a:endParaRPr>
          </a:p>
          <a:p>
            <a:pPr marL="241093" marR="0" lvl="0" indent="-133968" algn="l" rtl="0">
              <a:spcBef>
                <a:spcPts val="0"/>
              </a:spcBef>
              <a:spcAft>
                <a:spcPts val="0"/>
              </a:spcAft>
              <a:buClr>
                <a:schemeClr val="dk1"/>
              </a:buClr>
              <a:buSzPts val="1687"/>
              <a:buFont typeface="Arial"/>
              <a:buNone/>
            </a:pPr>
            <a:endParaRPr sz="1687">
              <a:solidFill>
                <a:srgbClr val="414141"/>
              </a:solidFill>
              <a:latin typeface="Palatino"/>
              <a:ea typeface="Palatino"/>
              <a:cs typeface="Palatino"/>
              <a:sym typeface="Palatino"/>
            </a:endParaRPr>
          </a:p>
        </p:txBody>
      </p:sp>
      <p:sp>
        <p:nvSpPr>
          <p:cNvPr id="367" name="Google Shape;367;p32"/>
          <p:cNvSpPr txBox="1">
            <a:spLocks noGrp="1"/>
          </p:cNvSpPr>
          <p:nvPr>
            <p:ph type="title"/>
          </p:nvPr>
        </p:nvSpPr>
        <p:spPr>
          <a:xfrm>
            <a:off x="476250" y="632211"/>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a:t>Processus d’initialisation: </a:t>
            </a:r>
            <a:r>
              <a:rPr lang="en-US"/>
              <a:t>Systemd</a:t>
            </a:r>
            <a:endParaRPr/>
          </a:p>
        </p:txBody>
      </p:sp>
      <p:pic>
        <p:nvPicPr>
          <p:cNvPr id="368" name="Google Shape;368;p32"/>
          <p:cNvPicPr preferRelativeResize="0"/>
          <p:nvPr/>
        </p:nvPicPr>
        <p:blipFill rotWithShape="1">
          <a:blip r:embed="rId3">
            <a:alphaModFix/>
          </a:blip>
          <a:srcRect b="45439"/>
          <a:stretch/>
        </p:blipFill>
        <p:spPr>
          <a:xfrm>
            <a:off x="5582993" y="4232248"/>
            <a:ext cx="6411107" cy="2423428"/>
          </a:xfrm>
          <a:prstGeom prst="rect">
            <a:avLst/>
          </a:prstGeom>
          <a:noFill/>
          <a:ln>
            <a:noFill/>
          </a:ln>
          <a:effectLst>
            <a:outerShdw blurRad="292100" dist="139700" dir="2700000" algn="tl" rotWithShape="0">
              <a:srgbClr val="333333">
                <a:alpha val="64705"/>
              </a:srgbClr>
            </a:outerShdw>
          </a:effectLst>
        </p:spPr>
      </p:pic>
      <p:sp>
        <p:nvSpPr>
          <p:cNvPr id="369" name="Google Shape;369;p32"/>
          <p:cNvSpPr/>
          <p:nvPr/>
        </p:nvSpPr>
        <p:spPr>
          <a:xfrm>
            <a:off x="5578370" y="4404360"/>
            <a:ext cx="699315" cy="228600"/>
          </a:xfrm>
          <a:prstGeom prst="ellipse">
            <a:avLst/>
          </a:prstGeom>
          <a:noFill/>
          <a:ln w="12700" cap="flat" cmpd="sng">
            <a:solidFill>
              <a:srgbClr val="C00000"/>
            </a:solidFill>
            <a:prstDash val="solid"/>
            <a:miter lim="400000"/>
            <a:headEnd type="none" w="sm" len="sm"/>
            <a:tailEnd type="none" w="sm" len="sm"/>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dk1"/>
              </a:buClr>
              <a:buSzPts val="3200"/>
              <a:buFont typeface="Bodoni"/>
              <a:buNone/>
            </a:pPr>
            <a:endParaRPr sz="3200" b="0" i="0" u="none" strike="noStrike" cap="none">
              <a:solidFill>
                <a:srgbClr val="FFFFFF"/>
              </a:solidFill>
              <a:latin typeface="Palatino"/>
              <a:ea typeface="Palatino"/>
              <a:cs typeface="Palatino"/>
              <a:sym typeface="Palati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3"/>
          <p:cNvSpPr txBox="1">
            <a:spLocks noGrp="1"/>
          </p:cNvSpPr>
          <p:nvPr>
            <p:ph type="title"/>
          </p:nvPr>
        </p:nvSpPr>
        <p:spPr>
          <a:xfrm>
            <a:off x="476250" y="547248"/>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a:t>Processus d’initialisation: Systemd </a:t>
            </a:r>
            <a:endParaRPr/>
          </a:p>
        </p:txBody>
      </p:sp>
      <p:sp>
        <p:nvSpPr>
          <p:cNvPr id="375" name="Google Shape;375;p33"/>
          <p:cNvSpPr txBox="1">
            <a:spLocks noGrp="1"/>
          </p:cNvSpPr>
          <p:nvPr>
            <p:ph type="body" idx="1"/>
          </p:nvPr>
        </p:nvSpPr>
        <p:spPr>
          <a:xfrm>
            <a:off x="464215" y="2580374"/>
            <a:ext cx="11239500" cy="4286250"/>
          </a:xfrm>
          <a:prstGeom prst="rect">
            <a:avLst/>
          </a:prstGeom>
          <a:noFill/>
          <a:ln>
            <a:noFill/>
          </a:ln>
        </p:spPr>
        <p:txBody>
          <a:bodyPr spcFirstLastPara="1" wrap="square" lIns="50800" tIns="50800" rIns="50800" bIns="50800" anchor="ctr" anchorCtr="0">
            <a:normAutofit/>
          </a:bodyPr>
          <a:lstStyle/>
          <a:p>
            <a:pPr marL="330387" lvl="0" indent="-330387" algn="just" rtl="0">
              <a:lnSpc>
                <a:spcPct val="100000"/>
              </a:lnSpc>
              <a:spcBef>
                <a:spcPts val="0"/>
              </a:spcBef>
              <a:spcAft>
                <a:spcPts val="0"/>
              </a:spcAft>
              <a:buSzPts val="1500"/>
              <a:buChar char="●"/>
            </a:pPr>
            <a:r>
              <a:rPr lang="en-US"/>
              <a:t>Systemd fournit de nombreuses fonctionnalités:</a:t>
            </a:r>
            <a:endParaRPr/>
          </a:p>
          <a:p>
            <a:pPr marL="991160" lvl="2" indent="-330387" algn="just" rtl="0">
              <a:lnSpc>
                <a:spcPct val="100000"/>
              </a:lnSpc>
              <a:spcBef>
                <a:spcPts val="1687"/>
              </a:spcBef>
              <a:spcAft>
                <a:spcPts val="0"/>
              </a:spcAft>
              <a:buSzPts val="1500"/>
              <a:buChar char="●"/>
            </a:pPr>
            <a:r>
              <a:rPr lang="en-US"/>
              <a:t>Le lancement en parallèle des services systèmes au démarrage du système, </a:t>
            </a:r>
            <a:endParaRPr/>
          </a:p>
          <a:p>
            <a:pPr marL="991160" lvl="2" indent="-330387" algn="just" rtl="0">
              <a:lnSpc>
                <a:spcPct val="100000"/>
              </a:lnSpc>
              <a:spcBef>
                <a:spcPts val="1687"/>
              </a:spcBef>
              <a:spcAft>
                <a:spcPts val="0"/>
              </a:spcAft>
              <a:buSzPts val="1500"/>
              <a:buChar char="●"/>
            </a:pPr>
            <a:r>
              <a:rPr lang="en-US"/>
              <a:t>L’activation à la demande de démons, </a:t>
            </a:r>
            <a:endParaRPr/>
          </a:p>
          <a:p>
            <a:pPr marL="991160" lvl="2" indent="-330387" algn="just" rtl="0">
              <a:lnSpc>
                <a:spcPct val="100000"/>
              </a:lnSpc>
              <a:spcBef>
                <a:spcPts val="1687"/>
              </a:spcBef>
              <a:spcAft>
                <a:spcPts val="0"/>
              </a:spcAft>
              <a:buSzPts val="1500"/>
              <a:buChar char="●"/>
            </a:pPr>
            <a:r>
              <a:rPr lang="en-US"/>
              <a:t>La gestion des dépendances entre les services,</a:t>
            </a:r>
            <a:endParaRPr/>
          </a:p>
          <a:p>
            <a:pPr marL="991160" lvl="2" indent="-330387" algn="just" rtl="0">
              <a:lnSpc>
                <a:spcPct val="100000"/>
              </a:lnSpc>
              <a:spcBef>
                <a:spcPts val="1687"/>
              </a:spcBef>
              <a:spcAft>
                <a:spcPts val="0"/>
              </a:spcAft>
              <a:buSzPts val="1500"/>
              <a:buChar char="●"/>
            </a:pPr>
            <a:r>
              <a:rPr lang="en-US"/>
              <a:t>…</a:t>
            </a:r>
            <a:endParaRPr/>
          </a:p>
          <a:p>
            <a:pPr marL="330387" lvl="0" indent="-330387" algn="just" rtl="0">
              <a:lnSpc>
                <a:spcPct val="100000"/>
              </a:lnSpc>
              <a:spcBef>
                <a:spcPts val="1687"/>
              </a:spcBef>
              <a:spcAft>
                <a:spcPts val="0"/>
              </a:spcAft>
              <a:buSzPts val="1500"/>
              <a:buChar char="●"/>
            </a:pPr>
            <a:r>
              <a:rPr lang="en-US"/>
              <a:t>Systemd reste compatible avec les anciens scripts d’initialisation SysV,</a:t>
            </a:r>
            <a:endParaRPr/>
          </a:p>
          <a:p>
            <a:pPr marL="660773" lvl="1" indent="-233955" algn="l" rtl="0">
              <a:lnSpc>
                <a:spcPct val="100000"/>
              </a:lnSpc>
              <a:spcBef>
                <a:spcPts val="1687"/>
              </a:spcBef>
              <a:spcAft>
                <a:spcPts val="0"/>
              </a:spcAft>
              <a:buSzPts val="1519"/>
              <a:buNone/>
            </a:pPr>
            <a:endParaRPr/>
          </a:p>
          <a:p>
            <a:pPr marL="0" lvl="0" indent="0" algn="l" rtl="0">
              <a:lnSpc>
                <a:spcPct val="100000"/>
              </a:lnSpc>
              <a:spcBef>
                <a:spcPts val="1687"/>
              </a:spcBef>
              <a:spcAft>
                <a:spcPts val="0"/>
              </a:spcAft>
              <a:buSzPts val="1519"/>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4"/>
          <p:cNvSpPr txBox="1">
            <a:spLocks noGrp="1"/>
          </p:cNvSpPr>
          <p:nvPr>
            <p:ph type="body" idx="1"/>
          </p:nvPr>
        </p:nvSpPr>
        <p:spPr>
          <a:xfrm>
            <a:off x="228600" y="1710037"/>
            <a:ext cx="11689080" cy="4286250"/>
          </a:xfrm>
          <a:prstGeom prst="rect">
            <a:avLst/>
          </a:prstGeom>
          <a:noFill/>
          <a:ln>
            <a:noFill/>
          </a:ln>
        </p:spPr>
        <p:txBody>
          <a:bodyPr spcFirstLastPara="1" wrap="square" lIns="50800" tIns="50800" rIns="50800" bIns="50800" anchor="t" anchorCtr="0">
            <a:noAutofit/>
          </a:bodyPr>
          <a:lstStyle/>
          <a:p>
            <a:pPr marL="330387" lvl="0" indent="-330387" algn="just" rtl="0">
              <a:lnSpc>
                <a:spcPct val="100000"/>
              </a:lnSpc>
              <a:spcBef>
                <a:spcPts val="0"/>
              </a:spcBef>
              <a:spcAft>
                <a:spcPts val="0"/>
              </a:spcAft>
              <a:buSzPts val="1200"/>
              <a:buChar char="●"/>
            </a:pPr>
            <a:r>
              <a:rPr lang="en-US" sz="2000"/>
              <a:t>La plupart des actions de systemd est effectuée grâce à des unités (units) qui sont des ressources que systemd sait gérer. Les unités sont caractérisées par un nom et un type.</a:t>
            </a:r>
            <a:endParaRPr/>
          </a:p>
          <a:p>
            <a:pPr marL="330387" lvl="0" indent="-233955" algn="l" rtl="0">
              <a:lnSpc>
                <a:spcPct val="100000"/>
              </a:lnSpc>
              <a:spcBef>
                <a:spcPts val="1687"/>
              </a:spcBef>
              <a:spcAft>
                <a:spcPts val="0"/>
              </a:spcAft>
              <a:buSzPts val="1519"/>
              <a:buNone/>
            </a:pPr>
            <a:endParaRPr/>
          </a:p>
          <a:p>
            <a:pPr marL="0" lvl="0" indent="0" algn="just" rtl="0">
              <a:lnSpc>
                <a:spcPct val="140000"/>
              </a:lnSpc>
              <a:spcBef>
                <a:spcPts val="1687"/>
              </a:spcBef>
              <a:spcAft>
                <a:spcPts val="0"/>
              </a:spcAft>
              <a:buSzPts val="1223"/>
              <a:buNone/>
            </a:pPr>
            <a:r>
              <a:rPr lang="en-US" sz="2039"/>
              <a:t> </a:t>
            </a:r>
            <a:endParaRPr/>
          </a:p>
        </p:txBody>
      </p:sp>
      <p:sp>
        <p:nvSpPr>
          <p:cNvPr id="381" name="Google Shape;381;p34"/>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U</a:t>
            </a:r>
            <a:r>
              <a:rPr lang="en-US"/>
              <a:t>nités Systemd  </a:t>
            </a:r>
            <a:endParaRPr/>
          </a:p>
        </p:txBody>
      </p:sp>
      <p:graphicFrame>
        <p:nvGraphicFramePr>
          <p:cNvPr id="382" name="Google Shape;382;p34"/>
          <p:cNvGraphicFramePr/>
          <p:nvPr/>
        </p:nvGraphicFramePr>
        <p:xfrm>
          <a:off x="484823" y="2622522"/>
          <a:ext cx="3000000" cy="3000000"/>
        </p:xfrm>
        <a:graphic>
          <a:graphicData uri="http://schemas.openxmlformats.org/drawingml/2006/table">
            <a:tbl>
              <a:tblPr>
                <a:noFill/>
                <a:tableStyleId>{4EB90734-3C13-4004-ABC0-247D0613421A}</a:tableStyleId>
              </a:tblPr>
              <a:tblGrid>
                <a:gridCol w="3746500"/>
                <a:gridCol w="3746500"/>
                <a:gridCol w="3746500"/>
              </a:tblGrid>
              <a:tr h="160775">
                <a:tc>
                  <a:txBody>
                    <a:bodyPr/>
                    <a:lstStyle/>
                    <a:p>
                      <a:pPr marL="0" marR="0" lvl="0" indent="0" algn="ctr" rtl="0">
                        <a:lnSpc>
                          <a:spcPct val="100000"/>
                        </a:lnSpc>
                        <a:spcBef>
                          <a:spcPts val="0"/>
                        </a:spcBef>
                        <a:spcAft>
                          <a:spcPts val="0"/>
                        </a:spcAft>
                        <a:buClr>
                          <a:srgbClr val="252525"/>
                        </a:buClr>
                        <a:buSzPts val="1266"/>
                        <a:buFont typeface="Bodoni"/>
                        <a:buNone/>
                      </a:pPr>
                      <a:r>
                        <a:rPr lang="en-US" sz="1266" b="1" u="none" strike="noStrike" cap="none">
                          <a:solidFill>
                            <a:srgbClr val="252525"/>
                          </a:solidFill>
                        </a:rPr>
                        <a:t>Type d'unité</a:t>
                      </a:r>
                      <a:endParaRPr sz="1266" b="1" u="none" strike="noStrike" cap="none">
                        <a:solidFill>
                          <a:srgbClr val="252525"/>
                        </a:solidFill>
                      </a:endParaRPr>
                    </a:p>
                  </a:txBody>
                  <a:tcPr marL="91450" marR="91450" marT="45725" marB="45725" anchor="b">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Clr>
                          <a:srgbClr val="252525"/>
                        </a:buClr>
                        <a:buSzPts val="1266"/>
                        <a:buFont typeface="Bodoni"/>
                        <a:buNone/>
                      </a:pPr>
                      <a:r>
                        <a:rPr lang="en-US" sz="1266" b="1" u="none" strike="noStrike" cap="none">
                          <a:solidFill>
                            <a:srgbClr val="252525"/>
                          </a:solidFill>
                        </a:rPr>
                        <a:t>Extension de fichier</a:t>
                      </a:r>
                      <a:endParaRPr sz="1266" b="1" u="none" strike="noStrike" cap="none">
                        <a:solidFill>
                          <a:srgbClr val="252525"/>
                        </a:solidFill>
                      </a:endParaRPr>
                    </a:p>
                  </a:txBody>
                  <a:tcPr marL="91450" marR="91450" marT="45725" marB="45725" anchor="b">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Clr>
                          <a:srgbClr val="252525"/>
                        </a:buClr>
                        <a:buSzPts val="1266"/>
                        <a:buFont typeface="Bodoni"/>
                        <a:buNone/>
                      </a:pPr>
                      <a:r>
                        <a:rPr lang="en-US" sz="1266" b="1" u="none" strike="noStrike" cap="none">
                          <a:solidFill>
                            <a:srgbClr val="252525"/>
                          </a:solidFill>
                        </a:rPr>
                        <a:t>Description</a:t>
                      </a:r>
                      <a:endParaRPr/>
                    </a:p>
                  </a:txBody>
                  <a:tcPr marL="91450" marR="91450" marT="45725" marB="45725" anchor="b">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du service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.service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Service système.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cible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.target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groupe d'unités systemd.</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Automount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.automount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point Automount du système de fichiers.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du périphérique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.device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Fichier du périphérique reconnu par le noyau.</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de montage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.mount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Point de montage du système de fichiers.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de chemin</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.path</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fichier ou répertoire dans un système de fichiers.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scope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.scope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processus créé de manière externe.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de tranche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.slice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groupe d'unités organisées de manière hiérarchique qui gèrent des processus système.</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d'instantané</a:t>
                      </a:r>
                      <a:endParaRPr sz="1266" u="none" strike="noStrike" cap="none"/>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.snapshot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dirty="0"/>
                        <a:t>Un </a:t>
                      </a:r>
                      <a:r>
                        <a:rPr lang="en-US" sz="1266" u="none" strike="noStrike" cap="none" dirty="0" err="1"/>
                        <a:t>état</a:t>
                      </a:r>
                      <a:r>
                        <a:rPr lang="en-US" sz="1266" u="none" strike="noStrike" cap="none" dirty="0"/>
                        <a:t> </a:t>
                      </a:r>
                      <a:r>
                        <a:rPr lang="en-US" sz="1266" u="none" strike="noStrike" cap="none" dirty="0" err="1"/>
                        <a:t>enregistré</a:t>
                      </a:r>
                      <a:r>
                        <a:rPr lang="en-US" sz="1266" u="none" strike="noStrike" cap="none" dirty="0"/>
                        <a:t> du gestionnaire </a:t>
                      </a:r>
                      <a:r>
                        <a:rPr lang="en-US" sz="1266" u="none" strike="noStrike" cap="none" dirty="0" err="1"/>
                        <a:t>systemd</a:t>
                      </a:r>
                      <a:r>
                        <a:rPr lang="en-US" sz="1266" u="none" strike="noStrike" cap="none" dirty="0"/>
                        <a:t>.</a:t>
                      </a:r>
                      <a:endParaRPr dirty="0"/>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de socket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.socket</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socket de communication inter-processus.</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swap</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.swap</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périphérique ou fichier swap.</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r h="16077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Unité minuteur</a:t>
                      </a:r>
                      <a:endParaRPr sz="1266" u="none" strike="noStrike" cap="none"/>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.timer</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Un minuteur systemd.</a:t>
                      </a:r>
                      <a:endParaRPr/>
                    </a:p>
                  </a:txBody>
                  <a:tcPr marL="91450" marR="91450" marT="45725" marB="4572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5"/>
          <p:cNvSpPr txBox="1">
            <a:spLocks noGrp="1"/>
          </p:cNvSpPr>
          <p:nvPr>
            <p:ph type="body" idx="1"/>
          </p:nvPr>
        </p:nvSpPr>
        <p:spPr>
          <a:xfrm>
            <a:off x="327664" y="1713188"/>
            <a:ext cx="11715750" cy="4895255"/>
          </a:xfrm>
          <a:prstGeom prst="rect">
            <a:avLst/>
          </a:prstGeom>
          <a:noFill/>
          <a:ln>
            <a:noFill/>
          </a:ln>
        </p:spPr>
        <p:txBody>
          <a:bodyPr spcFirstLastPara="1" wrap="square" lIns="50800" tIns="50800" rIns="50800" bIns="50800" anchor="ctr" anchorCtr="0">
            <a:normAutofit lnSpcReduction="10000"/>
          </a:bodyPr>
          <a:lstStyle/>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[UNIT]</a:t>
            </a:r>
            <a:endParaRPr/>
          </a:p>
          <a:p>
            <a:pPr marL="0" lvl="0" indent="0" algn="just" rtl="0">
              <a:lnSpc>
                <a:spcPct val="100000"/>
              </a:lnSpc>
              <a:spcBef>
                <a:spcPts val="0"/>
              </a:spcBef>
              <a:spcAft>
                <a:spcPts val="0"/>
              </a:spcAft>
              <a:buClr>
                <a:srgbClr val="414141"/>
              </a:buClr>
              <a:buSzPts val="1400"/>
              <a:buNone/>
            </a:pPr>
            <a:endParaRPr sz="1400" b="1">
              <a:solidFill>
                <a:srgbClr val="42444E"/>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Description</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déclaration fournit une brève description de l'unité.</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Documentation</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déclaration indique l'emplacement de la page de manuel (document d'aide) et la commande permettant d'accéder à cette page. </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After</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mention énumère les unités qui doivent être activées avant l’unite en question.</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Before</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déclaration énumère les unités qui doivent être activées après l’unite en question.</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Wants</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déclaration liste les unités/services qui doivent être démarrés avant l’unite en question.</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Requires</a:t>
            </a:r>
            <a:r>
              <a:rPr lang="en-US" sz="1400">
                <a:solidFill>
                  <a:schemeClr val="dk1"/>
                </a:solidFill>
                <a:latin typeface="Arial"/>
                <a:ea typeface="Arial"/>
                <a:cs typeface="Arial"/>
                <a:sym typeface="Arial"/>
              </a:rPr>
              <a:t> :- Cette déclaration énumère les unités/services qui doivent être démarrés avant l’unite en question.</a:t>
            </a:r>
            <a:endParaRPr/>
          </a:p>
          <a:p>
            <a:pPr marL="0" lvl="0" indent="0" algn="just" rtl="0">
              <a:lnSpc>
                <a:spcPct val="100000"/>
              </a:lnSpc>
              <a:spcBef>
                <a:spcPts val="0"/>
              </a:spcBef>
              <a:spcAft>
                <a:spcPts val="0"/>
              </a:spcAft>
              <a:buClr>
                <a:srgbClr val="42444E"/>
              </a:buClr>
              <a:buSzPts val="1400"/>
              <a:buNone/>
            </a:pPr>
            <a:r>
              <a:rPr lang="en-US" sz="1400" b="1">
                <a:solidFill>
                  <a:srgbClr val="42444E"/>
                </a:solidFill>
                <a:latin typeface="Quattrocento Sans"/>
                <a:ea typeface="Quattrocento Sans"/>
                <a:cs typeface="Quattrocento Sans"/>
                <a:sym typeface="Quattrocento Sans"/>
              </a:rPr>
              <a:t>Conflicts</a:t>
            </a:r>
            <a:r>
              <a:rPr lang="en-US" sz="1400">
                <a:solidFill>
                  <a:srgbClr val="212529"/>
                </a:solidFill>
                <a:latin typeface="Quattrocento Sans"/>
                <a:ea typeface="Quattrocento Sans"/>
                <a:cs typeface="Quattrocento Sans"/>
                <a:sym typeface="Quattrocento Sans"/>
              </a:rPr>
              <a:t>: - </a:t>
            </a:r>
            <a:r>
              <a:rPr lang="en-US" sz="1400">
                <a:solidFill>
                  <a:schemeClr val="dk1"/>
                </a:solidFill>
                <a:latin typeface="Arial"/>
                <a:ea typeface="Arial"/>
                <a:cs typeface="Arial"/>
                <a:sym typeface="Arial"/>
              </a:rPr>
              <a:t>Cette déclaration énumère les unités/services qui doivent être arrêtés avant le démarrage de l’unite en question.</a:t>
            </a:r>
            <a:endParaRPr/>
          </a:p>
          <a:p>
            <a:pPr marL="0" lvl="0" indent="0" algn="just" rtl="0">
              <a:lnSpc>
                <a:spcPct val="100000"/>
              </a:lnSpc>
              <a:spcBef>
                <a:spcPts val="0"/>
              </a:spcBef>
              <a:spcAft>
                <a:spcPts val="0"/>
              </a:spcAft>
              <a:buClr>
                <a:srgbClr val="414141"/>
              </a:buClr>
              <a:buSzPts val="1400"/>
              <a:buNone/>
            </a:pPr>
            <a:endParaRPr sz="1400">
              <a:solidFill>
                <a:schemeClr val="dk1"/>
              </a:solidFill>
              <a:latin typeface="Arial"/>
              <a:ea typeface="Arial"/>
              <a:cs typeface="Arial"/>
              <a:sym typeface="Arial"/>
            </a:endParaRPr>
          </a:p>
          <a:p>
            <a:pPr marL="0" lvl="0" indent="0" algn="just" rtl="0">
              <a:lnSpc>
                <a:spcPct val="100000"/>
              </a:lnSpc>
              <a:spcBef>
                <a:spcPts val="0"/>
              </a:spcBef>
              <a:spcAft>
                <a:spcPts val="0"/>
              </a:spcAft>
              <a:buClr>
                <a:srgbClr val="42444E"/>
              </a:buClr>
              <a:buSzPts val="1600"/>
              <a:buNone/>
            </a:pPr>
            <a:r>
              <a:rPr lang="en-US" sz="1600" b="1">
                <a:solidFill>
                  <a:srgbClr val="42444E"/>
                </a:solidFill>
                <a:latin typeface="Quattrocento Sans"/>
                <a:ea typeface="Quattrocento Sans"/>
                <a:cs typeface="Quattrocento Sans"/>
                <a:sym typeface="Quattrocento Sans"/>
              </a:rPr>
              <a:t>[TYPE]</a:t>
            </a:r>
            <a:endParaRPr/>
          </a:p>
          <a:p>
            <a:pPr marL="0" lvl="0" indent="0" algn="just" rtl="0">
              <a:lnSpc>
                <a:spcPct val="100000"/>
              </a:lnSpc>
              <a:spcBef>
                <a:spcPts val="0"/>
              </a:spcBef>
              <a:spcAft>
                <a:spcPts val="0"/>
              </a:spcAft>
              <a:buClr>
                <a:srgbClr val="414141"/>
              </a:buClr>
              <a:buSzPts val="1400"/>
              <a:buNone/>
            </a:pPr>
            <a:endParaRPr sz="1400">
              <a:solidFill>
                <a:schemeClr val="dk1"/>
              </a:solidFill>
              <a:latin typeface="Arial"/>
              <a:ea typeface="Arial"/>
              <a:cs typeface="Arial"/>
              <a:sym typeface="Arial"/>
            </a:endParaRPr>
          </a:p>
          <a:p>
            <a:pPr marL="0" lvl="0" indent="0" algn="just" rtl="0">
              <a:lnSpc>
                <a:spcPct val="100000"/>
              </a:lnSpc>
              <a:spcBef>
                <a:spcPts val="0"/>
              </a:spcBef>
              <a:spcAft>
                <a:spcPts val="0"/>
              </a:spcAft>
              <a:buClr>
                <a:schemeClr val="dk1"/>
              </a:buClr>
              <a:buSzPts val="1400"/>
              <a:buNone/>
            </a:pPr>
            <a:r>
              <a:rPr lang="en-US" sz="1400">
                <a:solidFill>
                  <a:schemeClr val="dk1"/>
                </a:solidFill>
                <a:latin typeface="Arial"/>
                <a:ea typeface="Arial"/>
                <a:cs typeface="Arial"/>
                <a:sym typeface="Arial"/>
              </a:rPr>
              <a:t>Le titre de cette section (le mot clé entre les crochets) indique le type d'unité. Par exemple, si le type d'unité est le Service, cette section utilise le titre [Service] et si le type d'unité est le Socket, cette section utilise le titre [Socket]. Les déclarations de cette section contiennent les opérations de contrôle/commandes de l'unité.</a:t>
            </a:r>
            <a:endParaRPr/>
          </a:p>
          <a:p>
            <a:pPr marL="0" lvl="0" indent="0" algn="just" rtl="0">
              <a:lnSpc>
                <a:spcPct val="100000"/>
              </a:lnSpc>
              <a:spcBef>
                <a:spcPts val="0"/>
              </a:spcBef>
              <a:spcAft>
                <a:spcPts val="0"/>
              </a:spcAft>
              <a:buClr>
                <a:srgbClr val="414141"/>
              </a:buClr>
              <a:buSzPts val="1400"/>
              <a:buNone/>
            </a:pPr>
            <a:endParaRPr sz="1400">
              <a:solidFill>
                <a:schemeClr val="dk1"/>
              </a:solidFill>
              <a:latin typeface="Arial"/>
              <a:ea typeface="Arial"/>
              <a:cs typeface="Arial"/>
              <a:sym typeface="Arial"/>
            </a:endParaRPr>
          </a:p>
          <a:p>
            <a:pPr marL="0" lvl="0" indent="0" algn="just" rtl="0">
              <a:lnSpc>
                <a:spcPct val="100000"/>
              </a:lnSpc>
              <a:spcBef>
                <a:spcPts val="0"/>
              </a:spcBef>
              <a:spcAft>
                <a:spcPts val="0"/>
              </a:spcAft>
              <a:buClr>
                <a:srgbClr val="42444E"/>
              </a:buClr>
              <a:buSzPts val="1600"/>
              <a:buNone/>
            </a:pPr>
            <a:r>
              <a:rPr lang="en-US" sz="1600" b="1">
                <a:solidFill>
                  <a:srgbClr val="42444E"/>
                </a:solidFill>
                <a:latin typeface="Quattrocento Sans"/>
                <a:ea typeface="Quattrocento Sans"/>
                <a:cs typeface="Quattrocento Sans"/>
                <a:sym typeface="Quattrocento Sans"/>
              </a:rPr>
              <a:t>[INSTALL]</a:t>
            </a:r>
            <a:endParaRPr/>
          </a:p>
          <a:p>
            <a:pPr marL="0" lvl="0" indent="0" algn="just" rtl="0">
              <a:lnSpc>
                <a:spcPct val="100000"/>
              </a:lnSpc>
              <a:spcBef>
                <a:spcPts val="0"/>
              </a:spcBef>
              <a:spcAft>
                <a:spcPts val="0"/>
              </a:spcAft>
              <a:buClr>
                <a:srgbClr val="414141"/>
              </a:buClr>
              <a:buSzPts val="1600"/>
              <a:buNone/>
            </a:pPr>
            <a:endParaRPr sz="1600" b="1">
              <a:solidFill>
                <a:srgbClr val="42444E"/>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Clr>
                <a:schemeClr val="dk1"/>
              </a:buClr>
              <a:buSzPts val="1400"/>
              <a:buNone/>
            </a:pPr>
            <a:r>
              <a:rPr lang="en-US" sz="1400">
                <a:solidFill>
                  <a:schemeClr val="dk1"/>
                </a:solidFill>
                <a:latin typeface="Arial"/>
                <a:ea typeface="Arial"/>
                <a:cs typeface="Arial"/>
                <a:sym typeface="Arial"/>
              </a:rPr>
              <a:t>Cette section contient des informations sur l'unité cible. L’option la plus courante que vous pouvez voir dans cette section est</a:t>
            </a:r>
            <a:endParaRPr sz="1400">
              <a:solidFill>
                <a:schemeClr val="dk1"/>
              </a:solidFill>
              <a:latin typeface="Arial"/>
              <a:ea typeface="Arial"/>
              <a:cs typeface="Arial"/>
              <a:sym typeface="Arial"/>
            </a:endParaRPr>
          </a:p>
          <a:p>
            <a:pPr marL="0" lvl="0" indent="0" algn="just" rtl="0">
              <a:lnSpc>
                <a:spcPct val="100000"/>
              </a:lnSpc>
              <a:spcBef>
                <a:spcPts val="0"/>
              </a:spcBef>
              <a:spcAft>
                <a:spcPts val="0"/>
              </a:spcAft>
              <a:buClr>
                <a:srgbClr val="414141"/>
              </a:buClr>
              <a:buSzPts val="1600"/>
              <a:buNone/>
            </a:pPr>
            <a:endParaRPr sz="1600" b="1">
              <a:solidFill>
                <a:srgbClr val="42444E"/>
              </a:solidFill>
              <a:latin typeface="Quattrocento Sans"/>
              <a:ea typeface="Quattrocento Sans"/>
              <a:cs typeface="Quattrocento Sans"/>
              <a:sym typeface="Quattrocento Sans"/>
            </a:endParaRPr>
          </a:p>
          <a:p>
            <a:pPr marL="0" lvl="0" indent="0" algn="just" rtl="0">
              <a:lnSpc>
                <a:spcPct val="100000"/>
              </a:lnSpc>
              <a:spcBef>
                <a:spcPts val="0"/>
              </a:spcBef>
              <a:spcAft>
                <a:spcPts val="0"/>
              </a:spcAft>
              <a:buClr>
                <a:srgbClr val="42444E"/>
              </a:buClr>
              <a:buSzPts val="1600"/>
              <a:buNone/>
            </a:pPr>
            <a:r>
              <a:rPr lang="en-US" sz="1600" b="1">
                <a:solidFill>
                  <a:srgbClr val="42444E"/>
                </a:solidFill>
                <a:latin typeface="Quattrocento Sans"/>
                <a:ea typeface="Quattrocento Sans"/>
                <a:cs typeface="Quattrocento Sans"/>
                <a:sym typeface="Quattrocento Sans"/>
              </a:rPr>
              <a:t>WantedBy : </a:t>
            </a:r>
            <a:r>
              <a:rPr lang="en-US" sz="1400">
                <a:solidFill>
                  <a:schemeClr val="dk1"/>
                </a:solidFill>
                <a:latin typeface="Arial"/>
                <a:ea typeface="Arial"/>
                <a:cs typeface="Arial"/>
                <a:sym typeface="Arial"/>
              </a:rPr>
              <a:t>- Nom de l'unité cible qui démarre automatiquement cette unité. Par exemple, si vous voyez multi-user.target dans cette déclaration, cela signifie que lorsque le système entre dans le niveau cible "multi-user.target", cette unité est démarrée automatiquement.</a:t>
            </a:r>
            <a:endParaRPr sz="1400">
              <a:solidFill>
                <a:schemeClr val="dk1"/>
              </a:solidFill>
              <a:latin typeface="Arial"/>
              <a:ea typeface="Arial"/>
              <a:cs typeface="Arial"/>
              <a:sym typeface="Arial"/>
            </a:endParaRPr>
          </a:p>
        </p:txBody>
      </p:sp>
      <p:sp>
        <p:nvSpPr>
          <p:cNvPr id="388" name="Google Shape;388;p35"/>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Structure de l’u</a:t>
            </a:r>
            <a:r>
              <a:rPr lang="en-US"/>
              <a:t>nité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6"/>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Structure de l’u</a:t>
            </a:r>
            <a:r>
              <a:rPr lang="en-US"/>
              <a:t>nité  </a:t>
            </a:r>
            <a:endParaRPr/>
          </a:p>
        </p:txBody>
      </p:sp>
      <p:pic>
        <p:nvPicPr>
          <p:cNvPr id="394" name="Google Shape;394;p36"/>
          <p:cNvPicPr preferRelativeResize="0"/>
          <p:nvPr/>
        </p:nvPicPr>
        <p:blipFill rotWithShape="1">
          <a:blip r:embed="rId3">
            <a:alphaModFix/>
          </a:blip>
          <a:srcRect/>
          <a:stretch/>
        </p:blipFill>
        <p:spPr>
          <a:xfrm>
            <a:off x="1447799" y="2015067"/>
            <a:ext cx="9296401" cy="4720015"/>
          </a:xfrm>
          <a:prstGeom prst="rect">
            <a:avLst/>
          </a:prstGeom>
          <a:noFill/>
          <a:ln>
            <a:noFill/>
          </a:ln>
          <a:effectLst>
            <a:outerShdw blurRad="292100" dist="139700" dir="2700000" algn="tl" rotWithShape="0">
              <a:srgbClr val="333333">
                <a:alpha val="64705"/>
              </a:srgbClr>
            </a:outerShdw>
          </a:effectLst>
        </p:spPr>
      </p:pic>
      <p:sp>
        <p:nvSpPr>
          <p:cNvPr id="395" name="Google Shape;395;p36"/>
          <p:cNvSpPr/>
          <p:nvPr/>
        </p:nvSpPr>
        <p:spPr>
          <a:xfrm>
            <a:off x="3063134" y="1577256"/>
            <a:ext cx="555010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C00000"/>
                </a:solidFill>
                <a:latin typeface="Palatino"/>
                <a:ea typeface="Palatino"/>
                <a:cs typeface="Palatino"/>
                <a:sym typeface="Palatino"/>
              </a:rPr>
              <a:t>/usr/lib/systemd/system/NetworkManager.service</a:t>
            </a:r>
            <a:endParaRPr sz="1800" b="1">
              <a:solidFill>
                <a:srgbClr val="C00000"/>
              </a:solidFill>
              <a:latin typeface="Palatino"/>
              <a:ea typeface="Palatino"/>
              <a:cs typeface="Palatino"/>
              <a:sym typeface="Palatin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37"/>
          <p:cNvPicPr preferRelativeResize="0"/>
          <p:nvPr/>
        </p:nvPicPr>
        <p:blipFill rotWithShape="1">
          <a:blip r:embed="rId3">
            <a:alphaModFix/>
          </a:blip>
          <a:srcRect/>
          <a:stretch/>
        </p:blipFill>
        <p:spPr>
          <a:xfrm>
            <a:off x="863600" y="1977430"/>
            <a:ext cx="10464800" cy="4318000"/>
          </a:xfrm>
          <a:prstGeom prst="rect">
            <a:avLst/>
          </a:prstGeom>
          <a:noFill/>
          <a:ln>
            <a:noFill/>
          </a:ln>
        </p:spPr>
      </p:pic>
      <p:sp>
        <p:nvSpPr>
          <p:cNvPr id="401" name="Google Shape;401;p37"/>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Structure de l’u</a:t>
            </a:r>
            <a:r>
              <a:rPr lang="en-US"/>
              <a:t>nité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8"/>
          <p:cNvSpPr txBox="1">
            <a:spLocks noGrp="1"/>
          </p:cNvSpPr>
          <p:nvPr>
            <p:ph type="body" idx="1"/>
          </p:nvPr>
        </p:nvSpPr>
        <p:spPr>
          <a:xfrm>
            <a:off x="476250" y="1788286"/>
            <a:ext cx="11239500" cy="4286250"/>
          </a:xfrm>
          <a:prstGeom prst="rect">
            <a:avLst/>
          </a:prstGeom>
          <a:noFill/>
          <a:ln>
            <a:noFill/>
          </a:ln>
        </p:spPr>
        <p:txBody>
          <a:bodyPr spcFirstLastPara="1" wrap="square" lIns="50800" tIns="50800" rIns="50800" bIns="50800" anchor="ctr" anchorCtr="0">
            <a:normAutofit/>
          </a:bodyPr>
          <a:lstStyle/>
          <a:p>
            <a:pPr marL="330387" lvl="0" indent="-330387" algn="just" rtl="0">
              <a:lnSpc>
                <a:spcPct val="150000"/>
              </a:lnSpc>
              <a:spcBef>
                <a:spcPts val="0"/>
              </a:spcBef>
              <a:spcAft>
                <a:spcPts val="0"/>
              </a:spcAft>
              <a:buSzPts val="1500"/>
              <a:buChar char="●"/>
            </a:pPr>
            <a:r>
              <a:rPr lang="en-US"/>
              <a:t>Il identifie la cible par défaut du système à l’aide de </a:t>
            </a:r>
            <a:r>
              <a:rPr lang="en-US" b="1"/>
              <a:t>/etc/systemd/system/default.target</a:t>
            </a:r>
            <a:endParaRPr b="1"/>
          </a:p>
          <a:p>
            <a:pPr marL="330387" lvl="0" indent="-330387" algn="just" rtl="0">
              <a:lnSpc>
                <a:spcPct val="150000"/>
              </a:lnSpc>
              <a:spcBef>
                <a:spcPts val="1687"/>
              </a:spcBef>
              <a:spcAft>
                <a:spcPts val="0"/>
              </a:spcAft>
              <a:buSzPts val="1500"/>
              <a:buChar char="●"/>
            </a:pPr>
            <a:r>
              <a:rPr lang="en-US"/>
              <a:t>Les fichiers de configuration de ces cibles sont sous </a:t>
            </a:r>
            <a:r>
              <a:rPr lang="en-US" b="1"/>
              <a:t>/usr/lib/systemd/system/</a:t>
            </a:r>
            <a:endParaRPr/>
          </a:p>
          <a:p>
            <a:pPr marL="330387" lvl="0" indent="-330387" algn="just" rtl="0">
              <a:lnSpc>
                <a:spcPct val="150000"/>
              </a:lnSpc>
              <a:spcBef>
                <a:spcPts val="1687"/>
              </a:spcBef>
              <a:spcAft>
                <a:spcPts val="0"/>
              </a:spcAft>
              <a:buSzPts val="1500"/>
              <a:buChar char="●"/>
            </a:pPr>
            <a:r>
              <a:rPr lang="en-US"/>
              <a:t>Systemd positionne ensuite le système dans l’état défini par la cible. Pour ce faire, il demarre, stoppe ou relance des unités de type service.</a:t>
            </a:r>
            <a:endParaRPr/>
          </a:p>
        </p:txBody>
      </p:sp>
      <p:sp>
        <p:nvSpPr>
          <p:cNvPr id="407" name="Google Shape;407;p38"/>
          <p:cNvSpPr txBox="1">
            <a:spLocks noGrp="1"/>
          </p:cNvSpPr>
          <p:nvPr>
            <p:ph type="title"/>
          </p:nvPr>
        </p:nvSpPr>
        <p:spPr>
          <a:xfrm>
            <a:off x="476250" y="547248"/>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a:t>Processus d’initialisation: Systemd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9"/>
          <p:cNvSpPr txBox="1"/>
          <p:nvPr/>
        </p:nvSpPr>
        <p:spPr>
          <a:xfrm>
            <a:off x="6469542" y="3878838"/>
            <a:ext cx="102657" cy="471924"/>
          </a:xfrm>
          <a:prstGeom prst="rect">
            <a:avLst/>
          </a:prstGeom>
          <a:solidFill>
            <a:srgbClr val="FEFCFF"/>
          </a:solid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dk1"/>
              </a:buClr>
              <a:buSzPts val="2400"/>
              <a:buFont typeface="Bodoni"/>
              <a:buNone/>
            </a:pPr>
            <a:endParaRPr sz="2400" b="0" i="0" u="none" strike="noStrike" cap="none">
              <a:solidFill>
                <a:srgbClr val="414141"/>
              </a:solidFill>
              <a:latin typeface="Palatino"/>
              <a:ea typeface="Palatino"/>
              <a:cs typeface="Palatino"/>
              <a:sym typeface="Palatino"/>
            </a:endParaRPr>
          </a:p>
        </p:txBody>
      </p:sp>
      <p:sp>
        <p:nvSpPr>
          <p:cNvPr id="413" name="Google Shape;413;p39"/>
          <p:cNvSpPr txBox="1"/>
          <p:nvPr/>
        </p:nvSpPr>
        <p:spPr>
          <a:xfrm>
            <a:off x="4299945" y="2309345"/>
            <a:ext cx="612348"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414141"/>
              </a:buClr>
              <a:buSzPts val="2400"/>
              <a:buFont typeface="Palatino"/>
              <a:buNone/>
            </a:pPr>
            <a:r>
              <a:rPr lang="en-US" sz="2400" b="0" i="0" u="none" strike="noStrike" cap="none">
                <a:solidFill>
                  <a:srgbClr val="414141"/>
                </a:solidFill>
                <a:latin typeface="Palatino"/>
                <a:ea typeface="Palatino"/>
                <a:cs typeface="Palatino"/>
                <a:sym typeface="Palatino"/>
              </a:rPr>
              <a:t>      </a:t>
            </a:r>
            <a:endParaRPr/>
          </a:p>
        </p:txBody>
      </p:sp>
      <p:sp>
        <p:nvSpPr>
          <p:cNvPr id="414" name="Google Shape;414;p39"/>
          <p:cNvSpPr txBox="1"/>
          <p:nvPr/>
        </p:nvSpPr>
        <p:spPr>
          <a:xfrm>
            <a:off x="3476617" y="2636892"/>
            <a:ext cx="102657" cy="471924"/>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chemeClr val="dk1"/>
              </a:buClr>
              <a:buSzPts val="2400"/>
              <a:buFont typeface="Bodoni"/>
              <a:buNone/>
            </a:pPr>
            <a:endParaRPr sz="2400" b="0" i="0" u="none" strike="noStrike" cap="none">
              <a:solidFill>
                <a:srgbClr val="414141"/>
              </a:solidFill>
              <a:latin typeface="Palatino"/>
              <a:ea typeface="Palatino"/>
              <a:cs typeface="Palatino"/>
              <a:sym typeface="Palatino"/>
            </a:endParaRPr>
          </a:p>
        </p:txBody>
      </p:sp>
      <p:sp>
        <p:nvSpPr>
          <p:cNvPr id="415" name="Google Shape;415;p39"/>
          <p:cNvSpPr txBox="1">
            <a:spLocks noGrp="1"/>
          </p:cNvSpPr>
          <p:nvPr>
            <p:ph type="title"/>
          </p:nvPr>
        </p:nvSpPr>
        <p:spPr>
          <a:xfrm>
            <a:off x="476250" y="547248"/>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5400"/>
              <a:buFont typeface="Bodoni"/>
              <a:buNone/>
            </a:pPr>
            <a:r>
              <a:rPr lang="en-US" sz="5400"/>
              <a:t>Processus d’initialisation: Systemd </a:t>
            </a:r>
            <a:endParaRPr/>
          </a:p>
        </p:txBody>
      </p:sp>
      <p:pic>
        <p:nvPicPr>
          <p:cNvPr id="416" name="Google Shape;416;p39"/>
          <p:cNvPicPr preferRelativeResize="0"/>
          <p:nvPr/>
        </p:nvPicPr>
        <p:blipFill rotWithShape="1">
          <a:blip r:embed="rId3">
            <a:alphaModFix/>
          </a:blip>
          <a:srcRect/>
          <a:stretch/>
        </p:blipFill>
        <p:spPr>
          <a:xfrm>
            <a:off x="2510398" y="2562750"/>
            <a:ext cx="6679888" cy="2705286"/>
          </a:xfrm>
          <a:prstGeom prst="rect">
            <a:avLst/>
          </a:prstGeom>
          <a:noFill/>
          <a:ln>
            <a:noFill/>
          </a:ln>
          <a:effectLst>
            <a:outerShdw blurRad="292100" dist="139700" dir="2700000" algn="tl" rotWithShape="0">
              <a:srgbClr val="333333">
                <a:alpha val="64705"/>
              </a:srgbClr>
            </a:outerShdw>
          </a:effectLst>
        </p:spPr>
      </p:pic>
      <p:sp>
        <p:nvSpPr>
          <p:cNvPr id="417" name="Google Shape;417;p39"/>
          <p:cNvSpPr/>
          <p:nvPr/>
        </p:nvSpPr>
        <p:spPr>
          <a:xfrm>
            <a:off x="3532577" y="1882050"/>
            <a:ext cx="396775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C00000"/>
                </a:solidFill>
                <a:latin typeface="Palatino"/>
                <a:ea typeface="Palatino"/>
                <a:cs typeface="Palatino"/>
                <a:sym typeface="Palatino"/>
              </a:rPr>
              <a:t>/etc/systemd/system/default.target</a:t>
            </a:r>
            <a:endParaRPr sz="1800" b="1">
              <a:solidFill>
                <a:srgbClr val="C00000"/>
              </a:solidFill>
              <a:latin typeface="Palatino"/>
              <a:ea typeface="Palatino"/>
              <a:cs typeface="Palatino"/>
              <a:sym typeface="Palatin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0"/>
          <p:cNvSpPr txBox="1">
            <a:spLocks noGrp="1"/>
          </p:cNvSpPr>
          <p:nvPr>
            <p:ph type="body" idx="1"/>
          </p:nvPr>
        </p:nvSpPr>
        <p:spPr>
          <a:xfrm>
            <a:off x="476250" y="1848444"/>
            <a:ext cx="11239500" cy="4765715"/>
          </a:xfrm>
          <a:prstGeom prst="rect">
            <a:avLst/>
          </a:prstGeom>
          <a:noFill/>
          <a:ln>
            <a:noFill/>
          </a:ln>
        </p:spPr>
        <p:txBody>
          <a:bodyPr spcFirstLastPara="1" wrap="square" lIns="50800" tIns="50800" rIns="50800" bIns="50800" anchor="ctr" anchorCtr="0">
            <a:normAutofit/>
          </a:bodyPr>
          <a:lstStyle/>
          <a:p>
            <a:pPr marL="330387" lvl="0" indent="-330387" algn="just" rtl="0">
              <a:lnSpc>
                <a:spcPct val="150000"/>
              </a:lnSpc>
              <a:spcBef>
                <a:spcPts val="0"/>
              </a:spcBef>
              <a:spcAft>
                <a:spcPts val="0"/>
              </a:spcAft>
              <a:buSzPts val="1500"/>
              <a:buChar char="●"/>
            </a:pPr>
            <a:r>
              <a:rPr lang="en-US" dirty="0"/>
              <a:t>Les </a:t>
            </a:r>
            <a:r>
              <a:rPr lang="en-US" dirty="0" err="1"/>
              <a:t>unités</a:t>
            </a:r>
            <a:r>
              <a:rPr lang="en-US" dirty="0"/>
              <a:t> de </a:t>
            </a:r>
            <a:r>
              <a:rPr lang="en-US" dirty="0" err="1"/>
              <a:t>cible</a:t>
            </a:r>
            <a:r>
              <a:rPr lang="en-US" dirty="0"/>
              <a:t> se </a:t>
            </a:r>
            <a:r>
              <a:rPr lang="en-US" dirty="0" err="1"/>
              <a:t>terminent</a:t>
            </a:r>
            <a:r>
              <a:rPr lang="en-US" dirty="0"/>
              <a:t> par </a:t>
            </a:r>
            <a:r>
              <a:rPr lang="en-US" dirty="0" err="1"/>
              <a:t>l’extension</a:t>
            </a:r>
            <a:r>
              <a:rPr lang="en-US" dirty="0"/>
              <a:t> .target et </a:t>
            </a:r>
            <a:r>
              <a:rPr lang="en-US" dirty="0" err="1"/>
              <a:t>leur</a:t>
            </a:r>
            <a:r>
              <a:rPr lang="en-US" dirty="0"/>
              <a:t> unique but </a:t>
            </a:r>
            <a:r>
              <a:rPr lang="en-US" dirty="0" err="1"/>
              <a:t>consiste</a:t>
            </a:r>
            <a:r>
              <a:rPr lang="en-US" dirty="0"/>
              <a:t> à </a:t>
            </a:r>
            <a:r>
              <a:rPr lang="en-US" dirty="0" err="1"/>
              <a:t>regrouper</a:t>
            </a:r>
            <a:r>
              <a:rPr lang="en-US" dirty="0"/>
              <a:t> </a:t>
            </a:r>
            <a:r>
              <a:rPr lang="en-US" dirty="0" err="1"/>
              <a:t>d’autres</a:t>
            </a:r>
            <a:r>
              <a:rPr lang="en-US" dirty="0"/>
              <a:t> </a:t>
            </a:r>
            <a:r>
              <a:rPr lang="en-US" dirty="0" err="1"/>
              <a:t>unités</a:t>
            </a:r>
            <a:r>
              <a:rPr lang="en-US" dirty="0"/>
              <a:t> </a:t>
            </a:r>
            <a:r>
              <a:rPr lang="en-US" dirty="0" err="1"/>
              <a:t>Systemd</a:t>
            </a:r>
            <a:r>
              <a:rPr lang="en-US" dirty="0"/>
              <a:t> </a:t>
            </a:r>
            <a:r>
              <a:rPr lang="en-US" dirty="0" err="1"/>
              <a:t>dans</a:t>
            </a:r>
            <a:r>
              <a:rPr lang="en-US" dirty="0"/>
              <a:t> </a:t>
            </a:r>
            <a:r>
              <a:rPr lang="en-US" dirty="0" err="1"/>
              <a:t>une</a:t>
            </a:r>
            <a:r>
              <a:rPr lang="en-US" dirty="0"/>
              <a:t> </a:t>
            </a:r>
            <a:r>
              <a:rPr lang="en-US" dirty="0" err="1"/>
              <a:t>chaîne</a:t>
            </a:r>
            <a:r>
              <a:rPr lang="en-US" dirty="0"/>
              <a:t> de </a:t>
            </a:r>
            <a:r>
              <a:rPr lang="en-US" dirty="0" err="1"/>
              <a:t>dépendances</a:t>
            </a:r>
            <a:r>
              <a:rPr lang="en-US" dirty="0"/>
              <a:t>,</a:t>
            </a:r>
            <a:endParaRPr dirty="0"/>
          </a:p>
          <a:p>
            <a:pPr marL="330387" lvl="0" indent="-330387" algn="just" rtl="0">
              <a:lnSpc>
                <a:spcPct val="150000"/>
              </a:lnSpc>
              <a:spcBef>
                <a:spcPts val="1687"/>
              </a:spcBef>
              <a:spcAft>
                <a:spcPts val="0"/>
              </a:spcAft>
              <a:buSzPts val="1500"/>
              <a:buChar char="●"/>
            </a:pPr>
            <a:r>
              <a:rPr lang="en-US" dirty="0"/>
              <a:t>Par </a:t>
            </a:r>
            <a:r>
              <a:rPr lang="en-US" dirty="0" err="1"/>
              <a:t>exemple</a:t>
            </a:r>
            <a:r>
              <a:rPr lang="en-US" dirty="0"/>
              <a:t>, </a:t>
            </a:r>
            <a:r>
              <a:rPr lang="en-US" b="1" dirty="0" err="1"/>
              <a:t>l’unité</a:t>
            </a:r>
            <a:r>
              <a:rPr lang="en-US" b="1" dirty="0"/>
              <a:t> </a:t>
            </a:r>
            <a:r>
              <a:rPr lang="en-US" b="1" dirty="0" err="1"/>
              <a:t>graphical.target</a:t>
            </a:r>
            <a:r>
              <a:rPr lang="en-US" b="1" dirty="0"/>
              <a:t>, </a:t>
            </a:r>
            <a:r>
              <a:rPr lang="en-US" dirty="0"/>
              <a:t>qui </a:t>
            </a:r>
            <a:r>
              <a:rPr lang="en-US" dirty="0" err="1"/>
              <a:t>est</a:t>
            </a:r>
            <a:r>
              <a:rPr lang="en-US" dirty="0"/>
              <a:t> </a:t>
            </a:r>
            <a:r>
              <a:rPr lang="en-US" dirty="0" err="1"/>
              <a:t>utilisée</a:t>
            </a:r>
            <a:r>
              <a:rPr lang="en-US" dirty="0"/>
              <a:t> pour lancer </a:t>
            </a:r>
            <a:r>
              <a:rPr lang="en-US" dirty="0" err="1"/>
              <a:t>une</a:t>
            </a:r>
            <a:r>
              <a:rPr lang="en-US" dirty="0"/>
              <a:t> session </a:t>
            </a:r>
            <a:r>
              <a:rPr lang="en-US" dirty="0" err="1"/>
              <a:t>graphique</a:t>
            </a:r>
            <a:r>
              <a:rPr lang="en-US" dirty="0"/>
              <a:t>, lance des services </a:t>
            </a:r>
            <a:r>
              <a:rPr lang="en-US" dirty="0" err="1"/>
              <a:t>systèmes</a:t>
            </a:r>
            <a:r>
              <a:rPr lang="en-US" dirty="0"/>
              <a:t> </a:t>
            </a:r>
            <a:r>
              <a:rPr lang="en-US" dirty="0" err="1"/>
              <a:t>comme</a:t>
            </a:r>
            <a:r>
              <a:rPr lang="en-US" dirty="0"/>
              <a:t> le gestionnaire </a:t>
            </a:r>
            <a:r>
              <a:rPr lang="en-US" dirty="0" err="1"/>
              <a:t>d’affichage</a:t>
            </a:r>
            <a:r>
              <a:rPr lang="en-US" dirty="0"/>
              <a:t> GNOME (</a:t>
            </a:r>
            <a:r>
              <a:rPr lang="en-US" b="1" dirty="0"/>
              <a:t>display-</a:t>
            </a:r>
            <a:r>
              <a:rPr lang="en-US" b="1" dirty="0" err="1"/>
              <a:t>manager.service</a:t>
            </a:r>
            <a:r>
              <a:rPr lang="en-US" dirty="0"/>
              <a:t>) et active </a:t>
            </a:r>
            <a:r>
              <a:rPr lang="en-US" dirty="0" err="1"/>
              <a:t>également</a:t>
            </a:r>
            <a:r>
              <a:rPr lang="en-US" dirty="0"/>
              <a:t> </a:t>
            </a:r>
            <a:r>
              <a:rPr lang="en-US" dirty="0" err="1"/>
              <a:t>l’unité</a:t>
            </a:r>
            <a:r>
              <a:rPr lang="en-US" dirty="0"/>
              <a:t> </a:t>
            </a:r>
            <a:r>
              <a:rPr lang="en-US" b="1" dirty="0"/>
              <a:t>multi-</a:t>
            </a:r>
            <a:r>
              <a:rPr lang="en-US" b="1" dirty="0" err="1"/>
              <a:t>user.target</a:t>
            </a:r>
            <a:r>
              <a:rPr lang="en-US" dirty="0"/>
              <a:t>.</a:t>
            </a:r>
            <a:endParaRPr dirty="0"/>
          </a:p>
          <a:p>
            <a:pPr marL="330387" lvl="0" indent="-233955" algn="l" rtl="0">
              <a:lnSpc>
                <a:spcPct val="100000"/>
              </a:lnSpc>
              <a:spcBef>
                <a:spcPts val="1687"/>
              </a:spcBef>
              <a:spcAft>
                <a:spcPts val="0"/>
              </a:spcAft>
              <a:buSzPts val="1519"/>
              <a:buNone/>
            </a:pPr>
            <a:endParaRPr dirty="0"/>
          </a:p>
        </p:txBody>
      </p:sp>
      <p:sp>
        <p:nvSpPr>
          <p:cNvPr id="424" name="Google Shape;424;p40"/>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Targets Systemd</a:t>
            </a:r>
            <a:r>
              <a:rPr lang="en-US"/>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1"/>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Targets Systemd</a:t>
            </a:r>
            <a:r>
              <a:rPr lang="en-US"/>
              <a:t>  </a:t>
            </a:r>
            <a:endParaRPr/>
          </a:p>
        </p:txBody>
      </p:sp>
      <p:pic>
        <p:nvPicPr>
          <p:cNvPr id="430" name="Google Shape;430;p41"/>
          <p:cNvPicPr preferRelativeResize="0"/>
          <p:nvPr/>
        </p:nvPicPr>
        <p:blipFill rotWithShape="1">
          <a:blip r:embed="rId3">
            <a:alphaModFix/>
          </a:blip>
          <a:srcRect/>
          <a:stretch/>
        </p:blipFill>
        <p:spPr>
          <a:xfrm>
            <a:off x="2479619" y="2329816"/>
            <a:ext cx="7232762" cy="3347651"/>
          </a:xfrm>
          <a:prstGeom prst="rect">
            <a:avLst/>
          </a:prstGeom>
          <a:noFill/>
          <a:ln>
            <a:noFill/>
          </a:ln>
          <a:effectLst>
            <a:outerShdw blurRad="292100" dist="139700" dir="2700000" algn="tl" rotWithShape="0">
              <a:srgbClr val="333333">
                <a:alpha val="64705"/>
              </a:srgbClr>
            </a:outerShdw>
          </a:effectLst>
        </p:spPr>
      </p:pic>
      <p:sp>
        <p:nvSpPr>
          <p:cNvPr id="431" name="Google Shape;431;p41"/>
          <p:cNvSpPr/>
          <p:nvPr/>
        </p:nvSpPr>
        <p:spPr>
          <a:xfrm>
            <a:off x="3218393" y="1786800"/>
            <a:ext cx="459613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C00000"/>
                </a:solidFill>
                <a:latin typeface="Palatino"/>
                <a:ea typeface="Palatino"/>
                <a:cs typeface="Palatino"/>
                <a:sym typeface="Palatino"/>
              </a:rPr>
              <a:t>/usr/lib/systemd/system/graphical.target</a:t>
            </a:r>
            <a:endParaRPr sz="1800" b="1">
              <a:solidFill>
                <a:srgbClr val="C00000"/>
              </a:solidFill>
              <a:latin typeface="Palatino"/>
              <a:ea typeface="Palatino"/>
              <a:cs typeface="Palatino"/>
              <a:sym typeface="Palatin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graphicFrame>
        <p:nvGraphicFramePr>
          <p:cNvPr id="436" name="Google Shape;436;p42"/>
          <p:cNvGraphicFramePr/>
          <p:nvPr/>
        </p:nvGraphicFramePr>
        <p:xfrm>
          <a:off x="1737996" y="1992666"/>
          <a:ext cx="3000000" cy="3000000"/>
        </p:xfrm>
        <a:graphic>
          <a:graphicData uri="http://schemas.openxmlformats.org/drawingml/2006/table">
            <a:tbl>
              <a:tblPr>
                <a:noFill/>
                <a:tableStyleId>{4EB90734-3C13-4004-ABC0-247D0613421A}</a:tableStyleId>
              </a:tblPr>
              <a:tblGrid>
                <a:gridCol w="4452025"/>
                <a:gridCol w="4452025"/>
              </a:tblGrid>
              <a:tr h="323875">
                <a:tc>
                  <a:txBody>
                    <a:bodyPr/>
                    <a:lstStyle/>
                    <a:p>
                      <a:pPr marL="0" marR="0" lvl="0" indent="0" algn="ctr" rtl="0">
                        <a:lnSpc>
                          <a:spcPct val="100000"/>
                        </a:lnSpc>
                        <a:spcBef>
                          <a:spcPts val="0"/>
                        </a:spcBef>
                        <a:spcAft>
                          <a:spcPts val="0"/>
                        </a:spcAft>
                        <a:buClr>
                          <a:srgbClr val="202020"/>
                        </a:buClr>
                        <a:buSzPts val="1200"/>
                        <a:buFont typeface="Bodoni"/>
                        <a:buNone/>
                      </a:pPr>
                      <a:r>
                        <a:rPr lang="en-US" sz="1200" b="1" u="none" strike="noStrike" cap="none">
                          <a:solidFill>
                            <a:srgbClr val="202020"/>
                          </a:solidFill>
                        </a:rPr>
                        <a:t>Tâches / Système</a:t>
                      </a:r>
                      <a:endParaRPr sz="1200" b="0" u="none" strike="noStrike" cap="none">
                        <a:solidFill>
                          <a:srgbClr val="202020"/>
                        </a:solidFill>
                      </a:endParaRPr>
                    </a:p>
                  </a:txBody>
                  <a:tcPr marL="71475" marR="71475" marT="71475" marB="71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1D2D4"/>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Clr>
                          <a:srgbClr val="202020"/>
                        </a:buClr>
                        <a:buSzPts val="1200"/>
                        <a:buFont typeface="Bodoni"/>
                        <a:buNone/>
                      </a:pPr>
                      <a:r>
                        <a:rPr lang="en-US" sz="1200" b="1" u="none" strike="noStrike" cap="none">
                          <a:solidFill>
                            <a:srgbClr val="202020"/>
                          </a:solidFill>
                        </a:rPr>
                        <a:t>Systemd</a:t>
                      </a:r>
                      <a:endParaRPr sz="1200" b="0" u="none" strike="noStrike" cap="none">
                        <a:solidFill>
                          <a:srgbClr val="202020"/>
                        </a:solidFill>
                      </a:endParaRPr>
                    </a:p>
                  </a:txBody>
                  <a:tcPr marL="71475" marR="71475" marT="71475" marB="714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1D2D4"/>
                      </a:solidFill>
                      <a:prstDash val="solid"/>
                      <a:round/>
                      <a:headEnd type="none" w="sm" len="sm"/>
                      <a:tailEnd type="none" w="sm" len="sm"/>
                    </a:lnB>
                    <a:solidFill>
                      <a:schemeClr val="lt2"/>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Arrêt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poweroff.target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Mono utilisateur</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rescue.target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Multi-utilisateur</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multi-user.target</a:t>
                      </a:r>
                      <a:endParaRPr sz="1200" u="none" strike="noStrike" cap="none">
                        <a:solidFill>
                          <a:srgbClr val="676A74"/>
                        </a:solidFill>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Multi-utilisateur avec réseau</a:t>
                      </a:r>
                      <a:endParaRPr sz="1200" u="none" strike="noStrike" cap="none">
                        <a:solidFill>
                          <a:srgbClr val="676A74"/>
                        </a:solidFill>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multi-user.target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504800">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Personnalisable</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runlevel4.target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504800">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Multi-utilisateur avec réseau et graphique</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graphical.target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Reboot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reboot.target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504800">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Changer de runlevel (Ex 3)</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systemctl isolate multi-user.target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504800">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Changer le runlevel par défaut (Ex 3)</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systemctl set-default multi-user.target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323875">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Vérifier le runlevel actif</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00"/>
                        <a:buFont typeface="Bodoni"/>
                        <a:buNone/>
                      </a:pPr>
                      <a:r>
                        <a:rPr lang="en-US" sz="1200" u="none" strike="noStrike" cap="none">
                          <a:solidFill>
                            <a:srgbClr val="676A74"/>
                          </a:solidFill>
                        </a:rPr>
                        <a:t>systemctl get-default</a:t>
                      </a:r>
                      <a:endParaRPr/>
                    </a:p>
                  </a:txBody>
                  <a:tcPr marL="71475" marR="71475" marT="71475" marB="71475"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bl>
          </a:graphicData>
        </a:graphic>
      </p:graphicFrame>
      <p:sp>
        <p:nvSpPr>
          <p:cNvPr id="437" name="Google Shape;437;p42"/>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ct val="100000"/>
              <a:buFont typeface="Bodoni"/>
              <a:buNone/>
            </a:pPr>
            <a:r>
              <a:rPr lang="en-US" sz="4800"/>
              <a:t>Processus d’initialisation: Targets Systemd</a:t>
            </a:r>
            <a:r>
              <a:rPr lang="en-US"/>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graphicFrame>
        <p:nvGraphicFramePr>
          <p:cNvPr id="442" name="Google Shape;442;p43"/>
          <p:cNvGraphicFramePr/>
          <p:nvPr/>
        </p:nvGraphicFramePr>
        <p:xfrm>
          <a:off x="2359695" y="1984443"/>
          <a:ext cx="3000000" cy="3000000"/>
        </p:xfrm>
        <a:graphic>
          <a:graphicData uri="http://schemas.openxmlformats.org/drawingml/2006/table">
            <a:tbl>
              <a:tblPr>
                <a:noFill/>
                <a:tableStyleId>{4EB90734-3C13-4004-ABC0-247D0613421A}</a:tableStyleId>
              </a:tblPr>
              <a:tblGrid>
                <a:gridCol w="4009375"/>
                <a:gridCol w="3903325"/>
              </a:tblGrid>
              <a:tr h="451800">
                <a:tc>
                  <a:txBody>
                    <a:bodyPr/>
                    <a:lstStyle/>
                    <a:p>
                      <a:pPr marL="0" marR="0" lvl="0" indent="0" algn="ctr" rtl="0">
                        <a:lnSpc>
                          <a:spcPct val="100000"/>
                        </a:lnSpc>
                        <a:spcBef>
                          <a:spcPts val="0"/>
                        </a:spcBef>
                        <a:spcAft>
                          <a:spcPts val="0"/>
                        </a:spcAft>
                        <a:buClr>
                          <a:srgbClr val="202020"/>
                        </a:buClr>
                        <a:buSzPts val="1266"/>
                        <a:buFont typeface="Bodoni"/>
                        <a:buNone/>
                      </a:pPr>
                      <a:r>
                        <a:rPr lang="en-US" sz="1266" b="1" u="none" strike="noStrike" cap="none">
                          <a:solidFill>
                            <a:srgbClr val="202020"/>
                          </a:solidFill>
                        </a:rPr>
                        <a:t>Tâches / Système</a:t>
                      </a:r>
                      <a:endParaRPr sz="1266" b="0" u="none" strike="noStrike" cap="none">
                        <a:solidFill>
                          <a:srgbClr val="202020"/>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Clr>
                          <a:srgbClr val="202020"/>
                        </a:buClr>
                        <a:buSzPts val="1266"/>
                        <a:buFont typeface="Bodoni"/>
                        <a:buNone/>
                      </a:pPr>
                      <a:r>
                        <a:rPr lang="en-US" sz="1266" b="1" u="none" strike="noStrike" cap="none">
                          <a:solidFill>
                            <a:srgbClr val="202020"/>
                          </a:solidFill>
                        </a:rPr>
                        <a:t>Systemd</a:t>
                      </a:r>
                      <a:endParaRPr sz="1266" b="0" u="none" strike="noStrike" cap="none">
                        <a:solidFill>
                          <a:srgbClr val="202020"/>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Démarrer un service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12700" cap="flat" cmpd="sng">
                      <a:solidFill>
                        <a:schemeClr val="lt2"/>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start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12700" cap="flat" cmpd="sng">
                      <a:solidFill>
                        <a:schemeClr val="lt2"/>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Stopper un service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stop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Redémarrer un service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restart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Recharger un service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reload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Statut d'un service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status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Activer un service au démarrage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enable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Désactiver un service au démarrage</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disable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FFFFF"/>
                    </a:solidFill>
                  </a:tcPr>
                </a:tc>
              </a:tr>
              <a:tr h="451800">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vérifier si un service est activé au boot</a:t>
                      </a:r>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is-enabled le service.service</a:t>
                      </a:r>
                      <a:endParaRPr sz="1266" u="none" strike="noStrike" cap="none">
                        <a:solidFill>
                          <a:srgbClr val="676A74"/>
                        </a:solidFill>
                      </a:endParaRPr>
                    </a:p>
                  </a:txBody>
                  <a:tcPr marL="76200" marR="76200" marT="76200" marB="76200" anchor="ctr">
                    <a:lnL w="9525" cap="flat" cmpd="sng">
                      <a:solidFill>
                        <a:srgbClr val="D1D2D4"/>
                      </a:solidFill>
                      <a:prstDash val="solid"/>
                      <a:round/>
                      <a:headEnd type="none" w="sm" len="sm"/>
                      <a:tailEnd type="none" w="sm" len="sm"/>
                    </a:lnL>
                    <a:lnR w="9525" cap="flat" cmpd="sng">
                      <a:solidFill>
                        <a:srgbClr val="D1D2D4"/>
                      </a:solidFill>
                      <a:prstDash val="solid"/>
                      <a:round/>
                      <a:headEnd type="none" w="sm" len="sm"/>
                      <a:tailEnd type="none" w="sm" len="sm"/>
                    </a:lnR>
                    <a:lnT w="9525" cap="flat" cmpd="sng">
                      <a:solidFill>
                        <a:srgbClr val="D1D2D4"/>
                      </a:solidFill>
                      <a:prstDash val="solid"/>
                      <a:round/>
                      <a:headEnd type="none" w="sm" len="sm"/>
                      <a:tailEnd type="none" w="sm" len="sm"/>
                    </a:lnT>
                    <a:lnB w="9525" cap="flat" cmpd="sng">
                      <a:solidFill>
                        <a:srgbClr val="D1D2D4"/>
                      </a:solidFill>
                      <a:prstDash val="solid"/>
                      <a:round/>
                      <a:headEnd type="none" w="sm" len="sm"/>
                      <a:tailEnd type="none" w="sm" len="sm"/>
                    </a:lnB>
                    <a:solidFill>
                      <a:srgbClr val="F5F5F5"/>
                    </a:solidFill>
                  </a:tcPr>
                </a:tc>
              </a:tr>
            </a:tbl>
          </a:graphicData>
        </a:graphic>
      </p:graphicFrame>
      <p:sp>
        <p:nvSpPr>
          <p:cNvPr id="443" name="Google Shape;443;p43"/>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Systemd: Utilitaires de base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graphicFrame>
        <p:nvGraphicFramePr>
          <p:cNvPr id="448" name="Google Shape;448;p44"/>
          <p:cNvGraphicFramePr/>
          <p:nvPr/>
        </p:nvGraphicFramePr>
        <p:xfrm>
          <a:off x="2074544" y="1811867"/>
          <a:ext cx="3000000" cy="3000000"/>
        </p:xfrm>
        <a:graphic>
          <a:graphicData uri="http://schemas.openxmlformats.org/drawingml/2006/table">
            <a:tbl>
              <a:tblPr>
                <a:noFill/>
                <a:tableStyleId>{4EB90734-3C13-4004-ABC0-247D0613421A}</a:tableStyleId>
              </a:tblPr>
              <a:tblGrid>
                <a:gridCol w="4098925"/>
                <a:gridCol w="4098925"/>
              </a:tblGrid>
              <a:tr h="427425">
                <a:tc>
                  <a:txBody>
                    <a:bodyPr/>
                    <a:lstStyle/>
                    <a:p>
                      <a:pPr marL="0" marR="0" lvl="0" indent="0" algn="ctr" rtl="0">
                        <a:lnSpc>
                          <a:spcPct val="100000"/>
                        </a:lnSpc>
                        <a:spcBef>
                          <a:spcPts val="0"/>
                        </a:spcBef>
                        <a:spcAft>
                          <a:spcPts val="0"/>
                        </a:spcAft>
                        <a:buClr>
                          <a:srgbClr val="202020"/>
                        </a:buClr>
                        <a:buSzPts val="1266"/>
                        <a:buFont typeface="Bodoni"/>
                        <a:buNone/>
                      </a:pPr>
                      <a:r>
                        <a:rPr lang="en-US" sz="1266" b="1" u="none" strike="noStrike" cap="none">
                          <a:solidFill>
                            <a:srgbClr val="202020"/>
                          </a:solidFill>
                        </a:rPr>
                        <a:t>Tâches / Système</a:t>
                      </a:r>
                      <a:endParaRPr sz="1266" b="0" u="none" strike="noStrike" cap="none">
                        <a:solidFill>
                          <a:srgbClr val="202020"/>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ctr" rtl="0">
                        <a:lnSpc>
                          <a:spcPct val="100000"/>
                        </a:lnSpc>
                        <a:spcBef>
                          <a:spcPts val="0"/>
                        </a:spcBef>
                        <a:spcAft>
                          <a:spcPts val="0"/>
                        </a:spcAft>
                        <a:buClr>
                          <a:srgbClr val="202020"/>
                        </a:buClr>
                        <a:buSzPts val="1266"/>
                        <a:buFont typeface="Bodoni"/>
                        <a:buNone/>
                      </a:pPr>
                      <a:r>
                        <a:rPr lang="en-US" sz="1266" b="1" u="none" strike="noStrike" cap="none">
                          <a:solidFill>
                            <a:srgbClr val="202020"/>
                          </a:solidFill>
                        </a:rPr>
                        <a:t>Systemd</a:t>
                      </a:r>
                      <a:endParaRPr sz="1266" b="0" u="none" strike="noStrike" cap="none">
                        <a:solidFill>
                          <a:srgbClr val="202020"/>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r>
              <a:tr h="4274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Arrêter le système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halt</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r>
              <a:tr h="4274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Eteindre le système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poweroff</a:t>
                      </a:r>
                      <a:endParaRPr sz="1266" u="none" strike="noStrike" cap="none">
                        <a:solidFill>
                          <a:srgbClr val="676A74"/>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r>
              <a:tr h="4274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Redémarrer le système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reboot</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r>
              <a:tr h="4274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Suspendre le système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suspend</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r>
              <a:tr h="4274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Hiberner le système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systemctl hibernate</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r>
              <a:tr h="666225">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Afficher les logs systèmes</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u="none" strike="noStrike" cap="none">
                          <a:solidFill>
                            <a:srgbClr val="676A74"/>
                          </a:solidFill>
                        </a:rPr>
                        <a:t>journalctl -f</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r>
              <a:tr h="666225">
                <a:tc>
                  <a:txBody>
                    <a:bodyPr/>
                    <a:lstStyle/>
                    <a:p>
                      <a:pPr marL="0" marR="0" lvl="0" indent="0" algn="ctr" rtl="0">
                        <a:lnSpc>
                          <a:spcPct val="100000"/>
                        </a:lnSpc>
                        <a:spcBef>
                          <a:spcPts val="0"/>
                        </a:spcBef>
                        <a:spcAft>
                          <a:spcPts val="0"/>
                        </a:spcAft>
                        <a:buClr>
                          <a:schemeClr val="dk1"/>
                        </a:buClr>
                        <a:buSzPts val="1266"/>
                        <a:buFont typeface="Bodoni"/>
                        <a:buNone/>
                      </a:pPr>
                      <a:r>
                        <a:rPr lang="en-US" sz="1266" u="none" strike="noStrike" cap="none"/>
                        <a:t>Basculer temporairement de runlevel</a:t>
                      </a:r>
                      <a:endParaRPr sz="1266" u="none" strike="noStrike" cap="none">
                        <a:solidFill>
                          <a:srgbClr val="676A74"/>
                        </a:solidFill>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alpha val="0"/>
                      </a:srgbClr>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b="0" i="0" u="none" strike="noStrike" cap="none">
                          <a:solidFill>
                            <a:srgbClr val="676A74"/>
                          </a:solidFill>
                          <a:latin typeface="Bodoni"/>
                          <a:ea typeface="Bodoni"/>
                          <a:cs typeface="Bodoni"/>
                          <a:sym typeface="Bodoni"/>
                        </a:rPr>
                        <a:t>systemctl isolate nom.target </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4BECB">
                        <a:alpha val="0"/>
                      </a:srgbClr>
                    </a:solidFill>
                  </a:tcPr>
                </a:tc>
              </a:tr>
              <a:tr h="666225">
                <a:tc>
                  <a:txBody>
                    <a:bodyPr/>
                    <a:lstStyle/>
                    <a:p>
                      <a:pPr marL="0" marR="0" lvl="0" indent="0" algn="ctr" rtl="0">
                        <a:lnSpc>
                          <a:spcPct val="100000"/>
                        </a:lnSpc>
                        <a:spcBef>
                          <a:spcPts val="0"/>
                        </a:spcBef>
                        <a:spcAft>
                          <a:spcPts val="0"/>
                        </a:spcAft>
                        <a:buClr>
                          <a:schemeClr val="dk1"/>
                        </a:buClr>
                        <a:buSzPts val="1266"/>
                        <a:buFont typeface="Bodoni"/>
                        <a:buNone/>
                      </a:pPr>
                      <a:r>
                        <a:rPr lang="en-US" sz="1266" b="0" i="0" u="none" strike="noStrike" cap="none">
                          <a:solidFill>
                            <a:schemeClr val="dk1"/>
                          </a:solidFill>
                          <a:latin typeface="Bodoni"/>
                          <a:ea typeface="Bodoni"/>
                          <a:cs typeface="Bodoni"/>
                          <a:sym typeface="Bodoni"/>
                        </a:rPr>
                        <a:t>Changer de runlevel par défaut </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676A74"/>
                        </a:buClr>
                        <a:buSzPts val="1266"/>
                        <a:buFont typeface="Bodoni"/>
                        <a:buNone/>
                      </a:pPr>
                      <a:r>
                        <a:rPr lang="en-US" sz="1266" b="0" i="0" u="none" strike="noStrike" cap="none">
                          <a:solidFill>
                            <a:srgbClr val="676A74"/>
                          </a:solidFill>
                          <a:latin typeface="Bodoni"/>
                          <a:ea typeface="Bodoni"/>
                          <a:cs typeface="Bodoni"/>
                          <a:sym typeface="Bodoni"/>
                        </a:rPr>
                        <a:t>systemctl set-default nom.target </a:t>
                      </a:r>
                      <a:endParaRPr/>
                    </a:p>
                  </a:txBody>
                  <a:tcPr marL="76200" marR="76200" marT="76200" marB="762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5F5F5"/>
                    </a:solidFill>
                  </a:tcPr>
                </a:tc>
              </a:tr>
            </a:tbl>
          </a:graphicData>
        </a:graphic>
      </p:graphicFrame>
      <p:sp>
        <p:nvSpPr>
          <p:cNvPr id="449" name="Google Shape;449;p44"/>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Systemd: Utilitaires de base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5"/>
          <p:cNvSpPr txBox="1">
            <a:spLocks noGrp="1"/>
          </p:cNvSpPr>
          <p:nvPr>
            <p:ph type="body" idx="1"/>
          </p:nvPr>
        </p:nvSpPr>
        <p:spPr>
          <a:xfrm>
            <a:off x="517194" y="1964659"/>
            <a:ext cx="11239500" cy="4286250"/>
          </a:xfrm>
          <a:prstGeom prst="rect">
            <a:avLst/>
          </a:prstGeom>
          <a:noFill/>
          <a:ln>
            <a:noFill/>
          </a:ln>
        </p:spPr>
        <p:txBody>
          <a:bodyPr spcFirstLastPara="1" wrap="square" lIns="50800" tIns="50800" rIns="50800" bIns="50800" anchor="ctr" anchorCtr="0">
            <a:noAutofit/>
          </a:bodyPr>
          <a:lstStyle/>
          <a:p>
            <a:pPr marL="330387" lvl="0" indent="-330387" algn="just" rtl="0">
              <a:lnSpc>
                <a:spcPct val="100000"/>
              </a:lnSpc>
              <a:spcBef>
                <a:spcPts val="0"/>
              </a:spcBef>
              <a:spcAft>
                <a:spcPts val="0"/>
              </a:spcAft>
              <a:buSzPts val="1080"/>
              <a:buChar char="●"/>
            </a:pPr>
            <a:r>
              <a:rPr lang="en-US" sz="1800"/>
              <a:t>Conception propre, moderne et efficace.</a:t>
            </a:r>
            <a:endParaRPr/>
          </a:p>
          <a:p>
            <a:pPr marL="330387" lvl="0" indent="-330387" algn="just" rtl="0">
              <a:lnSpc>
                <a:spcPct val="100000"/>
              </a:lnSpc>
              <a:spcBef>
                <a:spcPts val="1687"/>
              </a:spcBef>
              <a:spcAft>
                <a:spcPts val="0"/>
              </a:spcAft>
              <a:buSzPts val="1080"/>
              <a:buChar char="●"/>
            </a:pPr>
            <a:r>
              <a:rPr lang="en-US" sz="1800"/>
              <a:t>Traitement simultané et parallèle au démarrage.</a:t>
            </a:r>
            <a:endParaRPr/>
          </a:p>
          <a:p>
            <a:pPr marL="330387" lvl="0" indent="-330387" algn="just" rtl="0">
              <a:lnSpc>
                <a:spcPct val="100000"/>
              </a:lnSpc>
              <a:spcBef>
                <a:spcPts val="1687"/>
              </a:spcBef>
              <a:spcAft>
                <a:spcPts val="0"/>
              </a:spcAft>
              <a:buSzPts val="1080"/>
              <a:buChar char="●"/>
            </a:pPr>
            <a:r>
              <a:rPr lang="en-US" sz="1800"/>
              <a:t>Syntaxe d'unité simple.</a:t>
            </a:r>
            <a:endParaRPr/>
          </a:p>
          <a:p>
            <a:pPr marL="330387" lvl="0" indent="-330387" algn="just" rtl="0">
              <a:lnSpc>
                <a:spcPct val="100000"/>
              </a:lnSpc>
              <a:spcBef>
                <a:spcPts val="1687"/>
              </a:spcBef>
              <a:spcAft>
                <a:spcPts val="0"/>
              </a:spcAft>
              <a:buSzPts val="1080"/>
              <a:buChar char="●"/>
            </a:pPr>
            <a:r>
              <a:rPr lang="en-US" sz="1800"/>
              <a:t>Empreintes mémoire réduites.</a:t>
            </a:r>
            <a:endParaRPr/>
          </a:p>
          <a:p>
            <a:pPr marL="330387" lvl="0" indent="-330387" algn="just" rtl="0">
              <a:lnSpc>
                <a:spcPct val="100000"/>
              </a:lnSpc>
              <a:spcBef>
                <a:spcPts val="1687"/>
              </a:spcBef>
              <a:spcAft>
                <a:spcPts val="0"/>
              </a:spcAft>
              <a:buSzPts val="1080"/>
              <a:buChar char="●"/>
            </a:pPr>
            <a:r>
              <a:rPr lang="en-US" sz="1800"/>
              <a:t>Technique améliorée pour exprimer les dépendances.</a:t>
            </a:r>
            <a:endParaRPr/>
          </a:p>
          <a:p>
            <a:pPr marL="330387" lvl="0" indent="-330387" algn="just" rtl="0">
              <a:lnSpc>
                <a:spcPct val="100000"/>
              </a:lnSpc>
              <a:spcBef>
                <a:spcPts val="1687"/>
              </a:spcBef>
              <a:spcAft>
                <a:spcPts val="0"/>
              </a:spcAft>
              <a:buSzPts val="1080"/>
              <a:buChar char="●"/>
            </a:pPr>
            <a:r>
              <a:rPr lang="en-US" sz="1800"/>
              <a:t>Instruction d'initialisation écrite dans le fichier de configuration et non dans le script shell.</a:t>
            </a:r>
            <a:endParaRPr/>
          </a:p>
          <a:p>
            <a:pPr marL="330387" lvl="0" indent="-330387" algn="just" rtl="0">
              <a:lnSpc>
                <a:spcPct val="100000"/>
              </a:lnSpc>
              <a:spcBef>
                <a:spcPts val="1687"/>
              </a:spcBef>
              <a:spcAft>
                <a:spcPts val="0"/>
              </a:spcAft>
              <a:buSzPts val="1080"/>
              <a:buChar char="●"/>
            </a:pPr>
            <a:r>
              <a:rPr lang="en-US" sz="1800"/>
              <a:t>Enregistrement des événements avec </a:t>
            </a:r>
            <a:r>
              <a:rPr lang="en-US" sz="1800" b="1"/>
              <a:t>journald</a:t>
            </a:r>
            <a:r>
              <a:rPr lang="en-US" sz="1800"/>
              <a:t>. Choix de journalisation des événements du système avec systemd ainsi que syslog.</a:t>
            </a:r>
            <a:endParaRPr/>
          </a:p>
          <a:p>
            <a:pPr marL="330387" lvl="0" indent="-330387" algn="just" rtl="0">
              <a:lnSpc>
                <a:spcPct val="100000"/>
              </a:lnSpc>
              <a:spcBef>
                <a:spcPts val="1687"/>
              </a:spcBef>
              <a:spcAft>
                <a:spcPts val="0"/>
              </a:spcAft>
              <a:buSzPts val="1080"/>
              <a:buChar char="●"/>
            </a:pPr>
            <a:r>
              <a:rPr lang="en-US" sz="1800"/>
              <a:t>L'état de systemd peut être préservé pour être appelé plus tard dans le futur.</a:t>
            </a:r>
            <a:endParaRPr/>
          </a:p>
          <a:p>
            <a:pPr marL="330387" lvl="0" indent="-330387" algn="just" rtl="0">
              <a:lnSpc>
                <a:spcPct val="100000"/>
              </a:lnSpc>
              <a:spcBef>
                <a:spcPts val="1687"/>
              </a:spcBef>
              <a:spcAft>
                <a:spcPts val="0"/>
              </a:spcAft>
              <a:buSzPts val="1080"/>
              <a:buChar char="●"/>
            </a:pPr>
            <a:r>
              <a:rPr lang="en-US" sz="1800"/>
              <a:t>Suivi des processus en utilisant le </a:t>
            </a:r>
            <a:r>
              <a:rPr lang="en-US" sz="1800" b="1"/>
              <a:t>cgroup</a:t>
            </a:r>
            <a:r>
              <a:rPr lang="en-US" sz="1800"/>
              <a:t> du noyau et non le PID.</a:t>
            </a:r>
            <a:endParaRPr/>
          </a:p>
        </p:txBody>
      </p:sp>
      <p:sp>
        <p:nvSpPr>
          <p:cNvPr id="456" name="Google Shape;456;p45"/>
          <p:cNvSpPr txBox="1">
            <a:spLocks noGrp="1"/>
          </p:cNvSpPr>
          <p:nvPr>
            <p:ph type="title"/>
          </p:nvPr>
        </p:nvSpPr>
        <p:spPr>
          <a:xfrm>
            <a:off x="476250" y="562570"/>
            <a:ext cx="11239500" cy="857250"/>
          </a:xfrm>
          <a:prstGeom prst="rect">
            <a:avLst/>
          </a:prstGeom>
          <a:noFill/>
          <a:ln>
            <a:noFill/>
          </a:ln>
        </p:spPr>
        <p:txBody>
          <a:bodyPr spcFirstLastPara="1" wrap="square" lIns="50800" tIns="50800" rIns="50800" bIns="50800" anchor="ctr" anchorCtr="0">
            <a:normAutofit/>
          </a:bodyPr>
          <a:lstStyle/>
          <a:p>
            <a:pPr marL="0" lvl="0" indent="0" algn="ctr" rtl="0">
              <a:lnSpc>
                <a:spcPct val="90000"/>
              </a:lnSpc>
              <a:spcBef>
                <a:spcPts val="0"/>
              </a:spcBef>
              <a:spcAft>
                <a:spcPts val="0"/>
              </a:spcAft>
              <a:buClr>
                <a:srgbClr val="D93E2B"/>
              </a:buClr>
              <a:buSzPts val="4900"/>
              <a:buFont typeface="Bodoni"/>
              <a:buNone/>
            </a:pPr>
            <a:r>
              <a:rPr lang="en-US"/>
              <a:t>Résumé: Caractéristiques  de Systemd</a:t>
            </a:r>
            <a:endParaRPr/>
          </a:p>
        </p:txBody>
      </p:sp>
    </p:spTree>
  </p:cSld>
  <p:clrMapOvr>
    <a:masterClrMapping/>
  </p:clrMapOvr>
</p:sld>
</file>

<file path=ppt/theme/theme1.xml><?xml version="1.0" encoding="utf-8"?>
<a:theme xmlns:a="http://schemas.openxmlformats.org/drawingml/2006/main" name="1_New_Template4">
  <a:themeElements>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ew_Template4">
  <a:themeElements>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TotalTime>
  <Words>2424</Words>
  <Application>Microsoft Office PowerPoint</Application>
  <PresentationFormat>Grand écran</PresentationFormat>
  <Paragraphs>362</Paragraphs>
  <Slides>47</Slides>
  <Notes>45</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47</vt:i4>
      </vt:variant>
    </vt:vector>
  </HeadingPairs>
  <TitlesOfParts>
    <vt:vector size="59" baseType="lpstr">
      <vt:lpstr>Arial</vt:lpstr>
      <vt:lpstr>Bodoni</vt:lpstr>
      <vt:lpstr>Palatino</vt:lpstr>
      <vt:lpstr>Times</vt:lpstr>
      <vt:lpstr>Arial Narrow</vt:lpstr>
      <vt:lpstr>Calibri</vt:lpstr>
      <vt:lpstr>Times New Roman</vt:lpstr>
      <vt:lpstr>Quattrocento Sans</vt:lpstr>
      <vt:lpstr>Wingdings</vt:lpstr>
      <vt:lpstr>Arial Unicode MS</vt:lpstr>
      <vt:lpstr>1_New_Template4</vt:lpstr>
      <vt:lpstr>New_Template4</vt:lpstr>
      <vt:lpstr>Séquence de démarrage Linux</vt:lpstr>
      <vt:lpstr>Objectifs </vt:lpstr>
      <vt:lpstr>Plan </vt:lpstr>
      <vt:lpstr>Introduction </vt:lpstr>
      <vt:lpstr>Gestionnaire de démarrage</vt:lpstr>
      <vt:lpstr>Gestionnaire de démarrage</vt:lpstr>
      <vt:lpstr>Séquence de démarrage</vt:lpstr>
      <vt:lpstr>Séquence de démarrage</vt:lpstr>
      <vt:lpstr>Limites MBR &amp; BIOS</vt:lpstr>
      <vt:lpstr>Naissance de l’UEFI</vt:lpstr>
      <vt:lpstr>UEFI:Définition</vt:lpstr>
      <vt:lpstr>UEFI: NVRAM</vt:lpstr>
      <vt:lpstr>UEFI: NVRAM</vt:lpstr>
      <vt:lpstr> Efibootmgr</vt:lpstr>
      <vt:lpstr>Efibootmgr</vt:lpstr>
      <vt:lpstr>Structure GPT</vt:lpstr>
      <vt:lpstr>Structure GPT</vt:lpstr>
      <vt:lpstr>Structure du GPT</vt:lpstr>
      <vt:lpstr>Structure du GPT</vt:lpstr>
      <vt:lpstr>EFI System Partition (ESP)</vt:lpstr>
      <vt:lpstr>Séquence de démarrage</vt:lpstr>
      <vt:lpstr>Séquence de démarrage</vt:lpstr>
      <vt:lpstr>Séquence de démarrage</vt:lpstr>
      <vt:lpstr>Séquence de démarrage</vt:lpstr>
      <vt:lpstr>Séquence de démarrage</vt:lpstr>
      <vt:lpstr> Boot loader: GRUB 2</vt:lpstr>
      <vt:lpstr>/etc/default/grub</vt:lpstr>
      <vt:lpstr>/etc/default/grub</vt:lpstr>
      <vt:lpstr>/etc/default/grub</vt:lpstr>
      <vt:lpstr>/etc/grub.d/</vt:lpstr>
      <vt:lpstr>Séquence de démarrage: BIOS et UEFI</vt:lpstr>
      <vt:lpstr>Processus d’initialisation</vt:lpstr>
      <vt:lpstr>Présentation PowerPoint</vt:lpstr>
      <vt:lpstr>Processus d’initialisation: Systemd</vt:lpstr>
      <vt:lpstr>Processus d’initialisation: Systemd </vt:lpstr>
      <vt:lpstr>Processus d’initialisation: Unités Systemd  </vt:lpstr>
      <vt:lpstr>Processus d’initialisation: Structure de l’unité  </vt:lpstr>
      <vt:lpstr>Processus d’initialisation: Structure de l’unité  </vt:lpstr>
      <vt:lpstr>Processus d’initialisation: Structure de l’unité  </vt:lpstr>
      <vt:lpstr>Processus d’initialisation: Systemd </vt:lpstr>
      <vt:lpstr>Processus d’initialisation: Systemd </vt:lpstr>
      <vt:lpstr>Processus d’initialisation: Targets Systemd  </vt:lpstr>
      <vt:lpstr>Processus d’initialisation: Targets Systemd  </vt:lpstr>
      <vt:lpstr>Processus d’initialisation: Targets Systemd  </vt:lpstr>
      <vt:lpstr>Systemd: Utilitaires de base</vt:lpstr>
      <vt:lpstr>Systemd: Utilitaires de base</vt:lpstr>
      <vt:lpstr>Résumé: Caractéristiques  de Systemd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Séquence de démarrage Linux</dc:title>
  <dc:creator>Microsoft Office User</dc:creator>
  <cp:lastModifiedBy>asus</cp:lastModifiedBy>
  <cp:revision>27</cp:revision>
  <dcterms:created xsi:type="dcterms:W3CDTF">2021-09-27T11:22:25Z</dcterms:created>
  <dcterms:modified xsi:type="dcterms:W3CDTF">2022-10-01T07:54:46Z</dcterms:modified>
</cp:coreProperties>
</file>