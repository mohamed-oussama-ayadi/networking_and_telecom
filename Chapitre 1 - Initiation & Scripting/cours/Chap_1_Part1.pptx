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tif" ContentType="image/t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Lst>
  <p:sldSz cx="14436725" cy="10836275"/>
  <p:notesSz cx="6858000" cy="9144000"/>
  <p:defaultTextStyle>
    <a:defPPr marL="0" marR="0" indent="0" algn="l" defTabSz="1015357" rtl="0" fontAlgn="auto" latinLnBrk="1" hangingPunct="0">
      <a:lnSpc>
        <a:spcPct val="100000"/>
      </a:lnSpc>
      <a:spcBef>
        <a:spcPts val="0"/>
      </a:spcBef>
      <a:spcAft>
        <a:spcPts val="0"/>
      </a:spcAft>
      <a:buClrTx/>
      <a:buSzTx/>
      <a:buFontTx/>
      <a:buNone/>
      <a:tabLst/>
      <a:defRPr kumimoji="0" sz="1999" b="0" i="0" u="none" strike="noStrike" cap="none" spc="0" normalizeH="0" baseline="0">
        <a:ln>
          <a:noFill/>
        </a:ln>
        <a:solidFill>
          <a:srgbClr val="000000"/>
        </a:solidFill>
        <a:effectLst/>
        <a:uFillTx/>
      </a:defRPr>
    </a:defPPr>
    <a:lvl1pPr marL="0" marR="0" indent="0" algn="ctr" defTabSz="648700" rtl="0" fontAlgn="auto" latinLnBrk="0" hangingPunct="0">
      <a:lnSpc>
        <a:spcPct val="100000"/>
      </a:lnSpc>
      <a:spcBef>
        <a:spcPts val="0"/>
      </a:spcBef>
      <a:spcAft>
        <a:spcPts val="0"/>
      </a:spcAft>
      <a:buClrTx/>
      <a:buSzTx/>
      <a:buFontTx/>
      <a:buNone/>
      <a:tabLst/>
      <a:defRPr kumimoji="0" sz="2664" b="0" i="0" u="none" strike="noStrike" cap="none" spc="0" normalizeH="0" baseline="0">
        <a:ln>
          <a:noFill/>
        </a:ln>
        <a:solidFill>
          <a:srgbClr val="414141"/>
        </a:solidFill>
        <a:effectLst/>
        <a:uFillTx/>
        <a:latin typeface="Bodoni SvtyTwo ITC TT-Book"/>
        <a:ea typeface="Bodoni SvtyTwo ITC TT-Book"/>
        <a:cs typeface="Bodoni SvtyTwo ITC TT-Book"/>
        <a:sym typeface="Bodoni SvtyTwo ITC TT-Book"/>
      </a:defRPr>
    </a:lvl1pPr>
    <a:lvl2pPr marL="0" marR="0" indent="0" algn="ctr" defTabSz="648700" rtl="0" fontAlgn="auto" latinLnBrk="0" hangingPunct="0">
      <a:lnSpc>
        <a:spcPct val="100000"/>
      </a:lnSpc>
      <a:spcBef>
        <a:spcPts val="0"/>
      </a:spcBef>
      <a:spcAft>
        <a:spcPts val="0"/>
      </a:spcAft>
      <a:buClrTx/>
      <a:buSzTx/>
      <a:buFontTx/>
      <a:buNone/>
      <a:tabLst/>
      <a:defRPr kumimoji="0" sz="2664" b="0" i="0" u="none" strike="noStrike" cap="none" spc="0" normalizeH="0" baseline="0">
        <a:ln>
          <a:noFill/>
        </a:ln>
        <a:solidFill>
          <a:srgbClr val="414141"/>
        </a:solidFill>
        <a:effectLst/>
        <a:uFillTx/>
        <a:latin typeface="Bodoni SvtyTwo ITC TT-Book"/>
        <a:ea typeface="Bodoni SvtyTwo ITC TT-Book"/>
        <a:cs typeface="Bodoni SvtyTwo ITC TT-Book"/>
        <a:sym typeface="Bodoni SvtyTwo ITC TT-Book"/>
      </a:defRPr>
    </a:lvl2pPr>
    <a:lvl3pPr marL="0" marR="0" indent="0" algn="ctr" defTabSz="648700" rtl="0" fontAlgn="auto" latinLnBrk="0" hangingPunct="0">
      <a:lnSpc>
        <a:spcPct val="100000"/>
      </a:lnSpc>
      <a:spcBef>
        <a:spcPts val="0"/>
      </a:spcBef>
      <a:spcAft>
        <a:spcPts val="0"/>
      </a:spcAft>
      <a:buClrTx/>
      <a:buSzTx/>
      <a:buFontTx/>
      <a:buNone/>
      <a:tabLst/>
      <a:defRPr kumimoji="0" sz="2664" b="0" i="0" u="none" strike="noStrike" cap="none" spc="0" normalizeH="0" baseline="0">
        <a:ln>
          <a:noFill/>
        </a:ln>
        <a:solidFill>
          <a:srgbClr val="414141"/>
        </a:solidFill>
        <a:effectLst/>
        <a:uFillTx/>
        <a:latin typeface="Bodoni SvtyTwo ITC TT-Book"/>
        <a:ea typeface="Bodoni SvtyTwo ITC TT-Book"/>
        <a:cs typeface="Bodoni SvtyTwo ITC TT-Book"/>
        <a:sym typeface="Bodoni SvtyTwo ITC TT-Book"/>
      </a:defRPr>
    </a:lvl3pPr>
    <a:lvl4pPr marL="0" marR="0" indent="0" algn="ctr" defTabSz="648700" rtl="0" fontAlgn="auto" latinLnBrk="0" hangingPunct="0">
      <a:lnSpc>
        <a:spcPct val="100000"/>
      </a:lnSpc>
      <a:spcBef>
        <a:spcPts val="0"/>
      </a:spcBef>
      <a:spcAft>
        <a:spcPts val="0"/>
      </a:spcAft>
      <a:buClrTx/>
      <a:buSzTx/>
      <a:buFontTx/>
      <a:buNone/>
      <a:tabLst/>
      <a:defRPr kumimoji="0" sz="2664" b="0" i="0" u="none" strike="noStrike" cap="none" spc="0" normalizeH="0" baseline="0">
        <a:ln>
          <a:noFill/>
        </a:ln>
        <a:solidFill>
          <a:srgbClr val="414141"/>
        </a:solidFill>
        <a:effectLst/>
        <a:uFillTx/>
        <a:latin typeface="Bodoni SvtyTwo ITC TT-Book"/>
        <a:ea typeface="Bodoni SvtyTwo ITC TT-Book"/>
        <a:cs typeface="Bodoni SvtyTwo ITC TT-Book"/>
        <a:sym typeface="Bodoni SvtyTwo ITC TT-Book"/>
      </a:defRPr>
    </a:lvl4pPr>
    <a:lvl5pPr marL="0" marR="0" indent="0" algn="ctr" defTabSz="648700" rtl="0" fontAlgn="auto" latinLnBrk="0" hangingPunct="0">
      <a:lnSpc>
        <a:spcPct val="100000"/>
      </a:lnSpc>
      <a:spcBef>
        <a:spcPts val="0"/>
      </a:spcBef>
      <a:spcAft>
        <a:spcPts val="0"/>
      </a:spcAft>
      <a:buClrTx/>
      <a:buSzTx/>
      <a:buFontTx/>
      <a:buNone/>
      <a:tabLst/>
      <a:defRPr kumimoji="0" sz="2664" b="0" i="0" u="none" strike="noStrike" cap="none" spc="0" normalizeH="0" baseline="0">
        <a:ln>
          <a:noFill/>
        </a:ln>
        <a:solidFill>
          <a:srgbClr val="414141"/>
        </a:solidFill>
        <a:effectLst/>
        <a:uFillTx/>
        <a:latin typeface="Bodoni SvtyTwo ITC TT-Book"/>
        <a:ea typeface="Bodoni SvtyTwo ITC TT-Book"/>
        <a:cs typeface="Bodoni SvtyTwo ITC TT-Book"/>
        <a:sym typeface="Bodoni SvtyTwo ITC TT-Book"/>
      </a:defRPr>
    </a:lvl5pPr>
    <a:lvl6pPr marL="0" marR="0" indent="0" algn="ctr" defTabSz="648700" rtl="0" fontAlgn="auto" latinLnBrk="0" hangingPunct="0">
      <a:lnSpc>
        <a:spcPct val="100000"/>
      </a:lnSpc>
      <a:spcBef>
        <a:spcPts val="0"/>
      </a:spcBef>
      <a:spcAft>
        <a:spcPts val="0"/>
      </a:spcAft>
      <a:buClrTx/>
      <a:buSzTx/>
      <a:buFontTx/>
      <a:buNone/>
      <a:tabLst/>
      <a:defRPr kumimoji="0" sz="2664" b="0" i="0" u="none" strike="noStrike" cap="none" spc="0" normalizeH="0" baseline="0">
        <a:ln>
          <a:noFill/>
        </a:ln>
        <a:solidFill>
          <a:srgbClr val="414141"/>
        </a:solidFill>
        <a:effectLst/>
        <a:uFillTx/>
        <a:latin typeface="Bodoni SvtyTwo ITC TT-Book"/>
        <a:ea typeface="Bodoni SvtyTwo ITC TT-Book"/>
        <a:cs typeface="Bodoni SvtyTwo ITC TT-Book"/>
        <a:sym typeface="Bodoni SvtyTwo ITC TT-Book"/>
      </a:defRPr>
    </a:lvl6pPr>
    <a:lvl7pPr marL="0" marR="0" indent="0" algn="ctr" defTabSz="648700" rtl="0" fontAlgn="auto" latinLnBrk="0" hangingPunct="0">
      <a:lnSpc>
        <a:spcPct val="100000"/>
      </a:lnSpc>
      <a:spcBef>
        <a:spcPts val="0"/>
      </a:spcBef>
      <a:spcAft>
        <a:spcPts val="0"/>
      </a:spcAft>
      <a:buClrTx/>
      <a:buSzTx/>
      <a:buFontTx/>
      <a:buNone/>
      <a:tabLst/>
      <a:defRPr kumimoji="0" sz="2664" b="0" i="0" u="none" strike="noStrike" cap="none" spc="0" normalizeH="0" baseline="0">
        <a:ln>
          <a:noFill/>
        </a:ln>
        <a:solidFill>
          <a:srgbClr val="414141"/>
        </a:solidFill>
        <a:effectLst/>
        <a:uFillTx/>
        <a:latin typeface="Bodoni SvtyTwo ITC TT-Book"/>
        <a:ea typeface="Bodoni SvtyTwo ITC TT-Book"/>
        <a:cs typeface="Bodoni SvtyTwo ITC TT-Book"/>
        <a:sym typeface="Bodoni SvtyTwo ITC TT-Book"/>
      </a:defRPr>
    </a:lvl7pPr>
    <a:lvl8pPr marL="0" marR="0" indent="0" algn="ctr" defTabSz="648700" rtl="0" fontAlgn="auto" latinLnBrk="0" hangingPunct="0">
      <a:lnSpc>
        <a:spcPct val="100000"/>
      </a:lnSpc>
      <a:spcBef>
        <a:spcPts val="0"/>
      </a:spcBef>
      <a:spcAft>
        <a:spcPts val="0"/>
      </a:spcAft>
      <a:buClrTx/>
      <a:buSzTx/>
      <a:buFontTx/>
      <a:buNone/>
      <a:tabLst/>
      <a:defRPr kumimoji="0" sz="2664" b="0" i="0" u="none" strike="noStrike" cap="none" spc="0" normalizeH="0" baseline="0">
        <a:ln>
          <a:noFill/>
        </a:ln>
        <a:solidFill>
          <a:srgbClr val="414141"/>
        </a:solidFill>
        <a:effectLst/>
        <a:uFillTx/>
        <a:latin typeface="Bodoni SvtyTwo ITC TT-Book"/>
        <a:ea typeface="Bodoni SvtyTwo ITC TT-Book"/>
        <a:cs typeface="Bodoni SvtyTwo ITC TT-Book"/>
        <a:sym typeface="Bodoni SvtyTwo ITC TT-Book"/>
      </a:defRPr>
    </a:lvl8pPr>
    <a:lvl9pPr marL="0" marR="0" indent="0" algn="ctr" defTabSz="648700" rtl="0" fontAlgn="auto" latinLnBrk="0" hangingPunct="0">
      <a:lnSpc>
        <a:spcPct val="100000"/>
      </a:lnSpc>
      <a:spcBef>
        <a:spcPts val="0"/>
      </a:spcBef>
      <a:spcAft>
        <a:spcPts val="0"/>
      </a:spcAft>
      <a:buClrTx/>
      <a:buSzTx/>
      <a:buFontTx/>
      <a:buNone/>
      <a:tabLst/>
      <a:defRPr kumimoji="0" sz="2664" b="0" i="0" u="none" strike="noStrike" cap="none" spc="0" normalizeH="0" baseline="0">
        <a:ln>
          <a:noFill/>
        </a:ln>
        <a:solidFill>
          <a:srgbClr val="414141"/>
        </a:solidFill>
        <a:effectLst/>
        <a:uFillTx/>
        <a:latin typeface="Bodoni SvtyTwo ITC TT-Book"/>
        <a:ea typeface="Bodoni SvtyTwo ITC TT-Book"/>
        <a:cs typeface="Bodoni SvtyTwo ITC TT-Book"/>
        <a:sym typeface="Bodoni SvtyTwo ITC TT-Book"/>
      </a:defRPr>
    </a:lvl9pPr>
  </p:defaultTextStyle>
  <p:extLst>
    <p:ext uri="{EFAFB233-063F-42B5-8137-9DF3F51BA10A}">
      <p15:sldGuideLst xmlns:p15="http://schemas.microsoft.com/office/powerpoint/2012/main">
        <p15:guide id="1" orient="horz" pos="3413" userDrawn="1">
          <p15:clr>
            <a:srgbClr val="A4A3A4"/>
          </p15:clr>
        </p15:guide>
        <p15:guide id="2" pos="454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
          <a:latin typeface="Bodoni SvtyTwo ITC TT-Book"/>
          <a:ea typeface="Bodoni SvtyTwo ITC TT-Book"/>
          <a:cs typeface="Bodoni SvtyTwo ITC TT-Book"/>
        </a:font>
        <a:srgbClr val="414141"/>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noFill/>
        </a:fill>
      </a:tcStyle>
    </a:wholeTbl>
    <a:band2H>
      <a:tcTxStyle/>
      <a:tcStyle>
        <a:tcBdr/>
        <a:fill>
          <a:solidFill>
            <a:srgbClr val="C9C3BA">
              <a:alpha val="50000"/>
            </a:srgbClr>
          </a:solidFill>
        </a:fill>
      </a:tcStyle>
    </a:band2H>
    <a:firstCol>
      <a:tcTxStyle b="off" i="off">
        <a:font>
          <a:latin typeface="Bodoni SvtyTwo ITC TT-Book"/>
          <a:ea typeface="Bodoni SvtyTwo ITC TT-Book"/>
          <a:cs typeface="Bodoni SvtyTwo ITC TT-Book"/>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89847F"/>
          </a:solidFill>
        </a:fill>
      </a:tcStyle>
    </a:firstCol>
    <a:lastRow>
      <a:tcTxStyle b="off" i="off">
        <a:font>
          <a:latin typeface="Bodoni SvtyTwo ITC TT-Book"/>
          <a:ea typeface="Bodoni SvtyTwo ITC TT-Book"/>
          <a:cs typeface="Bodoni SvtyTwo ITC TT-Book"/>
        </a:font>
        <a:srgbClr val="414141"/>
      </a:tcTxStyle>
      <a:tcStyle>
        <a:tcBdr>
          <a:left>
            <a:ln w="12700" cap="flat">
              <a:noFill/>
              <a:miter lim="400000"/>
            </a:ln>
          </a:left>
          <a:right>
            <a:ln w="12700" cap="flat">
              <a:noFill/>
              <a:miter lim="400000"/>
            </a:ln>
          </a:right>
          <a:top>
            <a:ln w="25400" cap="flat">
              <a:solidFill>
                <a:srgbClr val="525252"/>
              </a:solidFill>
              <a:prstDash val="solid"/>
              <a:miter lim="400000"/>
            </a:ln>
          </a:top>
          <a:bottom>
            <a:ln w="12700" cap="flat">
              <a:noFill/>
              <a:miter lim="400000"/>
            </a:ln>
          </a:bottom>
          <a:insideH>
            <a:ln w="12700" cap="flat">
              <a:noFill/>
              <a:miter lim="400000"/>
            </a:ln>
          </a:insideH>
          <a:insideV>
            <a:ln w="12700" cap="flat">
              <a:noFill/>
              <a:miter lim="400000"/>
            </a:ln>
          </a:insideV>
        </a:tcBdr>
        <a:fill>
          <a:noFill/>
        </a:fill>
      </a:tcStyle>
    </a:lastRow>
    <a:firstRow>
      <a:tcTxStyle b="off" i="off">
        <a:font>
          <a:latin typeface="Bodoni SvtyTwo ITC TT-Book"/>
          <a:ea typeface="Bodoni SvtyTwo ITC TT-Book"/>
          <a:cs typeface="Bodoni SvtyTwo ITC TT-Book"/>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B0564E"/>
          </a:solidFill>
        </a:fill>
      </a:tcStyle>
    </a:firstRow>
  </a:tblStyle>
  <a:tblStyle styleId="{C7B018BB-80A7-4F77-B60F-C8B233D01FF8}" styleName="">
    <a:tblBg/>
    <a:wholeTbl>
      <a:tcTxStyle b="off" i="off">
        <a:font>
          <a:latin typeface="Bodoni SvtyTwo ITC TT-Book"/>
          <a:ea typeface="Bodoni SvtyTwo ITC TT-Book"/>
          <a:cs typeface="Bodoni SvtyTwo ITC TT-Book"/>
        </a:font>
        <a:srgbClr val="414141"/>
      </a:tcTxStyle>
      <a:tcStyle>
        <a:tcBdr>
          <a:left>
            <a:ln w="12700" cap="flat">
              <a:solidFill>
                <a:srgbClr val="004141"/>
              </a:solidFill>
              <a:prstDash val="solid"/>
              <a:round/>
            </a:ln>
          </a:left>
          <a:right>
            <a:ln w="12700" cap="flat">
              <a:solidFill>
                <a:srgbClr val="004141"/>
              </a:solidFill>
              <a:prstDash val="solid"/>
              <a:round/>
            </a:ln>
          </a:right>
          <a:top>
            <a:ln w="12700" cap="flat">
              <a:solidFill>
                <a:srgbClr val="004141"/>
              </a:solidFill>
              <a:prstDash val="solid"/>
              <a:round/>
            </a:ln>
          </a:top>
          <a:bottom>
            <a:ln w="12700" cap="flat">
              <a:solidFill>
                <a:srgbClr val="004141"/>
              </a:solidFill>
              <a:prstDash val="solid"/>
              <a:round/>
            </a:ln>
          </a:bottom>
          <a:insideH>
            <a:ln w="12700" cap="flat">
              <a:solidFill>
                <a:srgbClr val="004141"/>
              </a:solidFill>
              <a:prstDash val="solid"/>
              <a:round/>
            </a:ln>
          </a:insideH>
          <a:insideV>
            <a:ln w="12700" cap="flat">
              <a:solidFill>
                <a:srgbClr val="004141"/>
              </a:solidFill>
              <a:prstDash val="solid"/>
              <a:round/>
            </a:ln>
          </a:insideV>
        </a:tcBdr>
        <a:fill>
          <a:solidFill>
            <a:srgbClr val="D4DBE3"/>
          </a:solidFill>
        </a:fill>
      </a:tcStyle>
    </a:wholeTbl>
    <a:band2H>
      <a:tcTxStyle/>
      <a:tcStyle>
        <a:tcBdr/>
        <a:fill>
          <a:solidFill>
            <a:srgbClr val="EBEEF2"/>
          </a:solidFill>
        </a:fill>
      </a:tcStyle>
    </a:band2H>
    <a:firstCol>
      <a:tcTxStyle b="on" i="off">
        <a:font>
          <a:latin typeface="Bodoni SvtyTwo ITC TT-Bold"/>
          <a:ea typeface="Bodoni SvtyTwo ITC TT-Bold"/>
          <a:cs typeface="Bodoni SvtyTwo ITC TT-Bold"/>
        </a:font>
        <a:srgbClr val="004141"/>
      </a:tcTxStyle>
      <a:tcStyle>
        <a:tcBdr>
          <a:left>
            <a:ln w="12700" cap="flat">
              <a:solidFill>
                <a:srgbClr val="004141"/>
              </a:solidFill>
              <a:prstDash val="solid"/>
              <a:round/>
            </a:ln>
          </a:left>
          <a:right>
            <a:ln w="12700" cap="flat">
              <a:solidFill>
                <a:srgbClr val="004141"/>
              </a:solidFill>
              <a:prstDash val="solid"/>
              <a:round/>
            </a:ln>
          </a:right>
          <a:top>
            <a:ln w="12700" cap="flat">
              <a:solidFill>
                <a:srgbClr val="004141"/>
              </a:solidFill>
              <a:prstDash val="solid"/>
              <a:round/>
            </a:ln>
          </a:top>
          <a:bottom>
            <a:ln w="12700" cap="flat">
              <a:solidFill>
                <a:srgbClr val="004141"/>
              </a:solidFill>
              <a:prstDash val="solid"/>
              <a:round/>
            </a:ln>
          </a:bottom>
          <a:insideH>
            <a:ln w="12700" cap="flat">
              <a:solidFill>
                <a:srgbClr val="004141"/>
              </a:solidFill>
              <a:prstDash val="solid"/>
              <a:round/>
            </a:ln>
          </a:insideH>
          <a:insideV>
            <a:ln w="12700" cap="flat">
              <a:solidFill>
                <a:srgbClr val="004141"/>
              </a:solidFill>
              <a:prstDash val="solid"/>
              <a:round/>
            </a:ln>
          </a:insideV>
        </a:tcBdr>
        <a:fill>
          <a:solidFill>
            <a:schemeClr val="accent1"/>
          </a:solidFill>
        </a:fill>
      </a:tcStyle>
    </a:firstCol>
    <a:lastRow>
      <a:tcTxStyle b="on" i="off">
        <a:font>
          <a:latin typeface="Bodoni SvtyTwo ITC TT-Bold"/>
          <a:ea typeface="Bodoni SvtyTwo ITC TT-Bold"/>
          <a:cs typeface="Bodoni SvtyTwo ITC TT-Bold"/>
        </a:font>
        <a:srgbClr val="004141"/>
      </a:tcTxStyle>
      <a:tcStyle>
        <a:tcBdr>
          <a:left>
            <a:ln w="12700" cap="flat">
              <a:solidFill>
                <a:srgbClr val="004141"/>
              </a:solidFill>
              <a:prstDash val="solid"/>
              <a:round/>
            </a:ln>
          </a:left>
          <a:right>
            <a:ln w="12700" cap="flat">
              <a:solidFill>
                <a:srgbClr val="004141"/>
              </a:solidFill>
              <a:prstDash val="solid"/>
              <a:round/>
            </a:ln>
          </a:right>
          <a:top>
            <a:ln w="38100" cap="flat">
              <a:solidFill>
                <a:srgbClr val="004141"/>
              </a:solidFill>
              <a:prstDash val="solid"/>
              <a:round/>
            </a:ln>
          </a:top>
          <a:bottom>
            <a:ln w="12700" cap="flat">
              <a:solidFill>
                <a:srgbClr val="004141"/>
              </a:solidFill>
              <a:prstDash val="solid"/>
              <a:round/>
            </a:ln>
          </a:bottom>
          <a:insideH>
            <a:ln w="12700" cap="flat">
              <a:solidFill>
                <a:srgbClr val="004141"/>
              </a:solidFill>
              <a:prstDash val="solid"/>
              <a:round/>
            </a:ln>
          </a:insideH>
          <a:insideV>
            <a:ln w="12700" cap="flat">
              <a:solidFill>
                <a:srgbClr val="004141"/>
              </a:solidFill>
              <a:prstDash val="solid"/>
              <a:round/>
            </a:ln>
          </a:insideV>
        </a:tcBdr>
        <a:fill>
          <a:solidFill>
            <a:schemeClr val="accent1"/>
          </a:solidFill>
        </a:fill>
      </a:tcStyle>
    </a:lastRow>
    <a:firstRow>
      <a:tcTxStyle b="on" i="off">
        <a:font>
          <a:latin typeface="Bodoni SvtyTwo ITC TT-Bold"/>
          <a:ea typeface="Bodoni SvtyTwo ITC TT-Bold"/>
          <a:cs typeface="Bodoni SvtyTwo ITC TT-Bold"/>
        </a:font>
        <a:srgbClr val="004141"/>
      </a:tcTxStyle>
      <a:tcStyle>
        <a:tcBdr>
          <a:left>
            <a:ln w="12700" cap="flat">
              <a:solidFill>
                <a:srgbClr val="004141"/>
              </a:solidFill>
              <a:prstDash val="solid"/>
              <a:round/>
            </a:ln>
          </a:left>
          <a:right>
            <a:ln w="12700" cap="flat">
              <a:solidFill>
                <a:srgbClr val="004141"/>
              </a:solidFill>
              <a:prstDash val="solid"/>
              <a:round/>
            </a:ln>
          </a:right>
          <a:top>
            <a:ln w="12700" cap="flat">
              <a:solidFill>
                <a:srgbClr val="004141"/>
              </a:solidFill>
              <a:prstDash val="solid"/>
              <a:round/>
            </a:ln>
          </a:top>
          <a:bottom>
            <a:ln w="38100" cap="flat">
              <a:solidFill>
                <a:srgbClr val="004141"/>
              </a:solidFill>
              <a:prstDash val="solid"/>
              <a:round/>
            </a:ln>
          </a:bottom>
          <a:insideH>
            <a:ln w="12700" cap="flat">
              <a:solidFill>
                <a:srgbClr val="004141"/>
              </a:solidFill>
              <a:prstDash val="solid"/>
              <a:round/>
            </a:ln>
          </a:insideH>
          <a:insideV>
            <a:ln w="12700" cap="flat">
              <a:solidFill>
                <a:srgbClr val="004141"/>
              </a:solidFill>
              <a:prstDash val="solid"/>
              <a:round/>
            </a:ln>
          </a:insideV>
        </a:tcBdr>
        <a:fill>
          <a:solidFill>
            <a:schemeClr val="accent1"/>
          </a:solidFill>
        </a:fill>
      </a:tcStyle>
    </a:firstRow>
  </a:tblStyle>
  <a:tblStyle styleId="{EEE7283C-3CF3-47DC-8721-378D4A62B228}" styleName="">
    <a:tblBg/>
    <a:wholeTbl>
      <a:tcTxStyle b="off" i="off">
        <a:font>
          <a:latin typeface="Bodoni SvtyTwo ITC TT-Book"/>
          <a:ea typeface="Bodoni SvtyTwo ITC TT-Book"/>
          <a:cs typeface="Bodoni SvtyTwo ITC TT-Book"/>
        </a:font>
        <a:srgbClr val="414141"/>
      </a:tcTxStyle>
      <a:tcStyle>
        <a:tcBdr>
          <a:left>
            <a:ln w="12700" cap="flat">
              <a:solidFill>
                <a:srgbClr val="004141"/>
              </a:solidFill>
              <a:prstDash val="solid"/>
              <a:round/>
            </a:ln>
          </a:left>
          <a:right>
            <a:ln w="12700" cap="flat">
              <a:solidFill>
                <a:srgbClr val="004141"/>
              </a:solidFill>
              <a:prstDash val="solid"/>
              <a:round/>
            </a:ln>
          </a:right>
          <a:top>
            <a:ln w="12700" cap="flat">
              <a:solidFill>
                <a:srgbClr val="004141"/>
              </a:solidFill>
              <a:prstDash val="solid"/>
              <a:round/>
            </a:ln>
          </a:top>
          <a:bottom>
            <a:ln w="12700" cap="flat">
              <a:solidFill>
                <a:srgbClr val="004141"/>
              </a:solidFill>
              <a:prstDash val="solid"/>
              <a:round/>
            </a:ln>
          </a:bottom>
          <a:insideH>
            <a:ln w="12700" cap="flat">
              <a:solidFill>
                <a:srgbClr val="004141"/>
              </a:solidFill>
              <a:prstDash val="solid"/>
              <a:round/>
            </a:ln>
          </a:insideH>
          <a:insideV>
            <a:ln w="12700" cap="flat">
              <a:solidFill>
                <a:srgbClr val="004141"/>
              </a:solidFill>
              <a:prstDash val="solid"/>
              <a:round/>
            </a:ln>
          </a:insideV>
        </a:tcBdr>
        <a:fill>
          <a:solidFill>
            <a:srgbClr val="DFE2D3"/>
          </a:solidFill>
        </a:fill>
      </a:tcStyle>
    </a:wholeTbl>
    <a:band2H>
      <a:tcTxStyle/>
      <a:tcStyle>
        <a:tcBdr/>
        <a:fill>
          <a:solidFill>
            <a:srgbClr val="F0F1EA"/>
          </a:solidFill>
        </a:fill>
      </a:tcStyle>
    </a:band2H>
    <a:firstCol>
      <a:tcTxStyle b="on" i="off">
        <a:font>
          <a:latin typeface="Bodoni SvtyTwo ITC TT-Bold"/>
          <a:ea typeface="Bodoni SvtyTwo ITC TT-Bold"/>
          <a:cs typeface="Bodoni SvtyTwo ITC TT-Bold"/>
        </a:font>
        <a:srgbClr val="004141"/>
      </a:tcTxStyle>
      <a:tcStyle>
        <a:tcBdr>
          <a:left>
            <a:ln w="12700" cap="flat">
              <a:solidFill>
                <a:srgbClr val="004141"/>
              </a:solidFill>
              <a:prstDash val="solid"/>
              <a:round/>
            </a:ln>
          </a:left>
          <a:right>
            <a:ln w="12700" cap="flat">
              <a:solidFill>
                <a:srgbClr val="004141"/>
              </a:solidFill>
              <a:prstDash val="solid"/>
              <a:round/>
            </a:ln>
          </a:right>
          <a:top>
            <a:ln w="12700" cap="flat">
              <a:solidFill>
                <a:srgbClr val="004141"/>
              </a:solidFill>
              <a:prstDash val="solid"/>
              <a:round/>
            </a:ln>
          </a:top>
          <a:bottom>
            <a:ln w="12700" cap="flat">
              <a:solidFill>
                <a:srgbClr val="004141"/>
              </a:solidFill>
              <a:prstDash val="solid"/>
              <a:round/>
            </a:ln>
          </a:bottom>
          <a:insideH>
            <a:ln w="12700" cap="flat">
              <a:solidFill>
                <a:srgbClr val="004141"/>
              </a:solidFill>
              <a:prstDash val="solid"/>
              <a:round/>
            </a:ln>
          </a:insideH>
          <a:insideV>
            <a:ln w="12700" cap="flat">
              <a:solidFill>
                <a:srgbClr val="004141"/>
              </a:solidFill>
              <a:prstDash val="solid"/>
              <a:round/>
            </a:ln>
          </a:insideV>
        </a:tcBdr>
        <a:fill>
          <a:solidFill>
            <a:schemeClr val="accent3"/>
          </a:solidFill>
        </a:fill>
      </a:tcStyle>
    </a:firstCol>
    <a:lastRow>
      <a:tcTxStyle b="on" i="off">
        <a:font>
          <a:latin typeface="Bodoni SvtyTwo ITC TT-Bold"/>
          <a:ea typeface="Bodoni SvtyTwo ITC TT-Bold"/>
          <a:cs typeface="Bodoni SvtyTwo ITC TT-Bold"/>
        </a:font>
        <a:srgbClr val="004141"/>
      </a:tcTxStyle>
      <a:tcStyle>
        <a:tcBdr>
          <a:left>
            <a:ln w="12700" cap="flat">
              <a:solidFill>
                <a:srgbClr val="004141"/>
              </a:solidFill>
              <a:prstDash val="solid"/>
              <a:round/>
            </a:ln>
          </a:left>
          <a:right>
            <a:ln w="12700" cap="flat">
              <a:solidFill>
                <a:srgbClr val="004141"/>
              </a:solidFill>
              <a:prstDash val="solid"/>
              <a:round/>
            </a:ln>
          </a:right>
          <a:top>
            <a:ln w="38100" cap="flat">
              <a:solidFill>
                <a:srgbClr val="004141"/>
              </a:solidFill>
              <a:prstDash val="solid"/>
              <a:round/>
            </a:ln>
          </a:top>
          <a:bottom>
            <a:ln w="12700" cap="flat">
              <a:solidFill>
                <a:srgbClr val="004141"/>
              </a:solidFill>
              <a:prstDash val="solid"/>
              <a:round/>
            </a:ln>
          </a:bottom>
          <a:insideH>
            <a:ln w="12700" cap="flat">
              <a:solidFill>
                <a:srgbClr val="004141"/>
              </a:solidFill>
              <a:prstDash val="solid"/>
              <a:round/>
            </a:ln>
          </a:insideH>
          <a:insideV>
            <a:ln w="12700" cap="flat">
              <a:solidFill>
                <a:srgbClr val="004141"/>
              </a:solidFill>
              <a:prstDash val="solid"/>
              <a:round/>
            </a:ln>
          </a:insideV>
        </a:tcBdr>
        <a:fill>
          <a:solidFill>
            <a:schemeClr val="accent3"/>
          </a:solidFill>
        </a:fill>
      </a:tcStyle>
    </a:lastRow>
    <a:firstRow>
      <a:tcTxStyle b="on" i="off">
        <a:font>
          <a:latin typeface="Bodoni SvtyTwo ITC TT-Bold"/>
          <a:ea typeface="Bodoni SvtyTwo ITC TT-Bold"/>
          <a:cs typeface="Bodoni SvtyTwo ITC TT-Bold"/>
        </a:font>
        <a:srgbClr val="004141"/>
      </a:tcTxStyle>
      <a:tcStyle>
        <a:tcBdr>
          <a:left>
            <a:ln w="12700" cap="flat">
              <a:solidFill>
                <a:srgbClr val="004141"/>
              </a:solidFill>
              <a:prstDash val="solid"/>
              <a:round/>
            </a:ln>
          </a:left>
          <a:right>
            <a:ln w="12700" cap="flat">
              <a:solidFill>
                <a:srgbClr val="004141"/>
              </a:solidFill>
              <a:prstDash val="solid"/>
              <a:round/>
            </a:ln>
          </a:right>
          <a:top>
            <a:ln w="12700" cap="flat">
              <a:solidFill>
                <a:srgbClr val="004141"/>
              </a:solidFill>
              <a:prstDash val="solid"/>
              <a:round/>
            </a:ln>
          </a:top>
          <a:bottom>
            <a:ln w="38100" cap="flat">
              <a:solidFill>
                <a:srgbClr val="004141"/>
              </a:solidFill>
              <a:prstDash val="solid"/>
              <a:round/>
            </a:ln>
          </a:bottom>
          <a:insideH>
            <a:ln w="12700" cap="flat">
              <a:solidFill>
                <a:srgbClr val="004141"/>
              </a:solidFill>
              <a:prstDash val="solid"/>
              <a:round/>
            </a:ln>
          </a:insideH>
          <a:insideV>
            <a:ln w="12700" cap="flat">
              <a:solidFill>
                <a:srgbClr val="004141"/>
              </a:solidFill>
              <a:prstDash val="solid"/>
              <a:round/>
            </a:ln>
          </a:insideV>
        </a:tcBdr>
        <a:fill>
          <a:solidFill>
            <a:schemeClr val="accent3"/>
          </a:solidFill>
        </a:fill>
      </a:tcStyle>
    </a:firstRow>
  </a:tblStyle>
  <a:tblStyle styleId="{CF821DB8-F4EB-4A41-A1BA-3FCAFE7338EE}" styleName="">
    <a:tblBg/>
    <a:wholeTbl>
      <a:tcTxStyle b="off" i="off">
        <a:font>
          <a:latin typeface="Bodoni SvtyTwo ITC TT-Book"/>
          <a:ea typeface="Bodoni SvtyTwo ITC TT-Book"/>
          <a:cs typeface="Bodoni SvtyTwo ITC TT-Book"/>
        </a:font>
        <a:srgbClr val="414141"/>
      </a:tcTxStyle>
      <a:tcStyle>
        <a:tcBdr>
          <a:left>
            <a:ln w="12700" cap="flat">
              <a:solidFill>
                <a:srgbClr val="004141"/>
              </a:solidFill>
              <a:prstDash val="solid"/>
              <a:round/>
            </a:ln>
          </a:left>
          <a:right>
            <a:ln w="12700" cap="flat">
              <a:solidFill>
                <a:srgbClr val="004141"/>
              </a:solidFill>
              <a:prstDash val="solid"/>
              <a:round/>
            </a:ln>
          </a:right>
          <a:top>
            <a:ln w="12700" cap="flat">
              <a:solidFill>
                <a:srgbClr val="004141"/>
              </a:solidFill>
              <a:prstDash val="solid"/>
              <a:round/>
            </a:ln>
          </a:top>
          <a:bottom>
            <a:ln w="12700" cap="flat">
              <a:solidFill>
                <a:srgbClr val="004141"/>
              </a:solidFill>
              <a:prstDash val="solid"/>
              <a:round/>
            </a:ln>
          </a:bottom>
          <a:insideH>
            <a:ln w="12700" cap="flat">
              <a:solidFill>
                <a:srgbClr val="004141"/>
              </a:solidFill>
              <a:prstDash val="solid"/>
              <a:round/>
            </a:ln>
          </a:insideH>
          <a:insideV>
            <a:ln w="12700" cap="flat">
              <a:solidFill>
                <a:srgbClr val="004141"/>
              </a:solidFill>
              <a:prstDash val="solid"/>
              <a:round/>
            </a:ln>
          </a:insideV>
        </a:tcBdr>
        <a:fill>
          <a:solidFill>
            <a:srgbClr val="DEDCE1"/>
          </a:solidFill>
        </a:fill>
      </a:tcStyle>
    </a:wholeTbl>
    <a:band2H>
      <a:tcTxStyle/>
      <a:tcStyle>
        <a:tcBdr/>
        <a:fill>
          <a:solidFill>
            <a:srgbClr val="EFEEF1"/>
          </a:solidFill>
        </a:fill>
      </a:tcStyle>
    </a:band2H>
    <a:firstCol>
      <a:tcTxStyle b="on" i="off">
        <a:font>
          <a:latin typeface="Bodoni SvtyTwo ITC TT-Bold"/>
          <a:ea typeface="Bodoni SvtyTwo ITC TT-Bold"/>
          <a:cs typeface="Bodoni SvtyTwo ITC TT-Bold"/>
        </a:font>
        <a:srgbClr val="004141"/>
      </a:tcTxStyle>
      <a:tcStyle>
        <a:tcBdr>
          <a:left>
            <a:ln w="12700" cap="flat">
              <a:solidFill>
                <a:srgbClr val="004141"/>
              </a:solidFill>
              <a:prstDash val="solid"/>
              <a:round/>
            </a:ln>
          </a:left>
          <a:right>
            <a:ln w="12700" cap="flat">
              <a:solidFill>
                <a:srgbClr val="004141"/>
              </a:solidFill>
              <a:prstDash val="solid"/>
              <a:round/>
            </a:ln>
          </a:right>
          <a:top>
            <a:ln w="12700" cap="flat">
              <a:solidFill>
                <a:srgbClr val="004141"/>
              </a:solidFill>
              <a:prstDash val="solid"/>
              <a:round/>
            </a:ln>
          </a:top>
          <a:bottom>
            <a:ln w="12700" cap="flat">
              <a:solidFill>
                <a:srgbClr val="004141"/>
              </a:solidFill>
              <a:prstDash val="solid"/>
              <a:round/>
            </a:ln>
          </a:bottom>
          <a:insideH>
            <a:ln w="12700" cap="flat">
              <a:solidFill>
                <a:srgbClr val="004141"/>
              </a:solidFill>
              <a:prstDash val="solid"/>
              <a:round/>
            </a:ln>
          </a:insideH>
          <a:insideV>
            <a:ln w="12700" cap="flat">
              <a:solidFill>
                <a:srgbClr val="004141"/>
              </a:solidFill>
              <a:prstDash val="solid"/>
              <a:round/>
            </a:ln>
          </a:insideV>
        </a:tcBdr>
        <a:fill>
          <a:solidFill>
            <a:schemeClr val="accent6"/>
          </a:solidFill>
        </a:fill>
      </a:tcStyle>
    </a:firstCol>
    <a:lastRow>
      <a:tcTxStyle b="on" i="off">
        <a:font>
          <a:latin typeface="Bodoni SvtyTwo ITC TT-Bold"/>
          <a:ea typeface="Bodoni SvtyTwo ITC TT-Bold"/>
          <a:cs typeface="Bodoni SvtyTwo ITC TT-Bold"/>
        </a:font>
        <a:srgbClr val="004141"/>
      </a:tcTxStyle>
      <a:tcStyle>
        <a:tcBdr>
          <a:left>
            <a:ln w="12700" cap="flat">
              <a:solidFill>
                <a:srgbClr val="004141"/>
              </a:solidFill>
              <a:prstDash val="solid"/>
              <a:round/>
            </a:ln>
          </a:left>
          <a:right>
            <a:ln w="12700" cap="flat">
              <a:solidFill>
                <a:srgbClr val="004141"/>
              </a:solidFill>
              <a:prstDash val="solid"/>
              <a:round/>
            </a:ln>
          </a:right>
          <a:top>
            <a:ln w="38100" cap="flat">
              <a:solidFill>
                <a:srgbClr val="004141"/>
              </a:solidFill>
              <a:prstDash val="solid"/>
              <a:round/>
            </a:ln>
          </a:top>
          <a:bottom>
            <a:ln w="12700" cap="flat">
              <a:solidFill>
                <a:srgbClr val="004141"/>
              </a:solidFill>
              <a:prstDash val="solid"/>
              <a:round/>
            </a:ln>
          </a:bottom>
          <a:insideH>
            <a:ln w="12700" cap="flat">
              <a:solidFill>
                <a:srgbClr val="004141"/>
              </a:solidFill>
              <a:prstDash val="solid"/>
              <a:round/>
            </a:ln>
          </a:insideH>
          <a:insideV>
            <a:ln w="12700" cap="flat">
              <a:solidFill>
                <a:srgbClr val="004141"/>
              </a:solidFill>
              <a:prstDash val="solid"/>
              <a:round/>
            </a:ln>
          </a:insideV>
        </a:tcBdr>
        <a:fill>
          <a:solidFill>
            <a:schemeClr val="accent6"/>
          </a:solidFill>
        </a:fill>
      </a:tcStyle>
    </a:lastRow>
    <a:firstRow>
      <a:tcTxStyle b="on" i="off">
        <a:font>
          <a:latin typeface="Bodoni SvtyTwo ITC TT-Bold"/>
          <a:ea typeface="Bodoni SvtyTwo ITC TT-Bold"/>
          <a:cs typeface="Bodoni SvtyTwo ITC TT-Bold"/>
        </a:font>
        <a:srgbClr val="004141"/>
      </a:tcTxStyle>
      <a:tcStyle>
        <a:tcBdr>
          <a:left>
            <a:ln w="12700" cap="flat">
              <a:solidFill>
                <a:srgbClr val="004141"/>
              </a:solidFill>
              <a:prstDash val="solid"/>
              <a:round/>
            </a:ln>
          </a:left>
          <a:right>
            <a:ln w="12700" cap="flat">
              <a:solidFill>
                <a:srgbClr val="004141"/>
              </a:solidFill>
              <a:prstDash val="solid"/>
              <a:round/>
            </a:ln>
          </a:right>
          <a:top>
            <a:ln w="12700" cap="flat">
              <a:solidFill>
                <a:srgbClr val="004141"/>
              </a:solidFill>
              <a:prstDash val="solid"/>
              <a:round/>
            </a:ln>
          </a:top>
          <a:bottom>
            <a:ln w="38100" cap="flat">
              <a:solidFill>
                <a:srgbClr val="004141"/>
              </a:solidFill>
              <a:prstDash val="solid"/>
              <a:round/>
            </a:ln>
          </a:bottom>
          <a:insideH>
            <a:ln w="12700" cap="flat">
              <a:solidFill>
                <a:srgbClr val="004141"/>
              </a:solidFill>
              <a:prstDash val="solid"/>
              <a:round/>
            </a:ln>
          </a:insideH>
          <a:insideV>
            <a:ln w="12700" cap="flat">
              <a:solidFill>
                <a:srgbClr val="004141"/>
              </a:solidFill>
              <a:prstDash val="solid"/>
              <a:round/>
            </a:ln>
          </a:insideV>
        </a:tcBdr>
        <a:fill>
          <a:solidFill>
            <a:schemeClr val="accent6"/>
          </a:solidFill>
        </a:fill>
      </a:tcStyle>
    </a:firstRow>
  </a:tblStyle>
  <a:tblStyle styleId="{33BA23B1-9221-436E-865A-0063620EA4FD}" styleName="">
    <a:tblBg/>
    <a:wholeTbl>
      <a:tcTxStyle b="off" i="off">
        <a:font>
          <a:latin typeface="Bodoni SvtyTwo ITC TT-Book"/>
          <a:ea typeface="Bodoni SvtyTwo ITC TT-Book"/>
          <a:cs typeface="Bodoni SvtyTwo ITC TT-Book"/>
        </a:font>
        <a:srgbClr val="414141"/>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8E8E8"/>
          </a:solidFill>
        </a:fill>
      </a:tcStyle>
    </a:wholeTbl>
    <a:band2H>
      <a:tcTxStyle/>
      <a:tcStyle>
        <a:tcBdr/>
        <a:fill>
          <a:solidFill>
            <a:srgbClr val="004141"/>
          </a:solidFill>
        </a:fill>
      </a:tcStyle>
    </a:band2H>
    <a:firstCol>
      <a:tcTxStyle b="on" i="off">
        <a:font>
          <a:latin typeface="Bodoni SvtyTwo ITC TT-Bold"/>
          <a:ea typeface="Bodoni SvtyTwo ITC TT-Bold"/>
          <a:cs typeface="Bodoni SvtyTwo ITC TT-Bold"/>
        </a:font>
        <a:srgbClr val="004141"/>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
          <a:latin typeface="Bodoni SvtyTwo ITC TT-Bold"/>
          <a:ea typeface="Bodoni SvtyTwo ITC TT-Bold"/>
          <a:cs typeface="Bodoni SvtyTwo ITC TT-Bold"/>
        </a:font>
        <a:srgbClr val="414141"/>
      </a:tcTxStyle>
      <a:tcStyle>
        <a:tcBdr>
          <a:left>
            <a:ln w="12700" cap="flat">
              <a:noFill/>
              <a:miter lim="400000"/>
            </a:ln>
          </a:left>
          <a:right>
            <a:ln w="12700" cap="flat">
              <a:noFill/>
              <a:miter lim="400000"/>
            </a:ln>
          </a:right>
          <a:top>
            <a:ln w="50800" cap="flat">
              <a:solidFill>
                <a:srgbClr val="414141"/>
              </a:solidFill>
              <a:prstDash val="solid"/>
              <a:round/>
            </a:ln>
          </a:top>
          <a:bottom>
            <a:ln w="25400" cap="flat">
              <a:solidFill>
                <a:srgbClr val="414141"/>
              </a:solidFill>
              <a:prstDash val="solid"/>
              <a:round/>
            </a:ln>
          </a:bottom>
          <a:insideH>
            <a:ln w="12700" cap="flat">
              <a:noFill/>
              <a:miter lim="400000"/>
            </a:ln>
          </a:insideH>
          <a:insideV>
            <a:ln w="12700" cap="flat">
              <a:noFill/>
              <a:miter lim="400000"/>
            </a:ln>
          </a:insideV>
        </a:tcBdr>
        <a:fill>
          <a:solidFill>
            <a:srgbClr val="004141"/>
          </a:solidFill>
        </a:fill>
      </a:tcStyle>
    </a:lastRow>
    <a:firstRow>
      <a:tcTxStyle b="on" i="off">
        <a:font>
          <a:latin typeface="Bodoni SvtyTwo ITC TT-Bold"/>
          <a:ea typeface="Bodoni SvtyTwo ITC TT-Bold"/>
          <a:cs typeface="Bodoni SvtyTwo ITC TT-Bold"/>
        </a:font>
        <a:srgbClr val="004141"/>
      </a:tcTxStyle>
      <a:tcStyle>
        <a:tcBdr>
          <a:left>
            <a:ln w="12700" cap="flat">
              <a:noFill/>
              <a:miter lim="400000"/>
            </a:ln>
          </a:left>
          <a:right>
            <a:ln w="12700" cap="flat">
              <a:noFill/>
              <a:miter lim="400000"/>
            </a:ln>
          </a:right>
          <a:top>
            <a:ln w="25400" cap="flat">
              <a:solidFill>
                <a:srgbClr val="414141"/>
              </a:solidFill>
              <a:prstDash val="solid"/>
              <a:round/>
            </a:ln>
          </a:top>
          <a:bottom>
            <a:ln w="25400" cap="flat">
              <a:solidFill>
                <a:srgbClr val="414141"/>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2708684C-4D16-4618-839F-0558EEFCDFE6}" styleName="">
    <a:tblBg/>
    <a:wholeTbl>
      <a:tcTxStyle b="off" i="off">
        <a:font>
          <a:latin typeface="Bodoni SvtyTwo ITC TT-Book"/>
          <a:ea typeface="Bodoni SvtyTwo ITC TT-Book"/>
          <a:cs typeface="Bodoni SvtyTwo ITC TT-Book"/>
        </a:font>
        <a:srgbClr val="414141"/>
      </a:tcTxStyle>
      <a:tcStyle>
        <a:tcBdr>
          <a:left>
            <a:ln w="12700" cap="flat">
              <a:solidFill>
                <a:srgbClr val="004141"/>
              </a:solidFill>
              <a:prstDash val="solid"/>
              <a:round/>
            </a:ln>
          </a:left>
          <a:right>
            <a:ln w="12700" cap="flat">
              <a:solidFill>
                <a:srgbClr val="004141"/>
              </a:solidFill>
              <a:prstDash val="solid"/>
              <a:round/>
            </a:ln>
          </a:right>
          <a:top>
            <a:ln w="12700" cap="flat">
              <a:solidFill>
                <a:srgbClr val="004141"/>
              </a:solidFill>
              <a:prstDash val="solid"/>
              <a:round/>
            </a:ln>
          </a:top>
          <a:bottom>
            <a:ln w="12700" cap="flat">
              <a:solidFill>
                <a:srgbClr val="004141"/>
              </a:solidFill>
              <a:prstDash val="solid"/>
              <a:round/>
            </a:ln>
          </a:bottom>
          <a:insideH>
            <a:ln w="12700" cap="flat">
              <a:solidFill>
                <a:srgbClr val="004141"/>
              </a:solidFill>
              <a:prstDash val="solid"/>
              <a:round/>
            </a:ln>
          </a:insideH>
          <a:insideV>
            <a:ln w="12700" cap="flat">
              <a:solidFill>
                <a:srgbClr val="004141"/>
              </a:solidFill>
              <a:prstDash val="solid"/>
              <a:round/>
            </a:ln>
          </a:insideV>
        </a:tcBdr>
        <a:fill>
          <a:solidFill>
            <a:srgbClr val="CDCDCD"/>
          </a:solidFill>
        </a:fill>
      </a:tcStyle>
    </a:wholeTbl>
    <a:band2H>
      <a:tcTxStyle/>
      <a:tcStyle>
        <a:tcBdr/>
        <a:fill>
          <a:solidFill>
            <a:srgbClr val="E8E8E8"/>
          </a:solidFill>
        </a:fill>
      </a:tcStyle>
    </a:band2H>
    <a:firstCol>
      <a:tcTxStyle b="on" i="off">
        <a:font>
          <a:latin typeface="Bodoni SvtyTwo ITC TT-Bold"/>
          <a:ea typeface="Bodoni SvtyTwo ITC TT-Bold"/>
          <a:cs typeface="Bodoni SvtyTwo ITC TT-Bold"/>
        </a:font>
        <a:srgbClr val="004141"/>
      </a:tcTxStyle>
      <a:tcStyle>
        <a:tcBdr>
          <a:left>
            <a:ln w="12700" cap="flat">
              <a:solidFill>
                <a:srgbClr val="004141"/>
              </a:solidFill>
              <a:prstDash val="solid"/>
              <a:round/>
            </a:ln>
          </a:left>
          <a:right>
            <a:ln w="12700" cap="flat">
              <a:solidFill>
                <a:srgbClr val="004141"/>
              </a:solidFill>
              <a:prstDash val="solid"/>
              <a:round/>
            </a:ln>
          </a:right>
          <a:top>
            <a:ln w="12700" cap="flat">
              <a:solidFill>
                <a:srgbClr val="004141"/>
              </a:solidFill>
              <a:prstDash val="solid"/>
              <a:round/>
            </a:ln>
          </a:top>
          <a:bottom>
            <a:ln w="12700" cap="flat">
              <a:solidFill>
                <a:srgbClr val="004141"/>
              </a:solidFill>
              <a:prstDash val="solid"/>
              <a:round/>
            </a:ln>
          </a:bottom>
          <a:insideH>
            <a:ln w="12700" cap="flat">
              <a:solidFill>
                <a:srgbClr val="004141"/>
              </a:solidFill>
              <a:prstDash val="solid"/>
              <a:round/>
            </a:ln>
          </a:insideH>
          <a:insideV>
            <a:ln w="12700" cap="flat">
              <a:solidFill>
                <a:srgbClr val="004141"/>
              </a:solidFill>
              <a:prstDash val="solid"/>
              <a:round/>
            </a:ln>
          </a:insideV>
        </a:tcBdr>
        <a:fill>
          <a:solidFill>
            <a:srgbClr val="414141"/>
          </a:solidFill>
        </a:fill>
      </a:tcStyle>
    </a:firstCol>
    <a:lastRow>
      <a:tcTxStyle b="on" i="off">
        <a:font>
          <a:latin typeface="Bodoni SvtyTwo ITC TT-Bold"/>
          <a:ea typeface="Bodoni SvtyTwo ITC TT-Bold"/>
          <a:cs typeface="Bodoni SvtyTwo ITC TT-Bold"/>
        </a:font>
        <a:srgbClr val="004141"/>
      </a:tcTxStyle>
      <a:tcStyle>
        <a:tcBdr>
          <a:left>
            <a:ln w="12700" cap="flat">
              <a:solidFill>
                <a:srgbClr val="004141"/>
              </a:solidFill>
              <a:prstDash val="solid"/>
              <a:round/>
            </a:ln>
          </a:left>
          <a:right>
            <a:ln w="12700" cap="flat">
              <a:solidFill>
                <a:srgbClr val="004141"/>
              </a:solidFill>
              <a:prstDash val="solid"/>
              <a:round/>
            </a:ln>
          </a:right>
          <a:top>
            <a:ln w="38100" cap="flat">
              <a:solidFill>
                <a:srgbClr val="004141"/>
              </a:solidFill>
              <a:prstDash val="solid"/>
              <a:round/>
            </a:ln>
          </a:top>
          <a:bottom>
            <a:ln w="12700" cap="flat">
              <a:solidFill>
                <a:srgbClr val="004141"/>
              </a:solidFill>
              <a:prstDash val="solid"/>
              <a:round/>
            </a:ln>
          </a:bottom>
          <a:insideH>
            <a:ln w="12700" cap="flat">
              <a:solidFill>
                <a:srgbClr val="004141"/>
              </a:solidFill>
              <a:prstDash val="solid"/>
              <a:round/>
            </a:ln>
          </a:insideH>
          <a:insideV>
            <a:ln w="12700" cap="flat">
              <a:solidFill>
                <a:srgbClr val="004141"/>
              </a:solidFill>
              <a:prstDash val="solid"/>
              <a:round/>
            </a:ln>
          </a:insideV>
        </a:tcBdr>
        <a:fill>
          <a:solidFill>
            <a:srgbClr val="414141"/>
          </a:solidFill>
        </a:fill>
      </a:tcStyle>
    </a:lastRow>
    <a:firstRow>
      <a:tcTxStyle b="on" i="off">
        <a:font>
          <a:latin typeface="Bodoni SvtyTwo ITC TT-Bold"/>
          <a:ea typeface="Bodoni SvtyTwo ITC TT-Bold"/>
          <a:cs typeface="Bodoni SvtyTwo ITC TT-Bold"/>
        </a:font>
        <a:srgbClr val="004141"/>
      </a:tcTxStyle>
      <a:tcStyle>
        <a:tcBdr>
          <a:left>
            <a:ln w="12700" cap="flat">
              <a:solidFill>
                <a:srgbClr val="004141"/>
              </a:solidFill>
              <a:prstDash val="solid"/>
              <a:round/>
            </a:ln>
          </a:left>
          <a:right>
            <a:ln w="12700" cap="flat">
              <a:solidFill>
                <a:srgbClr val="004141"/>
              </a:solidFill>
              <a:prstDash val="solid"/>
              <a:round/>
            </a:ln>
          </a:right>
          <a:top>
            <a:ln w="12700" cap="flat">
              <a:solidFill>
                <a:srgbClr val="004141"/>
              </a:solidFill>
              <a:prstDash val="solid"/>
              <a:round/>
            </a:ln>
          </a:top>
          <a:bottom>
            <a:ln w="38100" cap="flat">
              <a:solidFill>
                <a:srgbClr val="004141"/>
              </a:solidFill>
              <a:prstDash val="solid"/>
              <a:round/>
            </a:ln>
          </a:bottom>
          <a:insideH>
            <a:ln w="12700" cap="flat">
              <a:solidFill>
                <a:srgbClr val="004141"/>
              </a:solidFill>
              <a:prstDash val="solid"/>
              <a:round/>
            </a:ln>
          </a:insideH>
          <a:insideV>
            <a:ln w="12700" cap="flat">
              <a:solidFill>
                <a:srgbClr val="004141"/>
              </a:solidFill>
              <a:prstDash val="solid"/>
              <a:round/>
            </a:ln>
          </a:insideV>
        </a:tcBdr>
        <a:fill>
          <a:solidFill>
            <a:srgbClr val="41414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3842" autoAdjust="0"/>
  </p:normalViewPr>
  <p:slideViewPr>
    <p:cSldViewPr>
      <p:cViewPr varScale="1">
        <p:scale>
          <a:sx n="45" d="100"/>
          <a:sy n="45" d="100"/>
        </p:scale>
        <p:origin x="1356" y="42"/>
      </p:cViewPr>
      <p:guideLst>
        <p:guide orient="horz" pos="3413"/>
        <p:guide pos="4548"/>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40" name="Shape 140"/>
          <p:cNvSpPr>
            <a:spLocks noGrp="1" noRot="1" noChangeAspect="1"/>
          </p:cNvSpPr>
          <p:nvPr>
            <p:ph type="sldImg"/>
          </p:nvPr>
        </p:nvSpPr>
        <p:spPr>
          <a:xfrm>
            <a:off x="1146175" y="685800"/>
            <a:ext cx="4565650" cy="3429000"/>
          </a:xfrm>
          <a:prstGeom prst="rect">
            <a:avLst/>
          </a:prstGeom>
        </p:spPr>
        <p:txBody>
          <a:bodyPr/>
          <a:lstStyle/>
          <a:p>
            <a:endParaRPr/>
          </a:p>
        </p:txBody>
      </p:sp>
      <p:sp>
        <p:nvSpPr>
          <p:cNvPr id="141" name="Shape 141"/>
          <p:cNvSpPr>
            <a:spLocks noGrp="1"/>
          </p:cNvSpPr>
          <p:nvPr>
            <p:ph type="body" sz="quarter" idx="1"/>
          </p:nvPr>
        </p:nvSpPr>
        <p:spPr>
          <a:xfrm>
            <a:off x="914400" y="4343400"/>
            <a:ext cx="5029200" cy="4114800"/>
          </a:xfrm>
          <a:prstGeom prst="rect">
            <a:avLst/>
          </a:prstGeom>
        </p:spPr>
        <p:txBody>
          <a:bodyPr/>
          <a:lstStyle/>
          <a:p>
            <a:endParaRPr/>
          </a:p>
        </p:txBody>
      </p:sp>
    </p:spTree>
    <p:extLst>
      <p:ext uri="{BB962C8B-B14F-4D97-AF65-F5344CB8AC3E}">
        <p14:creationId xmlns:p14="http://schemas.microsoft.com/office/powerpoint/2010/main" val="3488799954"/>
      </p:ext>
    </p:extLst>
  </p:cSld>
  <p:clrMap bg1="lt1" tx1="dk1" bg2="lt2" tx2="dk2" accent1="accent1" accent2="accent2" accent3="accent3" accent4="accent4" accent5="accent5" accent6="accent6" hlink="hlink" folHlink="folHlink"/>
  <p:notesStyle>
    <a:lvl1pPr defTabSz="507678" latinLnBrk="0">
      <a:lnSpc>
        <a:spcPct val="117999"/>
      </a:lnSpc>
      <a:defRPr sz="2443">
        <a:latin typeface="+mn-lt"/>
        <a:ea typeface="+mn-ea"/>
        <a:cs typeface="+mn-cs"/>
        <a:sym typeface="Helvetica Neue"/>
      </a:defRPr>
    </a:lvl1pPr>
    <a:lvl2pPr indent="253839" defTabSz="507678" latinLnBrk="0">
      <a:lnSpc>
        <a:spcPct val="117999"/>
      </a:lnSpc>
      <a:defRPr sz="2443">
        <a:latin typeface="+mn-lt"/>
        <a:ea typeface="+mn-ea"/>
        <a:cs typeface="+mn-cs"/>
        <a:sym typeface="Helvetica Neue"/>
      </a:defRPr>
    </a:lvl2pPr>
    <a:lvl3pPr indent="507678" defTabSz="507678" latinLnBrk="0">
      <a:lnSpc>
        <a:spcPct val="117999"/>
      </a:lnSpc>
      <a:defRPr sz="2443">
        <a:latin typeface="+mn-lt"/>
        <a:ea typeface="+mn-ea"/>
        <a:cs typeface="+mn-cs"/>
        <a:sym typeface="Helvetica Neue"/>
      </a:defRPr>
    </a:lvl3pPr>
    <a:lvl4pPr indent="761518" defTabSz="507678" latinLnBrk="0">
      <a:lnSpc>
        <a:spcPct val="117999"/>
      </a:lnSpc>
      <a:defRPr sz="2443">
        <a:latin typeface="+mn-lt"/>
        <a:ea typeface="+mn-ea"/>
        <a:cs typeface="+mn-cs"/>
        <a:sym typeface="Helvetica Neue"/>
      </a:defRPr>
    </a:lvl4pPr>
    <a:lvl5pPr indent="1015357" defTabSz="507678" latinLnBrk="0">
      <a:lnSpc>
        <a:spcPct val="117999"/>
      </a:lnSpc>
      <a:defRPr sz="2443">
        <a:latin typeface="+mn-lt"/>
        <a:ea typeface="+mn-ea"/>
        <a:cs typeface="+mn-cs"/>
        <a:sym typeface="Helvetica Neue"/>
      </a:defRPr>
    </a:lvl5pPr>
    <a:lvl6pPr indent="1269196" defTabSz="507678" latinLnBrk="0">
      <a:lnSpc>
        <a:spcPct val="117999"/>
      </a:lnSpc>
      <a:defRPr sz="2443">
        <a:latin typeface="+mn-lt"/>
        <a:ea typeface="+mn-ea"/>
        <a:cs typeface="+mn-cs"/>
        <a:sym typeface="Helvetica Neue"/>
      </a:defRPr>
    </a:lvl6pPr>
    <a:lvl7pPr indent="1523035" defTabSz="507678" latinLnBrk="0">
      <a:lnSpc>
        <a:spcPct val="117999"/>
      </a:lnSpc>
      <a:defRPr sz="2443">
        <a:latin typeface="+mn-lt"/>
        <a:ea typeface="+mn-ea"/>
        <a:cs typeface="+mn-cs"/>
        <a:sym typeface="Helvetica Neue"/>
      </a:defRPr>
    </a:lvl7pPr>
    <a:lvl8pPr indent="1776875" defTabSz="507678" latinLnBrk="0">
      <a:lnSpc>
        <a:spcPct val="117999"/>
      </a:lnSpc>
      <a:defRPr sz="2443">
        <a:latin typeface="+mn-lt"/>
        <a:ea typeface="+mn-ea"/>
        <a:cs typeface="+mn-cs"/>
        <a:sym typeface="Helvetica Neue"/>
      </a:defRPr>
    </a:lvl8pPr>
    <a:lvl9pPr indent="2030714" defTabSz="507678" latinLnBrk="0">
      <a:lnSpc>
        <a:spcPct val="117999"/>
      </a:lnSpc>
      <a:defRPr sz="2443">
        <a:latin typeface="+mn-lt"/>
        <a:ea typeface="+mn-ea"/>
        <a:cs typeface="+mn-cs"/>
        <a:sym typeface="Helvetica Neu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fr.wikipedia.org/wiki/Client%E2%80%93serveur" TargetMode="External"/><Relationship Id="rId2" Type="http://schemas.openxmlformats.org/officeDocument/2006/relationships/slide" Target="../slides/slide6.xml"/><Relationship Id="rId1" Type="http://schemas.openxmlformats.org/officeDocument/2006/relationships/notesMaster" Target="../notesMasters/notesMaster1.xml"/><Relationship Id="rId5" Type="http://schemas.openxmlformats.org/officeDocument/2006/relationships/hyperlink" Target="https://fr.wikipedia.org/wiki/Interactions_homme-machine" TargetMode="External"/><Relationship Id="rId4" Type="http://schemas.openxmlformats.org/officeDocument/2006/relationships/hyperlink" Target="https://fr.wikipedia.org/wiki/Port_(logiciel)" TargetMode="Externa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fr.wikipedia.org/wiki/Utilisateur_root" TargetMode="External"/><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1146175" y="685800"/>
            <a:ext cx="4565650" cy="3429000"/>
          </a:xfrm>
        </p:spPr>
      </p:sp>
      <p:sp>
        <p:nvSpPr>
          <p:cNvPr id="3" name="Espace réservé des notes 2"/>
          <p:cNvSpPr>
            <a:spLocks noGrp="1"/>
          </p:cNvSpPr>
          <p:nvPr>
            <p:ph type="body" idx="1"/>
          </p:nvPr>
        </p:nvSpPr>
        <p:spPr/>
        <p:txBody>
          <a:bodyPr/>
          <a:lstStyle/>
          <a:p>
            <a:r>
              <a:rPr lang="fr-FR" b="1" dirty="0"/>
              <a:t>DM (display manager) un gestionnaire d'affichage (un gestionnaire de connexion graphique)</a:t>
            </a:r>
          </a:p>
        </p:txBody>
      </p:sp>
    </p:spTree>
    <p:extLst>
      <p:ext uri="{BB962C8B-B14F-4D97-AF65-F5344CB8AC3E}">
        <p14:creationId xmlns:p14="http://schemas.microsoft.com/office/powerpoint/2010/main" val="30423175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1146175" y="685800"/>
            <a:ext cx="4565650" cy="3429000"/>
          </a:xfrm>
        </p:spPr>
      </p:sp>
      <p:sp>
        <p:nvSpPr>
          <p:cNvPr id="3" name="Espace réservé des commentaires 2"/>
          <p:cNvSpPr>
            <a:spLocks noGrp="1"/>
          </p:cNvSpPr>
          <p:nvPr>
            <p:ph type="body" idx="1"/>
          </p:nvPr>
        </p:nvSpPr>
        <p:spPr/>
        <p:txBody>
          <a:bodyPr/>
          <a:lstStyle/>
          <a:p>
            <a:r>
              <a:rPr lang="fr-FR" sz="2200" b="0" i="0" dirty="0">
                <a:effectLst/>
                <a:latin typeface="+mn-lt"/>
                <a:ea typeface="+mn-ea"/>
                <a:cs typeface="+mn-cs"/>
                <a:sym typeface="Helvetica Neue"/>
              </a:rPr>
              <a:t>X fonctionne suivant le modèle </a:t>
            </a:r>
            <a:r>
              <a:rPr lang="fr-FR" sz="2200" b="0" i="0" u="none" strike="noStrike" dirty="0">
                <a:effectLst/>
                <a:latin typeface="+mn-lt"/>
                <a:ea typeface="+mn-ea"/>
                <a:cs typeface="+mn-cs"/>
                <a:sym typeface="Helvetica Neue"/>
                <a:hlinkClick r:id="rId3" tooltip="Client–serveur"/>
              </a:rPr>
              <a:t>client–serveur</a:t>
            </a:r>
            <a:r>
              <a:rPr lang="fr-FR" sz="2200" b="0" i="0" dirty="0">
                <a:effectLst/>
                <a:latin typeface="+mn-lt"/>
                <a:ea typeface="+mn-ea"/>
                <a:cs typeface="+mn-cs"/>
                <a:sym typeface="Helvetica Neue"/>
              </a:rPr>
              <a:t> :</a:t>
            </a:r>
          </a:p>
          <a:p>
            <a:r>
              <a:rPr lang="fr-FR" sz="2200" b="0" i="0" dirty="0">
                <a:effectLst/>
                <a:latin typeface="+mn-lt"/>
                <a:ea typeface="+mn-ea"/>
                <a:cs typeface="+mn-cs"/>
                <a:sym typeface="Helvetica Neue"/>
              </a:rPr>
              <a:t>le logiciel </a:t>
            </a:r>
            <a:r>
              <a:rPr lang="fr-FR" sz="2200" b="0" i="1" dirty="0">
                <a:effectLst/>
                <a:latin typeface="+mn-lt"/>
                <a:ea typeface="+mn-ea"/>
                <a:cs typeface="+mn-cs"/>
                <a:sym typeface="Helvetica Neue"/>
              </a:rPr>
              <a:t>serveur X</a:t>
            </a:r>
            <a:r>
              <a:rPr lang="fr-FR" sz="2200" b="0" i="0" dirty="0">
                <a:effectLst/>
                <a:latin typeface="+mn-lt"/>
                <a:ea typeface="+mn-ea"/>
                <a:cs typeface="+mn-cs"/>
                <a:sym typeface="Helvetica Neue"/>
              </a:rPr>
              <a:t> tourne sur un terminal intelligent (client léger) doté d'un écran, d'un clavier et d'une souris ; il reçoit et sert des requêtes d'affichage, d'entrées de texte et de déplacement de souris sur un </a:t>
            </a:r>
            <a:r>
              <a:rPr lang="fr-FR" sz="2200" b="0" i="0" u="none" strike="noStrike" dirty="0">
                <a:effectLst/>
                <a:latin typeface="+mn-lt"/>
                <a:ea typeface="+mn-ea"/>
                <a:cs typeface="+mn-cs"/>
                <a:sym typeface="Helvetica Neue"/>
                <a:hlinkClick r:id="rId4" tooltip="Port (logiciel)"/>
              </a:rPr>
              <a:t>port logiciel</a:t>
            </a:r>
            <a:r>
              <a:rPr lang="fr-FR" sz="2200" b="0" i="0" dirty="0">
                <a:effectLst/>
                <a:latin typeface="+mn-lt"/>
                <a:ea typeface="+mn-ea"/>
                <a:cs typeface="+mn-cs"/>
                <a:sym typeface="Helvetica Neue"/>
              </a:rPr>
              <a:t> ;</a:t>
            </a:r>
          </a:p>
          <a:p>
            <a:r>
              <a:rPr lang="fr-FR" sz="2200" b="0" i="0" dirty="0">
                <a:effectLst/>
                <a:latin typeface="+mn-lt"/>
                <a:ea typeface="+mn-ea"/>
                <a:cs typeface="+mn-cs"/>
                <a:sym typeface="Helvetica Neue"/>
              </a:rPr>
              <a:t>un ou plusieurs logiciels </a:t>
            </a:r>
            <a:r>
              <a:rPr lang="fr-FR" sz="2200" b="0" i="1" dirty="0">
                <a:effectLst/>
                <a:latin typeface="+mn-lt"/>
                <a:ea typeface="+mn-ea"/>
                <a:cs typeface="+mn-cs"/>
                <a:sym typeface="Helvetica Neue"/>
              </a:rPr>
              <a:t>client X</a:t>
            </a:r>
            <a:r>
              <a:rPr lang="fr-FR" sz="2200" b="0" i="0" dirty="0">
                <a:effectLst/>
                <a:latin typeface="+mn-lt"/>
                <a:ea typeface="+mn-ea"/>
                <a:cs typeface="+mn-cs"/>
                <a:sym typeface="Helvetica Neue"/>
              </a:rPr>
              <a:t>, depuis des ordinateurs locaux ou distants (logiciel graphique) se connectent au serveur X et lui envoient leurs requêtes d'affichage en utilisant le </a:t>
            </a:r>
            <a:r>
              <a:rPr lang="fr-FR" sz="2200" b="0" i="1" dirty="0">
                <a:effectLst/>
                <a:latin typeface="+mn-lt"/>
                <a:ea typeface="+mn-ea"/>
                <a:cs typeface="+mn-cs"/>
                <a:sym typeface="Helvetica Neue"/>
              </a:rPr>
              <a:t>protocole X</a:t>
            </a:r>
            <a:r>
              <a:rPr lang="fr-FR" sz="2200" b="0" i="0" dirty="0">
                <a:effectLst/>
                <a:latin typeface="+mn-lt"/>
                <a:ea typeface="+mn-ea"/>
                <a:cs typeface="+mn-cs"/>
                <a:sym typeface="Helvetica Neue"/>
              </a:rPr>
              <a:t> au travers de la </a:t>
            </a:r>
            <a:r>
              <a:rPr lang="fr-FR" sz="2200" b="0" i="1" dirty="0">
                <a:effectLst/>
                <a:latin typeface="+mn-lt"/>
                <a:ea typeface="+mn-ea"/>
                <a:cs typeface="+mn-cs"/>
                <a:sym typeface="Helvetica Neue"/>
              </a:rPr>
              <a:t>bibliothèque X</a:t>
            </a:r>
            <a:r>
              <a:rPr lang="fr-FR" sz="2200" b="0" i="0" dirty="0">
                <a:effectLst/>
                <a:latin typeface="+mn-lt"/>
                <a:ea typeface="+mn-ea"/>
                <a:cs typeface="+mn-cs"/>
                <a:sym typeface="Helvetica Neue"/>
              </a:rPr>
              <a:t> (</a:t>
            </a:r>
            <a:r>
              <a:rPr lang="fr-FR" sz="2200" b="0" i="0" dirty="0" err="1">
                <a:effectLst/>
                <a:latin typeface="+mn-lt"/>
                <a:ea typeface="+mn-ea"/>
                <a:cs typeface="+mn-cs"/>
                <a:sym typeface="Helvetica Neue"/>
              </a:rPr>
              <a:t>Xlib</a:t>
            </a:r>
            <a:r>
              <a:rPr lang="fr-FR" sz="2200" b="0" i="0" dirty="0">
                <a:effectLst/>
                <a:latin typeface="+mn-lt"/>
                <a:ea typeface="+mn-ea"/>
                <a:cs typeface="+mn-cs"/>
                <a:sym typeface="Helvetica Neue"/>
              </a:rPr>
              <a:t>). Le client est simplement l'application logicielle (jeu, traitement de texte, calculatrice…) qui utilise alors le </a:t>
            </a:r>
            <a:r>
              <a:rPr lang="fr-FR" sz="2200" b="0" i="1" dirty="0">
                <a:effectLst/>
                <a:latin typeface="+mn-lt"/>
                <a:ea typeface="+mn-ea"/>
                <a:cs typeface="+mn-cs"/>
                <a:sym typeface="Helvetica Neue"/>
              </a:rPr>
              <a:t>protocole X</a:t>
            </a:r>
            <a:r>
              <a:rPr lang="fr-FR" sz="2200" b="0" i="0" dirty="0">
                <a:effectLst/>
                <a:latin typeface="+mn-lt"/>
                <a:ea typeface="+mn-ea"/>
                <a:cs typeface="+mn-cs"/>
                <a:sym typeface="Helvetica Neue"/>
              </a:rPr>
              <a:t> pour déléguer au serveur X les tâches d'</a:t>
            </a:r>
            <a:r>
              <a:rPr lang="fr-FR" sz="2200" b="0" i="0" u="none" strike="noStrike" dirty="0">
                <a:effectLst/>
                <a:latin typeface="+mn-lt"/>
                <a:ea typeface="+mn-ea"/>
                <a:cs typeface="+mn-cs"/>
                <a:sym typeface="Helvetica Neue"/>
                <a:hlinkClick r:id="rId5" tooltip="Interactions homme-machine"/>
              </a:rPr>
              <a:t>interactions homme-machine</a:t>
            </a:r>
            <a:r>
              <a:rPr lang="fr-FR" sz="2200" b="0" i="0" dirty="0">
                <a:effectLst/>
                <a:latin typeface="+mn-lt"/>
                <a:ea typeface="+mn-ea"/>
                <a:cs typeface="+mn-cs"/>
                <a:sym typeface="Helvetica Neue"/>
              </a:rPr>
              <a:t> (ou IHM).</a:t>
            </a:r>
          </a:p>
          <a:p>
            <a:endParaRPr lang="fr-FR" dirty="0"/>
          </a:p>
        </p:txBody>
      </p:sp>
    </p:spTree>
    <p:extLst>
      <p:ext uri="{BB962C8B-B14F-4D97-AF65-F5344CB8AC3E}">
        <p14:creationId xmlns:p14="http://schemas.microsoft.com/office/powerpoint/2010/main" val="31433455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1146175" y="685800"/>
            <a:ext cx="4565650" cy="3429000"/>
          </a:xfrm>
        </p:spPr>
      </p:sp>
      <p:sp>
        <p:nvSpPr>
          <p:cNvPr id="3" name="Espace réservé des notes 2"/>
          <p:cNvSpPr>
            <a:spLocks noGrp="1"/>
          </p:cNvSpPr>
          <p:nvPr>
            <p:ph type="body" idx="1"/>
          </p:nvPr>
        </p:nvSpPr>
        <p:spPr/>
        <p:txBody>
          <a:bodyPr/>
          <a:lstStyle/>
          <a:p>
            <a:r>
              <a:rPr lang="fr-FR" b="1" dirty="0" err="1"/>
              <a:t>lsb_release</a:t>
            </a:r>
            <a:r>
              <a:rPr lang="fr-FR" b="1" dirty="0"/>
              <a:t> –d</a:t>
            </a:r>
            <a:r>
              <a:rPr lang="fr-FR" sz="1800" b="1" i="0" dirty="0">
                <a:solidFill>
                  <a:srgbClr val="414141"/>
                </a:solidFill>
              </a:rPr>
              <a:t> </a:t>
            </a:r>
          </a:p>
          <a:p>
            <a:r>
              <a:rPr lang="fr-FR" dirty="0"/>
              <a:t>Pour savoir quel paquet contient le binaire </a:t>
            </a:r>
            <a:r>
              <a:rPr lang="fr-FR" dirty="0" err="1"/>
              <a:t>lsb_release</a:t>
            </a:r>
            <a:r>
              <a:rPr lang="fr-FR" dirty="0"/>
              <a:t> : </a:t>
            </a:r>
            <a:r>
              <a:rPr lang="fr-FR" b="1" dirty="0" err="1"/>
              <a:t>yum</a:t>
            </a:r>
            <a:r>
              <a:rPr lang="fr-FR" b="1" dirty="0"/>
              <a:t> </a:t>
            </a:r>
            <a:r>
              <a:rPr lang="fr-FR" b="1" dirty="0" err="1"/>
              <a:t>provides</a:t>
            </a:r>
            <a:r>
              <a:rPr lang="fr-FR" b="1" dirty="0"/>
              <a:t> /*</a:t>
            </a:r>
            <a:r>
              <a:rPr lang="fr-FR" b="1" dirty="0" err="1"/>
              <a:t>lsb_release</a:t>
            </a:r>
            <a:endParaRPr lang="fr-FR" dirty="0"/>
          </a:p>
          <a:p>
            <a:r>
              <a:rPr lang="fr-FR" dirty="0"/>
              <a:t>Et le résultat est : redhat-lsb-core-4.1-27.el7.centos.1.x86_64 : LSB </a:t>
            </a:r>
            <a:r>
              <a:rPr lang="fr-FR" dirty="0" err="1"/>
              <a:t>Core</a:t>
            </a:r>
            <a:r>
              <a:rPr lang="fr-FR" dirty="0"/>
              <a:t> module support</a:t>
            </a:r>
          </a:p>
          <a:p>
            <a:r>
              <a:rPr lang="fr-FR" dirty="0"/>
              <a:t>Naturellement pour installer LSB : </a:t>
            </a:r>
            <a:r>
              <a:rPr lang="fr-FR" b="1" dirty="0" err="1"/>
              <a:t>yum</a:t>
            </a:r>
            <a:r>
              <a:rPr lang="fr-FR" b="1" dirty="0"/>
              <a:t> </a:t>
            </a:r>
            <a:r>
              <a:rPr lang="fr-FR" b="1" dirty="0" err="1"/>
              <a:t>install</a:t>
            </a:r>
            <a:r>
              <a:rPr lang="fr-FR" b="1" dirty="0"/>
              <a:t> </a:t>
            </a:r>
            <a:r>
              <a:rPr lang="fr-FR" b="1" dirty="0" err="1"/>
              <a:t>redhat-lsb-core</a:t>
            </a:r>
            <a:endParaRPr lang="fr-FR" b="1" dirty="0"/>
          </a:p>
        </p:txBody>
      </p:sp>
    </p:spTree>
    <p:extLst>
      <p:ext uri="{BB962C8B-B14F-4D97-AF65-F5344CB8AC3E}">
        <p14:creationId xmlns:p14="http://schemas.microsoft.com/office/powerpoint/2010/main" val="13754266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1146175" y="685800"/>
            <a:ext cx="4565650" cy="3429000"/>
          </a:xfrm>
        </p:spPr>
      </p:sp>
      <p:sp>
        <p:nvSpPr>
          <p:cNvPr id="3" name="Espace réservé des notes 2"/>
          <p:cNvSpPr>
            <a:spLocks noGrp="1"/>
          </p:cNvSpPr>
          <p:nvPr>
            <p:ph type="body" idx="1"/>
          </p:nvPr>
        </p:nvSpPr>
        <p:spPr/>
        <p:txBody>
          <a:bodyPr/>
          <a:lstStyle/>
          <a:p>
            <a:r>
              <a:rPr lang="fr-FR" b="1" i="0" dirty="0">
                <a:solidFill>
                  <a:srgbClr val="4D5156"/>
                </a:solidFill>
                <a:effectLst/>
                <a:latin typeface="arial" panose="020B0604020202020204" pitchFamily="34" charset="0"/>
              </a:rPr>
              <a:t>Filesystem </a:t>
            </a:r>
            <a:r>
              <a:rPr lang="fr-FR" b="1" i="0" dirty="0" err="1">
                <a:solidFill>
                  <a:srgbClr val="4D5156"/>
                </a:solidFill>
                <a:effectLst/>
                <a:latin typeface="arial" panose="020B0604020202020204" pitchFamily="34" charset="0"/>
              </a:rPr>
              <a:t>Hierarchy</a:t>
            </a:r>
            <a:r>
              <a:rPr lang="fr-FR" b="1" i="0" dirty="0">
                <a:solidFill>
                  <a:srgbClr val="4D5156"/>
                </a:solidFill>
                <a:effectLst/>
                <a:latin typeface="arial" panose="020B0604020202020204" pitchFamily="34" charset="0"/>
              </a:rPr>
              <a:t> Standard </a:t>
            </a:r>
            <a:r>
              <a:rPr lang="fr-FR" b="0" i="0" dirty="0">
                <a:solidFill>
                  <a:srgbClr val="4D5156"/>
                </a:solidFill>
                <a:effectLst/>
                <a:latin typeface="arial" panose="020B0604020202020204" pitchFamily="34" charset="0"/>
              </a:rPr>
              <a:t>définit l'arborescence et le contenu des principaux répertoires des systèmes de fichiers des systèmes d'exploitation GNU/Linux et de la plupart des systèmes Unix. </a:t>
            </a:r>
            <a:endParaRPr lang="fr-FR" dirty="0"/>
          </a:p>
        </p:txBody>
      </p:sp>
    </p:spTree>
    <p:extLst>
      <p:ext uri="{BB962C8B-B14F-4D97-AF65-F5344CB8AC3E}">
        <p14:creationId xmlns:p14="http://schemas.microsoft.com/office/powerpoint/2010/main" val="25699689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1146175" y="685800"/>
            <a:ext cx="4565650" cy="3429000"/>
          </a:xfrm>
        </p:spPr>
      </p:sp>
      <p:sp>
        <p:nvSpPr>
          <p:cNvPr id="3" name="Espace réservé des notes 2"/>
          <p:cNvSpPr>
            <a:spLocks noGrp="1"/>
          </p:cNvSpPr>
          <p:nvPr>
            <p:ph type="body" idx="1"/>
          </p:nvPr>
        </p:nvSpPr>
        <p:spPr/>
        <p:txBody>
          <a:bodyPr/>
          <a:lstStyle/>
          <a:p>
            <a:r>
              <a:rPr lang="fr-FR" b="1" dirty="0"/>
              <a:t>/root/   </a:t>
            </a:r>
            <a:r>
              <a:rPr lang="fr-FR" dirty="0">
                <a:effectLst/>
              </a:rPr>
              <a:t>Répertoire de l'</a:t>
            </a:r>
            <a:r>
              <a:rPr lang="fr-FR" u="none" strike="noStrike" dirty="0">
                <a:solidFill>
                  <a:srgbClr val="0645AD"/>
                </a:solidFill>
                <a:effectLst/>
                <a:hlinkClick r:id="rId3"/>
              </a:rPr>
              <a:t>Utilisateur root</a:t>
            </a:r>
            <a:endParaRPr lang="fr-FR" u="none" strike="noStrike" dirty="0">
              <a:solidFill>
                <a:srgbClr val="0645AD"/>
              </a:solidFill>
              <a:effectLst/>
            </a:endParaRPr>
          </a:p>
          <a:p>
            <a:r>
              <a:rPr lang="fr-FR" b="1" dirty="0"/>
              <a:t>/</a:t>
            </a:r>
            <a:r>
              <a:rPr lang="fr-FR" b="1" dirty="0" err="1"/>
              <a:t>sbin</a:t>
            </a:r>
            <a:r>
              <a:rPr lang="fr-FR" b="1" dirty="0"/>
              <a:t>/   </a:t>
            </a:r>
            <a:r>
              <a:rPr lang="fr-FR" dirty="0">
                <a:effectLst/>
              </a:rPr>
              <a:t>Exécutables pour les administrateurs </a:t>
            </a:r>
          </a:p>
          <a:p>
            <a:r>
              <a:rPr lang="fr-FR" b="1" dirty="0"/>
              <a:t>/var/ </a:t>
            </a:r>
            <a:r>
              <a:rPr lang="fr-FR" dirty="0">
                <a:effectLst/>
              </a:rPr>
              <a:t>Ne contient que des répertoires ou liens symboliques vers d'autres répertoires, ces derniers étant destinés à contenir des fichiers </a:t>
            </a:r>
            <a:r>
              <a:rPr lang="fr-FR" b="1" i="1" dirty="0">
                <a:effectLst/>
              </a:rPr>
              <a:t>var</a:t>
            </a:r>
            <a:r>
              <a:rPr lang="fr-FR" i="1" dirty="0">
                <a:effectLst/>
              </a:rPr>
              <a:t>iables</a:t>
            </a:r>
            <a:r>
              <a:rPr lang="fr-FR" dirty="0">
                <a:effectLst/>
              </a:rPr>
              <a:t> divers </a:t>
            </a:r>
          </a:p>
          <a:p>
            <a:r>
              <a:rPr lang="fr-FR" b="1" dirty="0"/>
              <a:t>/</a:t>
            </a:r>
            <a:r>
              <a:rPr lang="fr-FR" b="1" dirty="0" err="1"/>
              <a:t>srv</a:t>
            </a:r>
            <a:r>
              <a:rPr lang="fr-FR" b="1" dirty="0"/>
              <a:t>/ </a:t>
            </a:r>
            <a:r>
              <a:rPr lang="fr-FR" dirty="0">
                <a:effectLst/>
              </a:rPr>
              <a:t>Données pour les </a:t>
            </a:r>
            <a:r>
              <a:rPr lang="fr-FR" b="1" i="1" dirty="0">
                <a:effectLst/>
              </a:rPr>
              <a:t>s</a:t>
            </a:r>
            <a:r>
              <a:rPr lang="fr-FR" i="1" dirty="0">
                <a:effectLst/>
              </a:rPr>
              <a:t>e</a:t>
            </a:r>
            <a:r>
              <a:rPr lang="fr-FR" b="1" i="1" dirty="0">
                <a:effectLst/>
              </a:rPr>
              <a:t>rv</a:t>
            </a:r>
            <a:r>
              <a:rPr lang="fr-FR" i="1" dirty="0">
                <a:effectLst/>
              </a:rPr>
              <a:t>ices</a:t>
            </a:r>
            <a:r>
              <a:rPr lang="fr-FR" dirty="0">
                <a:effectLst/>
              </a:rPr>
              <a:t> hébergés sur le système. Habituellement le contenu web statique ou les fichiers d'un serveur FTP, une base de données…</a:t>
            </a:r>
            <a:endParaRPr lang="fr-FR" dirty="0"/>
          </a:p>
        </p:txBody>
      </p:sp>
    </p:spTree>
    <p:extLst>
      <p:ext uri="{BB962C8B-B14F-4D97-AF65-F5344CB8AC3E}">
        <p14:creationId xmlns:p14="http://schemas.microsoft.com/office/powerpoint/2010/main" val="17481681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0" name="Shape 810"/>
          <p:cNvSpPr>
            <a:spLocks noGrp="1" noRot="1" noChangeAspect="1"/>
          </p:cNvSpPr>
          <p:nvPr>
            <p:ph type="sldImg"/>
          </p:nvPr>
        </p:nvSpPr>
        <p:spPr>
          <a:xfrm>
            <a:off x="1146175" y="685800"/>
            <a:ext cx="4565650" cy="3429000"/>
          </a:xfrm>
          <a:prstGeom prst="rect">
            <a:avLst/>
          </a:prstGeom>
        </p:spPr>
        <p:txBody>
          <a:bodyPr/>
          <a:lstStyle/>
          <a:p>
            <a:endParaRPr/>
          </a:p>
        </p:txBody>
      </p:sp>
      <p:sp>
        <p:nvSpPr>
          <p:cNvPr id="811" name="Shape 811"/>
          <p:cNvSpPr>
            <a:spLocks noGrp="1"/>
          </p:cNvSpPr>
          <p:nvPr>
            <p:ph type="body" sz="quarter" idx="1"/>
          </p:nvPr>
        </p:nvSpPr>
        <p:spPr>
          <a:prstGeom prst="rect">
            <a:avLst/>
          </a:prstGeom>
        </p:spPr>
        <p:txBody>
          <a:bodyPr/>
          <a:lstStyle/>
          <a:p>
            <a:pPr algn="just">
              <a:defRPr sz="2400" b="1"/>
            </a:pPr>
            <a:r>
              <a:rPr dirty="0"/>
              <a:t>Un </a:t>
            </a:r>
            <a:r>
              <a:rPr dirty="0" err="1"/>
              <a:t>fichier</a:t>
            </a:r>
            <a:r>
              <a:rPr dirty="0"/>
              <a:t> </a:t>
            </a:r>
            <a:r>
              <a:rPr dirty="0" err="1"/>
              <a:t>est</a:t>
            </a:r>
            <a:r>
              <a:rPr dirty="0"/>
              <a:t> </a:t>
            </a:r>
            <a:r>
              <a:rPr dirty="0" err="1"/>
              <a:t>identifié</a:t>
            </a:r>
            <a:r>
              <a:rPr dirty="0"/>
              <a:t> par </a:t>
            </a:r>
            <a:r>
              <a:rPr dirty="0">
                <a:solidFill>
                  <a:schemeClr val="accent1"/>
                </a:solidFill>
              </a:rPr>
              <a:t>son nom </a:t>
            </a:r>
            <a:r>
              <a:rPr dirty="0"/>
              <a:t>et </a:t>
            </a:r>
            <a:r>
              <a:rPr dirty="0" err="1">
                <a:solidFill>
                  <a:schemeClr val="accent1"/>
                </a:solidFill>
              </a:rPr>
              <a:t>sa</a:t>
            </a:r>
            <a:r>
              <a:rPr dirty="0">
                <a:solidFill>
                  <a:schemeClr val="accent1"/>
                </a:solidFill>
              </a:rPr>
              <a:t> position </a:t>
            </a:r>
            <a:r>
              <a:rPr dirty="0"/>
              <a:t>dans </a:t>
            </a:r>
            <a:r>
              <a:rPr dirty="0" err="1"/>
              <a:t>l’arborescence</a:t>
            </a:r>
            <a:r>
              <a:rPr dirty="0"/>
              <a:t>. Celle-ci </a:t>
            </a:r>
            <a:r>
              <a:rPr dirty="0" err="1"/>
              <a:t>peut</a:t>
            </a:r>
            <a:r>
              <a:rPr dirty="0"/>
              <a:t> </a:t>
            </a:r>
            <a:r>
              <a:rPr dirty="0" err="1"/>
              <a:t>être</a:t>
            </a:r>
            <a:r>
              <a:rPr dirty="0"/>
              <a:t> </a:t>
            </a:r>
            <a:r>
              <a:rPr dirty="0" err="1"/>
              <a:t>décrite</a:t>
            </a:r>
            <a:r>
              <a:rPr dirty="0"/>
              <a:t> </a:t>
            </a:r>
            <a:r>
              <a:rPr dirty="0" err="1"/>
              <a:t>en</a:t>
            </a:r>
            <a:r>
              <a:rPr dirty="0"/>
              <a:t> </a:t>
            </a:r>
            <a:r>
              <a:rPr dirty="0" err="1"/>
              <a:t>termes</a:t>
            </a:r>
            <a:r>
              <a:rPr dirty="0"/>
              <a:t> de :</a:t>
            </a:r>
          </a:p>
          <a:p>
            <a:pPr algn="just">
              <a:defRPr sz="2400" b="1"/>
            </a:pPr>
            <a:endParaRPr dirty="0"/>
          </a:p>
          <a:p>
            <a:pPr algn="just">
              <a:defRPr sz="2400" b="1">
                <a:solidFill>
                  <a:schemeClr val="accent1"/>
                </a:solidFill>
              </a:defRPr>
            </a:pPr>
            <a:r>
              <a:rPr dirty="0"/>
              <a:t>Chemin </a:t>
            </a:r>
            <a:r>
              <a:rPr dirty="0" err="1"/>
              <a:t>d’accès</a:t>
            </a:r>
            <a:r>
              <a:rPr dirty="0"/>
              <a:t> </a:t>
            </a:r>
            <a:r>
              <a:rPr dirty="0" err="1"/>
              <a:t>absolu</a:t>
            </a:r>
            <a:r>
              <a:rPr dirty="0"/>
              <a:t> : </a:t>
            </a:r>
            <a:r>
              <a:rPr dirty="0">
                <a:solidFill>
                  <a:srgbClr val="000000"/>
                </a:solidFill>
              </a:rPr>
              <a:t>il </a:t>
            </a:r>
            <a:r>
              <a:rPr dirty="0" err="1">
                <a:solidFill>
                  <a:srgbClr val="000000"/>
                </a:solidFill>
              </a:rPr>
              <a:t>permet</a:t>
            </a:r>
            <a:r>
              <a:rPr dirty="0">
                <a:solidFill>
                  <a:srgbClr val="000000"/>
                </a:solidFill>
              </a:rPr>
              <a:t> de </a:t>
            </a:r>
            <a:r>
              <a:rPr dirty="0" err="1">
                <a:solidFill>
                  <a:srgbClr val="000000"/>
                </a:solidFill>
              </a:rPr>
              <a:t>repérer</a:t>
            </a:r>
            <a:r>
              <a:rPr dirty="0">
                <a:solidFill>
                  <a:srgbClr val="000000"/>
                </a:solidFill>
              </a:rPr>
              <a:t> </a:t>
            </a:r>
            <a:r>
              <a:rPr dirty="0" err="1">
                <a:solidFill>
                  <a:srgbClr val="000000"/>
                </a:solidFill>
              </a:rPr>
              <a:t>n’importe</a:t>
            </a:r>
            <a:r>
              <a:rPr dirty="0">
                <a:solidFill>
                  <a:srgbClr val="000000"/>
                </a:solidFill>
              </a:rPr>
              <a:t> </a:t>
            </a:r>
            <a:r>
              <a:rPr dirty="0" err="1">
                <a:solidFill>
                  <a:srgbClr val="000000"/>
                </a:solidFill>
              </a:rPr>
              <a:t>quel</a:t>
            </a:r>
            <a:r>
              <a:rPr dirty="0">
                <a:solidFill>
                  <a:srgbClr val="000000"/>
                </a:solidFill>
              </a:rPr>
              <a:t> </a:t>
            </a:r>
            <a:r>
              <a:rPr dirty="0" err="1">
                <a:solidFill>
                  <a:srgbClr val="000000"/>
                </a:solidFill>
              </a:rPr>
              <a:t>élément</a:t>
            </a:r>
            <a:r>
              <a:rPr dirty="0">
                <a:solidFill>
                  <a:srgbClr val="000000"/>
                </a:solidFill>
              </a:rPr>
              <a:t> </a:t>
            </a:r>
            <a:r>
              <a:rPr dirty="0" err="1">
                <a:solidFill>
                  <a:srgbClr val="000000"/>
                </a:solidFill>
              </a:rPr>
              <a:t>appartenant</a:t>
            </a:r>
            <a:r>
              <a:rPr dirty="0">
                <a:solidFill>
                  <a:srgbClr val="000000"/>
                </a:solidFill>
              </a:rPr>
              <a:t> au </a:t>
            </a:r>
            <a:r>
              <a:rPr dirty="0" err="1">
                <a:solidFill>
                  <a:srgbClr val="000000"/>
                </a:solidFill>
              </a:rPr>
              <a:t>système</a:t>
            </a:r>
            <a:r>
              <a:rPr dirty="0">
                <a:solidFill>
                  <a:srgbClr val="000000"/>
                </a:solidFill>
              </a:rPr>
              <a:t> de </a:t>
            </a:r>
            <a:r>
              <a:rPr dirty="0" err="1">
                <a:solidFill>
                  <a:srgbClr val="000000"/>
                </a:solidFill>
              </a:rPr>
              <a:t>fichiers</a:t>
            </a:r>
            <a:r>
              <a:rPr dirty="0">
                <a:solidFill>
                  <a:srgbClr val="000000"/>
                </a:solidFill>
              </a:rPr>
              <a:t>. </a:t>
            </a:r>
          </a:p>
          <a:p>
            <a:pPr algn="just">
              <a:defRPr sz="2400" b="1"/>
            </a:pPr>
            <a:endParaRPr dirty="0">
              <a:solidFill>
                <a:srgbClr val="000000"/>
              </a:solidFill>
            </a:endParaRPr>
          </a:p>
          <a:p>
            <a:pPr algn="just">
              <a:defRPr sz="2400" b="1"/>
            </a:pPr>
            <a:r>
              <a:rPr dirty="0"/>
              <a:t>Il commence par le </a:t>
            </a:r>
            <a:r>
              <a:rPr dirty="0" err="1"/>
              <a:t>caractère</a:t>
            </a:r>
            <a:r>
              <a:rPr dirty="0"/>
              <a:t> / qui </a:t>
            </a:r>
            <a:r>
              <a:rPr dirty="0" err="1"/>
              <a:t>représente</a:t>
            </a:r>
            <a:r>
              <a:rPr dirty="0"/>
              <a:t> le </a:t>
            </a:r>
            <a:r>
              <a:rPr dirty="0" err="1"/>
              <a:t>répertoire</a:t>
            </a:r>
            <a:r>
              <a:rPr dirty="0"/>
              <a:t> </a:t>
            </a:r>
            <a:r>
              <a:rPr dirty="0" err="1"/>
              <a:t>racine</a:t>
            </a:r>
            <a:r>
              <a:rPr dirty="0"/>
              <a:t>, </a:t>
            </a:r>
            <a:r>
              <a:rPr dirty="0" err="1"/>
              <a:t>est</a:t>
            </a:r>
            <a:r>
              <a:rPr dirty="0"/>
              <a:t> </a:t>
            </a:r>
            <a:r>
              <a:rPr dirty="0" err="1"/>
              <a:t>composé</a:t>
            </a:r>
            <a:r>
              <a:rPr dirty="0"/>
              <a:t> </a:t>
            </a:r>
            <a:r>
              <a:rPr dirty="0" err="1"/>
              <a:t>d’une</a:t>
            </a:r>
            <a:r>
              <a:rPr dirty="0"/>
              <a:t> suite de </a:t>
            </a:r>
            <a:r>
              <a:rPr dirty="0" err="1"/>
              <a:t>répertoires</a:t>
            </a:r>
            <a:r>
              <a:rPr dirty="0"/>
              <a:t> </a:t>
            </a:r>
            <a:r>
              <a:rPr dirty="0" err="1"/>
              <a:t>séparés</a:t>
            </a:r>
            <a:r>
              <a:rPr dirty="0"/>
              <a:t> par / et se </a:t>
            </a:r>
            <a:r>
              <a:rPr dirty="0" err="1"/>
              <a:t>termine</a:t>
            </a:r>
            <a:r>
              <a:rPr dirty="0"/>
              <a:t> par le nom du </a:t>
            </a:r>
            <a:r>
              <a:rPr dirty="0" err="1"/>
              <a:t>fichier</a:t>
            </a:r>
            <a:r>
              <a:rPr dirty="0"/>
              <a:t> que </a:t>
            </a:r>
            <a:r>
              <a:rPr dirty="0" err="1"/>
              <a:t>l’on</a:t>
            </a:r>
            <a:r>
              <a:rPr dirty="0"/>
              <a:t> </a:t>
            </a:r>
            <a:r>
              <a:rPr dirty="0" err="1"/>
              <a:t>veut</a:t>
            </a:r>
            <a:r>
              <a:rPr dirty="0"/>
              <a:t> </a:t>
            </a:r>
            <a:r>
              <a:rPr dirty="0" err="1"/>
              <a:t>atteindre</a:t>
            </a:r>
            <a:r>
              <a:rPr dirty="0"/>
              <a:t>.</a:t>
            </a:r>
          </a:p>
          <a:p>
            <a:pPr algn="just">
              <a:defRPr sz="2400" b="1"/>
            </a:pPr>
            <a:r>
              <a:rPr dirty="0"/>
              <a:t>Le chemin </a:t>
            </a:r>
            <a:r>
              <a:rPr dirty="0" err="1"/>
              <a:t>absolu</a:t>
            </a:r>
            <a:r>
              <a:rPr dirty="0"/>
              <a:t> d’un </a:t>
            </a:r>
            <a:r>
              <a:rPr dirty="0" err="1"/>
              <a:t>fichier</a:t>
            </a:r>
            <a:r>
              <a:rPr dirty="0"/>
              <a:t> </a:t>
            </a:r>
            <a:r>
              <a:rPr dirty="0" err="1"/>
              <a:t>est</a:t>
            </a:r>
            <a:r>
              <a:rPr dirty="0"/>
              <a:t> </a:t>
            </a:r>
            <a:r>
              <a:rPr dirty="0" err="1"/>
              <a:t>toujours</a:t>
            </a:r>
            <a:r>
              <a:rPr dirty="0"/>
              <a:t> le mm et ne </a:t>
            </a:r>
            <a:r>
              <a:rPr dirty="0" err="1"/>
              <a:t>dépend</a:t>
            </a:r>
            <a:r>
              <a:rPr dirty="0"/>
              <a:t> pas de ta position dans </a:t>
            </a:r>
            <a:r>
              <a:rPr dirty="0" err="1"/>
              <a:t>l’arborescence</a:t>
            </a:r>
            <a:r>
              <a:rPr dirty="0"/>
              <a:t>.</a:t>
            </a:r>
          </a:p>
          <a:p>
            <a:pPr algn="just">
              <a:defRPr sz="2400" b="1"/>
            </a:pPr>
            <a:endParaRPr dirty="0"/>
          </a:p>
          <a:p>
            <a:pPr algn="just">
              <a:defRPr sz="2400" b="1">
                <a:solidFill>
                  <a:schemeClr val="accent1"/>
                </a:solidFill>
              </a:defRPr>
            </a:pPr>
            <a:r>
              <a:rPr dirty="0"/>
              <a:t>Chemin </a:t>
            </a:r>
            <a:r>
              <a:rPr dirty="0" err="1"/>
              <a:t>d’accès</a:t>
            </a:r>
            <a:r>
              <a:rPr dirty="0"/>
              <a:t> </a:t>
            </a:r>
            <a:r>
              <a:rPr dirty="0" err="1"/>
              <a:t>relatif</a:t>
            </a:r>
            <a:r>
              <a:rPr dirty="0"/>
              <a:t> : </a:t>
            </a:r>
            <a:r>
              <a:rPr dirty="0">
                <a:solidFill>
                  <a:srgbClr val="000000"/>
                </a:solidFill>
              </a:rPr>
              <a:t>il </a:t>
            </a:r>
            <a:r>
              <a:rPr dirty="0" err="1">
                <a:solidFill>
                  <a:srgbClr val="000000"/>
                </a:solidFill>
              </a:rPr>
              <a:t>n’est</a:t>
            </a:r>
            <a:r>
              <a:rPr dirty="0">
                <a:solidFill>
                  <a:srgbClr val="000000"/>
                </a:solidFill>
              </a:rPr>
              <a:t> pas indispensable de se </a:t>
            </a:r>
            <a:r>
              <a:rPr dirty="0" err="1">
                <a:solidFill>
                  <a:srgbClr val="000000"/>
                </a:solidFill>
              </a:rPr>
              <a:t>référer</a:t>
            </a:r>
            <a:r>
              <a:rPr dirty="0">
                <a:solidFill>
                  <a:srgbClr val="000000"/>
                </a:solidFill>
              </a:rPr>
              <a:t> au chemin </a:t>
            </a:r>
            <a:r>
              <a:rPr dirty="0" err="1">
                <a:solidFill>
                  <a:srgbClr val="000000"/>
                </a:solidFill>
              </a:rPr>
              <a:t>absolu</a:t>
            </a:r>
            <a:r>
              <a:rPr dirty="0">
                <a:solidFill>
                  <a:srgbClr val="000000"/>
                </a:solidFill>
              </a:rPr>
              <a:t> pour se </a:t>
            </a:r>
            <a:r>
              <a:rPr dirty="0" err="1">
                <a:solidFill>
                  <a:srgbClr val="000000"/>
                </a:solidFill>
              </a:rPr>
              <a:t>déplacer</a:t>
            </a:r>
            <a:r>
              <a:rPr dirty="0">
                <a:solidFill>
                  <a:srgbClr val="000000"/>
                </a:solidFill>
              </a:rPr>
              <a:t> dans </a:t>
            </a:r>
            <a:r>
              <a:rPr dirty="0" err="1">
                <a:solidFill>
                  <a:srgbClr val="000000"/>
                </a:solidFill>
              </a:rPr>
              <a:t>l’arborescence</a:t>
            </a:r>
            <a:r>
              <a:rPr dirty="0">
                <a:solidFill>
                  <a:srgbClr val="000000"/>
                </a:solidFill>
              </a:rPr>
              <a:t> de </a:t>
            </a:r>
            <a:r>
              <a:rPr dirty="0" err="1">
                <a:solidFill>
                  <a:srgbClr val="000000"/>
                </a:solidFill>
              </a:rPr>
              <a:t>fichiers</a:t>
            </a:r>
            <a:r>
              <a:rPr dirty="0">
                <a:solidFill>
                  <a:srgbClr val="000000"/>
                </a:solidFill>
              </a:rPr>
              <a:t>. Ce chemin </a:t>
            </a:r>
            <a:r>
              <a:rPr dirty="0" err="1">
                <a:solidFill>
                  <a:srgbClr val="000000"/>
                </a:solidFill>
              </a:rPr>
              <a:t>dépend</a:t>
            </a:r>
            <a:r>
              <a:rPr dirty="0">
                <a:solidFill>
                  <a:srgbClr val="000000"/>
                </a:solidFill>
              </a:rPr>
              <a:t> de ta position dans </a:t>
            </a:r>
            <a:r>
              <a:rPr dirty="0" err="1">
                <a:solidFill>
                  <a:srgbClr val="000000"/>
                </a:solidFill>
              </a:rPr>
              <a:t>l’arborescence</a:t>
            </a:r>
            <a:endParaRPr dirty="0">
              <a:solidFill>
                <a:srgbClr val="000000"/>
              </a:solidFill>
            </a:endParaRPr>
          </a:p>
          <a:p>
            <a:pPr algn="just">
              <a:defRPr sz="2400" b="1"/>
            </a:pPr>
            <a:endParaRPr dirty="0">
              <a:solidFill>
                <a:srgbClr val="000000"/>
              </a:solidFill>
            </a:endParaRPr>
          </a:p>
          <a:p>
            <a:pPr algn="just">
              <a:defRPr sz="2400" b="1"/>
            </a:pPr>
            <a:r>
              <a:rPr dirty="0"/>
              <a:t>Il </a:t>
            </a:r>
            <a:r>
              <a:rPr dirty="0" err="1"/>
              <a:t>est</a:t>
            </a:r>
            <a:r>
              <a:rPr dirty="0"/>
              <a:t> possible de se </a:t>
            </a:r>
            <a:r>
              <a:rPr dirty="0" err="1"/>
              <a:t>positionner</a:t>
            </a:r>
            <a:r>
              <a:rPr dirty="0"/>
              <a:t> sur </a:t>
            </a:r>
            <a:r>
              <a:rPr dirty="0" err="1"/>
              <a:t>n’importe</a:t>
            </a:r>
            <a:r>
              <a:rPr dirty="0"/>
              <a:t> </a:t>
            </a:r>
            <a:r>
              <a:rPr dirty="0" err="1"/>
              <a:t>quel</a:t>
            </a:r>
            <a:r>
              <a:rPr dirty="0"/>
              <a:t> </a:t>
            </a:r>
            <a:r>
              <a:rPr dirty="0" err="1"/>
              <a:t>répertoire</a:t>
            </a:r>
            <a:r>
              <a:rPr dirty="0"/>
              <a:t> de </a:t>
            </a:r>
            <a:r>
              <a:rPr dirty="0" err="1"/>
              <a:t>l’arborescence</a:t>
            </a:r>
            <a:r>
              <a:rPr dirty="0"/>
              <a:t> et de </a:t>
            </a:r>
            <a:r>
              <a:rPr dirty="0" err="1"/>
              <a:t>désigner</a:t>
            </a:r>
            <a:r>
              <a:rPr dirty="0"/>
              <a:t> un </a:t>
            </a:r>
            <a:r>
              <a:rPr dirty="0" err="1"/>
              <a:t>fichier</a:t>
            </a:r>
            <a:r>
              <a:rPr dirty="0"/>
              <a:t> </a:t>
            </a:r>
            <a:r>
              <a:rPr dirty="0" err="1"/>
              <a:t>en</a:t>
            </a:r>
            <a:r>
              <a:rPr dirty="0"/>
              <a:t> ne </a:t>
            </a:r>
            <a:r>
              <a:rPr dirty="0" err="1"/>
              <a:t>donnant</a:t>
            </a:r>
            <a:r>
              <a:rPr dirty="0"/>
              <a:t> que son chemin </a:t>
            </a:r>
            <a:r>
              <a:rPr dirty="0" err="1"/>
              <a:t>d’accès</a:t>
            </a:r>
            <a:r>
              <a:rPr dirty="0"/>
              <a:t> </a:t>
            </a:r>
            <a:r>
              <a:rPr dirty="0" err="1"/>
              <a:t>relatif</a:t>
            </a:r>
            <a:r>
              <a:rPr dirty="0"/>
              <a:t> à </a:t>
            </a:r>
            <a:r>
              <a:rPr dirty="0" err="1"/>
              <a:t>ce</a:t>
            </a:r>
            <a:r>
              <a:rPr dirty="0"/>
              <a:t> </a:t>
            </a:r>
            <a:r>
              <a:rPr dirty="0" err="1"/>
              <a:t>répertoire</a:t>
            </a:r>
            <a:r>
              <a:rPr dirty="0"/>
              <a:t>.</a:t>
            </a:r>
          </a:p>
          <a:p>
            <a:endParaRPr dirty="0"/>
          </a:p>
        </p:txBody>
      </p:sp>
    </p:spTree>
    <p:extLst>
      <p:ext uri="{BB962C8B-B14F-4D97-AF65-F5344CB8AC3E}">
        <p14:creationId xmlns:p14="http://schemas.microsoft.com/office/powerpoint/2010/main" val="326694845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1146175" y="685800"/>
            <a:ext cx="4565650" cy="3429000"/>
          </a:xfrm>
        </p:spPr>
      </p:sp>
      <p:sp>
        <p:nvSpPr>
          <p:cNvPr id="3" name="Espace réservé des notes 2"/>
          <p:cNvSpPr>
            <a:spLocks noGrp="1"/>
          </p:cNvSpPr>
          <p:nvPr>
            <p:ph type="body" idx="1"/>
          </p:nvPr>
        </p:nvSpPr>
        <p:spPr/>
        <p:txBody>
          <a:bodyPr/>
          <a:lstStyle/>
          <a:p>
            <a:r>
              <a:rPr lang="fr-FR" dirty="0"/>
              <a:t>Usage de </a:t>
            </a:r>
            <a:r>
              <a:rPr lang="fr-FR" b="1" dirty="0"/>
              <a:t>tr </a:t>
            </a:r>
            <a:r>
              <a:rPr lang="fr-FR" b="1" dirty="0">
                <a:sym typeface="Wingdings" panose="05000000000000000000" pitchFamily="2" charset="2"/>
              </a:rPr>
              <a:t></a:t>
            </a:r>
            <a:r>
              <a:rPr lang="fr-FR" dirty="0"/>
              <a:t> </a:t>
            </a:r>
            <a:r>
              <a:rPr lang="fr-FR" b="1" dirty="0"/>
              <a:t>cat fich | tr ‘’car1’’  ‘’car2’’  </a:t>
            </a:r>
            <a:r>
              <a:rPr lang="fr-FR" b="0" dirty="0"/>
              <a:t>ou</a:t>
            </a:r>
            <a:r>
              <a:rPr lang="fr-FR" b="1" dirty="0"/>
              <a:t> </a:t>
            </a:r>
            <a:r>
              <a:rPr lang="fr-FR" b="1" u="sng" dirty="0"/>
              <a:t>cat fich | tr ‘’[a-z]’’  ‘’[A-Z]’’ </a:t>
            </a:r>
          </a:p>
        </p:txBody>
      </p:sp>
    </p:spTree>
    <p:extLst>
      <p:ext uri="{BB962C8B-B14F-4D97-AF65-F5344CB8AC3E}">
        <p14:creationId xmlns:p14="http://schemas.microsoft.com/office/powerpoint/2010/main" val="32433805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8" name="Shape 828"/>
          <p:cNvSpPr>
            <a:spLocks noGrp="1" noRot="1" noChangeAspect="1"/>
          </p:cNvSpPr>
          <p:nvPr>
            <p:ph type="sldImg"/>
          </p:nvPr>
        </p:nvSpPr>
        <p:spPr>
          <a:xfrm>
            <a:off x="1146175" y="685800"/>
            <a:ext cx="4565650" cy="3429000"/>
          </a:xfrm>
          <a:prstGeom prst="rect">
            <a:avLst/>
          </a:prstGeom>
        </p:spPr>
        <p:txBody>
          <a:bodyPr/>
          <a:lstStyle/>
          <a:p>
            <a:endParaRPr/>
          </a:p>
        </p:txBody>
      </p:sp>
      <p:sp>
        <p:nvSpPr>
          <p:cNvPr id="829" name="Shape 829"/>
          <p:cNvSpPr>
            <a:spLocks noGrp="1"/>
          </p:cNvSpPr>
          <p:nvPr>
            <p:ph type="body" sz="quarter" idx="1"/>
          </p:nvPr>
        </p:nvSpPr>
        <p:spPr>
          <a:prstGeom prst="rect">
            <a:avLst/>
          </a:prstGeom>
        </p:spPr>
        <p:txBody>
          <a:bodyPr/>
          <a:lstStyle/>
          <a:p>
            <a:r>
              <a:t>File 1 : </a:t>
            </a:r>
          </a:p>
          <a:p>
            <a:r>
              <a:t>1 a </a:t>
            </a:r>
          </a:p>
          <a:p>
            <a:r>
              <a:t>2 b </a:t>
            </a:r>
          </a:p>
          <a:p>
            <a:r>
              <a:t>3 c </a:t>
            </a:r>
          </a:p>
          <a:p>
            <a:r>
              <a:t>File 2 :</a:t>
            </a:r>
          </a:p>
          <a:p>
            <a:r>
              <a:t>1 d e </a:t>
            </a:r>
          </a:p>
          <a:p>
            <a:r>
              <a:t>2 f g </a:t>
            </a:r>
          </a:p>
          <a:p>
            <a:r>
              <a:t>3 h i </a:t>
            </a:r>
          </a:p>
          <a:p>
            <a:r>
              <a:t>Join file1 file2 </a:t>
            </a:r>
          </a:p>
          <a:p>
            <a:r>
              <a:t>1 a d e </a:t>
            </a:r>
          </a:p>
          <a:p>
            <a:r>
              <a:t>2 b f g </a:t>
            </a:r>
          </a:p>
          <a:p>
            <a:r>
              <a:t>3 c h i </a:t>
            </a:r>
          </a:p>
          <a:p>
            <a:endParaRPr/>
          </a:p>
          <a:p>
            <a:r>
              <a:t>File 3</a:t>
            </a:r>
          </a:p>
          <a:p>
            <a:r>
              <a:t>R 1 </a:t>
            </a:r>
          </a:p>
          <a:p>
            <a:r>
              <a:t>F 2 </a:t>
            </a:r>
          </a:p>
          <a:p>
            <a:r>
              <a:t>S 3 </a:t>
            </a:r>
          </a:p>
          <a:p>
            <a:r>
              <a:t>Join -12 -21 file3 file2</a:t>
            </a:r>
          </a:p>
          <a:p>
            <a:r>
              <a:t>1 R  d e</a:t>
            </a:r>
          </a:p>
          <a:p>
            <a:r>
              <a:t>2 F  f g </a:t>
            </a:r>
          </a:p>
          <a:p>
            <a:r>
              <a:t>3 S  h i</a:t>
            </a:r>
          </a:p>
        </p:txBody>
      </p:sp>
    </p:spTree>
    <p:extLst>
      <p:ext uri="{BB962C8B-B14F-4D97-AF65-F5344CB8AC3E}">
        <p14:creationId xmlns:p14="http://schemas.microsoft.com/office/powerpoint/2010/main" val="482471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4" name="Shape 834"/>
          <p:cNvSpPr>
            <a:spLocks noGrp="1" noRot="1" noChangeAspect="1"/>
          </p:cNvSpPr>
          <p:nvPr>
            <p:ph type="sldImg"/>
          </p:nvPr>
        </p:nvSpPr>
        <p:spPr>
          <a:xfrm>
            <a:off x="1146175" y="685800"/>
            <a:ext cx="4565650" cy="3429000"/>
          </a:xfrm>
          <a:prstGeom prst="rect">
            <a:avLst/>
          </a:prstGeom>
        </p:spPr>
        <p:txBody>
          <a:bodyPr/>
          <a:lstStyle/>
          <a:p>
            <a:endParaRPr/>
          </a:p>
        </p:txBody>
      </p:sp>
      <p:sp>
        <p:nvSpPr>
          <p:cNvPr id="835" name="Shape 835"/>
          <p:cNvSpPr>
            <a:spLocks noGrp="1"/>
          </p:cNvSpPr>
          <p:nvPr>
            <p:ph type="body" sz="quarter" idx="1"/>
          </p:nvPr>
        </p:nvSpPr>
        <p:spPr>
          <a:prstGeom prst="rect">
            <a:avLst/>
          </a:prstGeom>
        </p:spPr>
        <p:txBody>
          <a:bodyPr/>
          <a:lstStyle/>
          <a:p>
            <a:r>
              <a:t>File 1 : </a:t>
            </a:r>
          </a:p>
          <a:p>
            <a:r>
              <a:t>1 a </a:t>
            </a:r>
          </a:p>
          <a:p>
            <a:r>
              <a:t>2 b </a:t>
            </a:r>
          </a:p>
          <a:p>
            <a:r>
              <a:t>3 c </a:t>
            </a:r>
          </a:p>
          <a:p>
            <a:r>
              <a:t>File 2 :</a:t>
            </a:r>
          </a:p>
          <a:p>
            <a:r>
              <a:t>1 d e </a:t>
            </a:r>
          </a:p>
          <a:p>
            <a:r>
              <a:t>2 f g </a:t>
            </a:r>
          </a:p>
          <a:p>
            <a:r>
              <a:t>3 h i </a:t>
            </a:r>
          </a:p>
          <a:p>
            <a:r>
              <a:t>Join file1 file2 </a:t>
            </a:r>
          </a:p>
          <a:p>
            <a:r>
              <a:t>1 a d e </a:t>
            </a:r>
          </a:p>
          <a:p>
            <a:r>
              <a:t>2 b f g </a:t>
            </a:r>
          </a:p>
          <a:p>
            <a:r>
              <a:t>3 c h i </a:t>
            </a:r>
          </a:p>
          <a:p>
            <a:endParaRPr/>
          </a:p>
          <a:p>
            <a:r>
              <a:t>File 3</a:t>
            </a:r>
          </a:p>
          <a:p>
            <a:r>
              <a:t>R 1 </a:t>
            </a:r>
          </a:p>
          <a:p>
            <a:r>
              <a:t>F 2 </a:t>
            </a:r>
          </a:p>
          <a:p>
            <a:r>
              <a:t>S 3 </a:t>
            </a:r>
          </a:p>
          <a:p>
            <a:r>
              <a:t>Join -12 -21 file3 file2</a:t>
            </a:r>
          </a:p>
          <a:p>
            <a:r>
              <a:t>1 R  d e</a:t>
            </a:r>
          </a:p>
          <a:p>
            <a:r>
              <a:t>2 F  f g </a:t>
            </a:r>
          </a:p>
          <a:p>
            <a:r>
              <a:t>3 S  h i</a:t>
            </a:r>
          </a:p>
        </p:txBody>
      </p:sp>
    </p:spTree>
    <p:extLst>
      <p:ext uri="{BB962C8B-B14F-4D97-AF65-F5344CB8AC3E}">
        <p14:creationId xmlns:p14="http://schemas.microsoft.com/office/powerpoint/2010/main" val="138733672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0" name="Shape 840"/>
          <p:cNvSpPr>
            <a:spLocks noGrp="1" noRot="1" noChangeAspect="1"/>
          </p:cNvSpPr>
          <p:nvPr>
            <p:ph type="sldImg"/>
          </p:nvPr>
        </p:nvSpPr>
        <p:spPr>
          <a:xfrm>
            <a:off x="1146175" y="685800"/>
            <a:ext cx="4565650" cy="3429000"/>
          </a:xfrm>
          <a:prstGeom prst="rect">
            <a:avLst/>
          </a:prstGeom>
        </p:spPr>
        <p:txBody>
          <a:bodyPr/>
          <a:lstStyle/>
          <a:p>
            <a:endParaRPr/>
          </a:p>
        </p:txBody>
      </p:sp>
      <p:sp>
        <p:nvSpPr>
          <p:cNvPr id="841" name="Shape 841"/>
          <p:cNvSpPr>
            <a:spLocks noGrp="1"/>
          </p:cNvSpPr>
          <p:nvPr>
            <p:ph type="body" sz="quarter" idx="1"/>
          </p:nvPr>
        </p:nvSpPr>
        <p:spPr>
          <a:prstGeom prst="rect">
            <a:avLst/>
          </a:prstGeom>
        </p:spPr>
        <p:txBody>
          <a:bodyPr/>
          <a:lstStyle/>
          <a:p>
            <a:r>
              <a:t>File 1 : </a:t>
            </a:r>
          </a:p>
          <a:p>
            <a:r>
              <a:t>1 a </a:t>
            </a:r>
          </a:p>
          <a:p>
            <a:r>
              <a:t>2 b </a:t>
            </a:r>
          </a:p>
          <a:p>
            <a:r>
              <a:t>3 c </a:t>
            </a:r>
          </a:p>
          <a:p>
            <a:r>
              <a:t>File 2 :</a:t>
            </a:r>
          </a:p>
          <a:p>
            <a:r>
              <a:t>1 d e </a:t>
            </a:r>
          </a:p>
          <a:p>
            <a:r>
              <a:t>2 f g </a:t>
            </a:r>
          </a:p>
          <a:p>
            <a:r>
              <a:t>3 h i </a:t>
            </a:r>
          </a:p>
          <a:p>
            <a:r>
              <a:t>Join file1 file2 </a:t>
            </a:r>
          </a:p>
          <a:p>
            <a:r>
              <a:t>1 a d e </a:t>
            </a:r>
          </a:p>
          <a:p>
            <a:r>
              <a:t>2 b f g </a:t>
            </a:r>
          </a:p>
          <a:p>
            <a:r>
              <a:t>3 c h i </a:t>
            </a:r>
          </a:p>
          <a:p>
            <a:endParaRPr/>
          </a:p>
          <a:p>
            <a:r>
              <a:t>File 3</a:t>
            </a:r>
          </a:p>
          <a:p>
            <a:r>
              <a:t>R 1 </a:t>
            </a:r>
          </a:p>
          <a:p>
            <a:r>
              <a:t>F 2 </a:t>
            </a:r>
          </a:p>
          <a:p>
            <a:r>
              <a:t>S 3 </a:t>
            </a:r>
          </a:p>
          <a:p>
            <a:r>
              <a:t>Join -12 -21 file3 file2</a:t>
            </a:r>
          </a:p>
          <a:p>
            <a:r>
              <a:t>1 R  d e</a:t>
            </a:r>
          </a:p>
          <a:p>
            <a:r>
              <a:t>2 F  f g </a:t>
            </a:r>
          </a:p>
          <a:p>
            <a:r>
              <a:t>3 S  h i</a:t>
            </a:r>
          </a:p>
        </p:txBody>
      </p:sp>
    </p:spTree>
    <p:extLst>
      <p:ext uri="{BB962C8B-B14F-4D97-AF65-F5344CB8AC3E}">
        <p14:creationId xmlns:p14="http://schemas.microsoft.com/office/powerpoint/2010/main" val="328386974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1146175" y="685800"/>
            <a:ext cx="4565650" cy="3429000"/>
          </a:xfrm>
        </p:spPr>
      </p:sp>
      <p:sp>
        <p:nvSpPr>
          <p:cNvPr id="3" name="Espace réservé des commentaires 2"/>
          <p:cNvSpPr>
            <a:spLocks noGrp="1"/>
          </p:cNvSpPr>
          <p:nvPr>
            <p:ph type="body" idx="1"/>
          </p:nvPr>
        </p:nvSpPr>
        <p:spPr/>
        <p:txBody>
          <a:bodyPr/>
          <a:lstStyle/>
          <a:p>
            <a:r>
              <a:rPr lang="fr-FR" dirty="0"/>
              <a:t>La commande saisie est introuvable</a:t>
            </a:r>
            <a:r>
              <a:rPr lang="fr-FR" baseline="0" dirty="0"/>
              <a:t> car le </a:t>
            </a:r>
            <a:r>
              <a:rPr lang="fr-FR" baseline="0" dirty="0" err="1"/>
              <a:t>shell</a:t>
            </a:r>
            <a:r>
              <a:rPr lang="fr-FR" baseline="0" dirty="0"/>
              <a:t> </a:t>
            </a:r>
          </a:p>
          <a:p>
            <a:r>
              <a:rPr lang="fr-FR" baseline="0" dirty="0"/>
              <a:t>Une commande est associée à un programme qui est stocké dans un répertoire. Chaque répertoire possède un chemin</a:t>
            </a:r>
          </a:p>
          <a:p>
            <a:r>
              <a:rPr lang="fr-FR" dirty="0"/>
              <a:t>Pour pouvoir exécuter la commande, le </a:t>
            </a:r>
            <a:r>
              <a:rPr lang="fr-FR" dirty="0" err="1"/>
              <a:t>shell</a:t>
            </a:r>
            <a:r>
              <a:rPr lang="fr-FR" baseline="0" dirty="0"/>
              <a:t> doit trouver le chemin du fichier associé et par conséquent celui du répertoire associé</a:t>
            </a:r>
          </a:p>
          <a:p>
            <a:endParaRPr lang="fr-FR" baseline="0" dirty="0"/>
          </a:p>
          <a:p>
            <a:r>
              <a:rPr lang="fr-FR" baseline="0" dirty="0"/>
              <a:t>Tous les chemins de ces répertoires sont stockés dans une variable, nommée variable PATH qui est une  variable d’environnement</a:t>
            </a:r>
          </a:p>
          <a:p>
            <a:r>
              <a:rPr lang="fr-FR" baseline="0" dirty="0"/>
              <a:t>……………………………; </a:t>
            </a:r>
            <a:endParaRPr lang="fr-FR" dirty="0"/>
          </a:p>
          <a:p>
            <a:endParaRPr lang="fr-FR" dirty="0"/>
          </a:p>
        </p:txBody>
      </p:sp>
    </p:spTree>
    <p:extLst>
      <p:ext uri="{BB962C8B-B14F-4D97-AF65-F5344CB8AC3E}">
        <p14:creationId xmlns:p14="http://schemas.microsoft.com/office/powerpoint/2010/main" val="365322598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1146175" y="685800"/>
            <a:ext cx="4565650" cy="3429000"/>
          </a:xfrm>
        </p:spPr>
      </p:sp>
      <p:sp>
        <p:nvSpPr>
          <p:cNvPr id="3" name="Espace réservé des notes 2"/>
          <p:cNvSpPr>
            <a:spLocks noGrp="1"/>
          </p:cNvSpPr>
          <p:nvPr>
            <p:ph type="body" idx="1"/>
          </p:nvPr>
        </p:nvSpPr>
        <p:spPr/>
        <p:txBody>
          <a:bodyPr/>
          <a:lstStyle/>
          <a:p>
            <a:r>
              <a:rPr lang="fr-FR" b="1" dirty="0" err="1"/>
              <a:t>Printenv</a:t>
            </a:r>
            <a:r>
              <a:rPr lang="fr-FR" b="1" dirty="0"/>
              <a:t> (ou </a:t>
            </a:r>
            <a:r>
              <a:rPr lang="fr-FR" b="1" dirty="0" err="1"/>
              <a:t>env</a:t>
            </a:r>
            <a:r>
              <a:rPr lang="fr-FR" b="1" dirty="0"/>
              <a:t>) </a:t>
            </a:r>
            <a:r>
              <a:rPr lang="fr-FR" b="0" i="0" dirty="0">
                <a:solidFill>
                  <a:srgbClr val="444444"/>
                </a:solidFill>
                <a:effectLst/>
                <a:latin typeface="-apple-system"/>
              </a:rPr>
              <a:t>. Si vous l’invoquez sans autre paramètre, cette dernière affiche toutes les variables actuellement déclarées.</a:t>
            </a:r>
            <a:endParaRPr lang="fr-FR" dirty="0"/>
          </a:p>
        </p:txBody>
      </p:sp>
    </p:spTree>
    <p:extLst>
      <p:ext uri="{BB962C8B-B14F-4D97-AF65-F5344CB8AC3E}">
        <p14:creationId xmlns:p14="http://schemas.microsoft.com/office/powerpoint/2010/main" val="7222326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x">
  <p:cSld name="Titre et sous-titre">
    <p:spTree>
      <p:nvGrpSpPr>
        <p:cNvPr id="1" name=""/>
        <p:cNvGrpSpPr/>
        <p:nvPr/>
      </p:nvGrpSpPr>
      <p:grpSpPr>
        <a:xfrm>
          <a:off x="0" y="0"/>
          <a:ext cx="0" cy="0"/>
          <a:chOff x="0" y="0"/>
          <a:chExt cx="0" cy="0"/>
        </a:xfrm>
      </p:grpSpPr>
      <p:sp>
        <p:nvSpPr>
          <p:cNvPr id="13" name="Ligne"/>
          <p:cNvSpPr/>
          <p:nvPr/>
        </p:nvSpPr>
        <p:spPr>
          <a:xfrm>
            <a:off x="563935" y="7322952"/>
            <a:ext cx="13320682" cy="0"/>
          </a:xfrm>
          <a:prstGeom prst="line">
            <a:avLst/>
          </a:prstGeom>
          <a:ln w="12700">
            <a:solidFill>
              <a:srgbClr val="444444">
                <a:alpha val="30000"/>
              </a:srgbClr>
            </a:solidFill>
            <a:miter lim="400000"/>
          </a:ln>
        </p:spPr>
        <p:txBody>
          <a:bodyPr lIns="50578" tIns="50578" rIns="50578" bIns="50578"/>
          <a:lstStyle/>
          <a:p>
            <a:endParaRPr sz="2835"/>
          </a:p>
        </p:txBody>
      </p:sp>
      <p:sp>
        <p:nvSpPr>
          <p:cNvPr id="14" name="Ligne"/>
          <p:cNvSpPr/>
          <p:nvPr/>
        </p:nvSpPr>
        <p:spPr>
          <a:xfrm>
            <a:off x="563934" y="4543334"/>
            <a:ext cx="13321313" cy="0"/>
          </a:xfrm>
          <a:prstGeom prst="line">
            <a:avLst/>
          </a:prstGeom>
          <a:ln w="12700">
            <a:solidFill>
              <a:srgbClr val="444444">
                <a:alpha val="30000"/>
              </a:srgbClr>
            </a:solidFill>
            <a:miter lim="400000"/>
          </a:ln>
        </p:spPr>
        <p:txBody>
          <a:bodyPr lIns="50578" tIns="50578" rIns="50578" bIns="50578"/>
          <a:lstStyle/>
          <a:p>
            <a:endParaRPr sz="2835"/>
          </a:p>
        </p:txBody>
      </p:sp>
      <p:sp>
        <p:nvSpPr>
          <p:cNvPr id="15" name="Texte niveau 1…"/>
          <p:cNvSpPr txBox="1">
            <a:spLocks noGrp="1"/>
          </p:cNvSpPr>
          <p:nvPr>
            <p:ph type="body" sz="quarter" idx="1"/>
          </p:nvPr>
        </p:nvSpPr>
        <p:spPr>
          <a:xfrm>
            <a:off x="563934" y="3894286"/>
            <a:ext cx="7993773" cy="564390"/>
          </a:xfrm>
          <a:prstGeom prst="rect">
            <a:avLst/>
          </a:prstGeom>
        </p:spPr>
        <p:txBody>
          <a:bodyPr/>
          <a:lstStyle>
            <a:lvl1pPr marL="0" indent="0">
              <a:lnSpc>
                <a:spcPct val="110000"/>
              </a:lnSpc>
              <a:spcBef>
                <a:spcPts val="0"/>
              </a:spcBef>
              <a:buClrTx/>
              <a:buSzTx/>
              <a:buFontTx/>
              <a:buNone/>
              <a:defRPr sz="2655" i="1"/>
            </a:lvl1pPr>
            <a:lvl2pPr marL="866417" indent="-346566">
              <a:lnSpc>
                <a:spcPct val="110000"/>
              </a:lnSpc>
              <a:spcBef>
                <a:spcPts val="0"/>
              </a:spcBef>
              <a:buClrTx/>
              <a:buFontTx/>
              <a:defRPr sz="2655" i="1"/>
            </a:lvl2pPr>
            <a:lvl3pPr marL="1386268" indent="-346566">
              <a:lnSpc>
                <a:spcPct val="110000"/>
              </a:lnSpc>
              <a:spcBef>
                <a:spcPts val="0"/>
              </a:spcBef>
              <a:buClrTx/>
              <a:buFontTx/>
              <a:defRPr sz="2655" i="1"/>
            </a:lvl3pPr>
            <a:lvl4pPr marL="1906118" indent="-346566">
              <a:lnSpc>
                <a:spcPct val="110000"/>
              </a:lnSpc>
              <a:spcBef>
                <a:spcPts val="0"/>
              </a:spcBef>
              <a:buClrTx/>
              <a:buFontTx/>
              <a:defRPr sz="2655" i="1"/>
            </a:lvl4pPr>
            <a:lvl5pPr marL="2425969" indent="-346566">
              <a:lnSpc>
                <a:spcPct val="110000"/>
              </a:lnSpc>
              <a:spcBef>
                <a:spcPts val="0"/>
              </a:spcBef>
              <a:buClrTx/>
              <a:buFontTx/>
              <a:defRPr sz="2655" i="1"/>
            </a:lvl5pPr>
          </a:lstStyle>
          <a:p>
            <a:r>
              <a:t>Texte niveau 1</a:t>
            </a:r>
          </a:p>
          <a:p>
            <a:pPr lvl="1"/>
            <a:r>
              <a:t>Texte niveau 2</a:t>
            </a:r>
          </a:p>
          <a:p>
            <a:pPr lvl="2"/>
            <a:r>
              <a:t>Texte niveau 3</a:t>
            </a:r>
          </a:p>
          <a:p>
            <a:pPr lvl="3"/>
            <a:r>
              <a:t>Texte niveau 4</a:t>
            </a:r>
          </a:p>
          <a:p>
            <a:pPr lvl="4"/>
            <a:r>
              <a:t>Texte niveau 5</a:t>
            </a:r>
          </a:p>
        </p:txBody>
      </p:sp>
      <p:sp>
        <p:nvSpPr>
          <p:cNvPr id="16" name="Texte du titre"/>
          <p:cNvSpPr txBox="1">
            <a:spLocks noGrp="1"/>
          </p:cNvSpPr>
          <p:nvPr>
            <p:ph type="title"/>
          </p:nvPr>
        </p:nvSpPr>
        <p:spPr>
          <a:xfrm>
            <a:off x="563934" y="4599773"/>
            <a:ext cx="7993773" cy="2680849"/>
          </a:xfrm>
          <a:prstGeom prst="rect">
            <a:avLst/>
          </a:prstGeom>
        </p:spPr>
        <p:txBody>
          <a:bodyPr/>
          <a:lstStyle>
            <a:lvl1pPr algn="l"/>
          </a:lstStyle>
          <a:p>
            <a:r>
              <a:t>Texte du titre</a:t>
            </a:r>
          </a:p>
        </p:txBody>
      </p:sp>
      <p:sp>
        <p:nvSpPr>
          <p:cNvPr id="17" name="Texte niveau 1…"/>
          <p:cNvSpPr txBox="1">
            <a:spLocks noGrp="1"/>
          </p:cNvSpPr>
          <p:nvPr>
            <p:ph type="body" sz="quarter" idx="21"/>
          </p:nvPr>
        </p:nvSpPr>
        <p:spPr>
          <a:xfrm>
            <a:off x="9192135" y="4599773"/>
            <a:ext cx="4708853" cy="2680849"/>
          </a:xfrm>
          <a:prstGeom prst="rect">
            <a:avLst/>
          </a:prstGeom>
        </p:spPr>
        <p:txBody>
          <a:bodyPr/>
          <a:lstStyle>
            <a:lvl1pPr marL="0" indent="0">
              <a:spcBef>
                <a:spcPts val="0"/>
              </a:spcBef>
              <a:buClrTx/>
              <a:buSzTx/>
              <a:buFontTx/>
              <a:buNone/>
              <a:defRPr sz="2400"/>
            </a:lvl1pPr>
          </a:lstStyle>
          <a:p>
            <a:pPr marL="0" indent="0">
              <a:spcBef>
                <a:spcPts val="0"/>
              </a:spcBef>
              <a:buClrTx/>
              <a:buSzTx/>
              <a:buFontTx/>
              <a:buNone/>
              <a:defRPr sz="2400"/>
            </a:pPr>
            <a:endParaRPr/>
          </a:p>
        </p:txBody>
      </p:sp>
      <p:sp>
        <p:nvSpPr>
          <p:cNvPr id="18" name="Numéro de diapositive"/>
          <p:cNvSpPr txBox="1">
            <a:spLocks noGrp="1"/>
          </p:cNvSpPr>
          <p:nvPr>
            <p:ph type="sldNum" sz="quarter" idx="2"/>
          </p:nvPr>
        </p:nvSpPr>
        <p:spPr>
          <a:prstGeom prst="rect">
            <a:avLst/>
          </a:prstGeom>
        </p:spPr>
        <p:txBody>
          <a:bodyPr/>
          <a:lstStyle/>
          <a:p>
            <a:fld id="{86CB4B4D-7CA3-9044-876B-883B54F8677D}" type="slidenum">
              <a:t>‹N°›</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x">
  <p:cSld name="Photo - Horizontale">
    <p:spTree>
      <p:nvGrpSpPr>
        <p:cNvPr id="1" name=""/>
        <p:cNvGrpSpPr/>
        <p:nvPr/>
      </p:nvGrpSpPr>
      <p:grpSpPr>
        <a:xfrm>
          <a:off x="0" y="0"/>
          <a:ext cx="0" cy="0"/>
          <a:chOff x="0" y="0"/>
          <a:chExt cx="0" cy="0"/>
        </a:xfrm>
      </p:grpSpPr>
      <p:sp>
        <p:nvSpPr>
          <p:cNvPr id="25" name="Ligne"/>
          <p:cNvSpPr/>
          <p:nvPr/>
        </p:nvSpPr>
        <p:spPr>
          <a:xfrm flipV="1">
            <a:off x="8874533" y="7836517"/>
            <a:ext cx="2" cy="1825111"/>
          </a:xfrm>
          <a:prstGeom prst="line">
            <a:avLst/>
          </a:prstGeom>
          <a:ln w="12700">
            <a:solidFill>
              <a:srgbClr val="444444">
                <a:alpha val="30000"/>
              </a:srgbClr>
            </a:solidFill>
            <a:miter lim="400000"/>
          </a:ln>
        </p:spPr>
        <p:txBody>
          <a:bodyPr lIns="50578" tIns="50578" rIns="50578" bIns="50578"/>
          <a:lstStyle/>
          <a:p>
            <a:endParaRPr sz="2835"/>
          </a:p>
        </p:txBody>
      </p:sp>
      <p:sp>
        <p:nvSpPr>
          <p:cNvPr id="26" name="Ligne"/>
          <p:cNvSpPr/>
          <p:nvPr/>
        </p:nvSpPr>
        <p:spPr>
          <a:xfrm>
            <a:off x="563935" y="10144899"/>
            <a:ext cx="13320682" cy="0"/>
          </a:xfrm>
          <a:prstGeom prst="line">
            <a:avLst/>
          </a:prstGeom>
          <a:ln w="12700">
            <a:solidFill>
              <a:srgbClr val="444444">
                <a:alpha val="30000"/>
              </a:srgbClr>
            </a:solidFill>
            <a:miter lim="400000"/>
          </a:ln>
        </p:spPr>
        <p:txBody>
          <a:bodyPr lIns="50578" tIns="50578" rIns="50578" bIns="50578"/>
          <a:lstStyle/>
          <a:p>
            <a:endParaRPr sz="2835"/>
          </a:p>
        </p:txBody>
      </p:sp>
      <p:sp>
        <p:nvSpPr>
          <p:cNvPr id="27" name="Ligne"/>
          <p:cNvSpPr/>
          <p:nvPr/>
        </p:nvSpPr>
        <p:spPr>
          <a:xfrm>
            <a:off x="563934" y="7365281"/>
            <a:ext cx="13321313" cy="0"/>
          </a:xfrm>
          <a:prstGeom prst="line">
            <a:avLst/>
          </a:prstGeom>
          <a:ln w="12700">
            <a:solidFill>
              <a:srgbClr val="444444">
                <a:alpha val="30000"/>
              </a:srgbClr>
            </a:solidFill>
            <a:miter lim="400000"/>
          </a:ln>
        </p:spPr>
        <p:txBody>
          <a:bodyPr lIns="50578" tIns="50578" rIns="50578" bIns="50578"/>
          <a:lstStyle/>
          <a:p>
            <a:endParaRPr sz="2835"/>
          </a:p>
        </p:txBody>
      </p:sp>
      <p:sp>
        <p:nvSpPr>
          <p:cNvPr id="28" name="Ligne"/>
          <p:cNvSpPr/>
          <p:nvPr/>
        </p:nvSpPr>
        <p:spPr>
          <a:xfrm flipV="1">
            <a:off x="8874533" y="7836517"/>
            <a:ext cx="2" cy="1825111"/>
          </a:xfrm>
          <a:prstGeom prst="line">
            <a:avLst/>
          </a:prstGeom>
          <a:ln w="12700">
            <a:solidFill>
              <a:srgbClr val="444444">
                <a:alpha val="30000"/>
              </a:srgbClr>
            </a:solidFill>
            <a:miter lim="400000"/>
          </a:ln>
        </p:spPr>
        <p:txBody>
          <a:bodyPr lIns="50578" tIns="50578" rIns="50578" bIns="50578"/>
          <a:lstStyle/>
          <a:p>
            <a:endParaRPr sz="2835"/>
          </a:p>
        </p:txBody>
      </p:sp>
      <p:sp>
        <p:nvSpPr>
          <p:cNvPr id="29" name="Texte niveau 1…"/>
          <p:cNvSpPr txBox="1">
            <a:spLocks noGrp="1"/>
          </p:cNvSpPr>
          <p:nvPr>
            <p:ph type="body" sz="quarter" idx="1"/>
          </p:nvPr>
        </p:nvSpPr>
        <p:spPr>
          <a:xfrm>
            <a:off x="563934" y="6772672"/>
            <a:ext cx="7993773" cy="564390"/>
          </a:xfrm>
          <a:prstGeom prst="rect">
            <a:avLst/>
          </a:prstGeom>
        </p:spPr>
        <p:txBody>
          <a:bodyPr/>
          <a:lstStyle>
            <a:lvl1pPr marL="0" indent="0">
              <a:lnSpc>
                <a:spcPct val="110000"/>
              </a:lnSpc>
              <a:spcBef>
                <a:spcPts val="0"/>
              </a:spcBef>
              <a:buClrTx/>
              <a:buSzTx/>
              <a:buFontTx/>
              <a:buNone/>
              <a:defRPr sz="2655" i="1"/>
            </a:lvl1pPr>
            <a:lvl2pPr marL="866417" indent="-346566">
              <a:lnSpc>
                <a:spcPct val="110000"/>
              </a:lnSpc>
              <a:spcBef>
                <a:spcPts val="0"/>
              </a:spcBef>
              <a:buClrTx/>
              <a:buFontTx/>
              <a:defRPr sz="2655" i="1"/>
            </a:lvl2pPr>
            <a:lvl3pPr marL="1386268" indent="-346566">
              <a:lnSpc>
                <a:spcPct val="110000"/>
              </a:lnSpc>
              <a:spcBef>
                <a:spcPts val="0"/>
              </a:spcBef>
              <a:buClrTx/>
              <a:buFontTx/>
              <a:defRPr sz="2655" i="1"/>
            </a:lvl3pPr>
            <a:lvl4pPr marL="1906118" indent="-346566">
              <a:lnSpc>
                <a:spcPct val="110000"/>
              </a:lnSpc>
              <a:spcBef>
                <a:spcPts val="0"/>
              </a:spcBef>
              <a:buClrTx/>
              <a:buFontTx/>
              <a:defRPr sz="2655" i="1"/>
            </a:lvl4pPr>
            <a:lvl5pPr marL="2425969" indent="-346566">
              <a:lnSpc>
                <a:spcPct val="110000"/>
              </a:lnSpc>
              <a:spcBef>
                <a:spcPts val="0"/>
              </a:spcBef>
              <a:buClrTx/>
              <a:buFontTx/>
              <a:defRPr sz="2655" i="1"/>
            </a:lvl5pPr>
          </a:lstStyle>
          <a:p>
            <a:r>
              <a:t>Texte niveau 1</a:t>
            </a:r>
          </a:p>
          <a:p>
            <a:pPr lvl="1"/>
            <a:r>
              <a:t>Texte niveau 2</a:t>
            </a:r>
          </a:p>
          <a:p>
            <a:pPr lvl="2"/>
            <a:r>
              <a:t>Texte niveau 3</a:t>
            </a:r>
          </a:p>
          <a:p>
            <a:pPr lvl="3"/>
            <a:r>
              <a:t>Texte niveau 4</a:t>
            </a:r>
          </a:p>
          <a:p>
            <a:pPr lvl="4"/>
            <a:r>
              <a:t>Texte niveau 5</a:t>
            </a:r>
          </a:p>
        </p:txBody>
      </p:sp>
      <p:sp>
        <p:nvSpPr>
          <p:cNvPr id="30" name="Image"/>
          <p:cNvSpPr>
            <a:spLocks noGrp="1"/>
          </p:cNvSpPr>
          <p:nvPr>
            <p:ph type="pic" idx="21"/>
          </p:nvPr>
        </p:nvSpPr>
        <p:spPr>
          <a:xfrm>
            <a:off x="648525" y="620828"/>
            <a:ext cx="13125577" cy="7873232"/>
          </a:xfrm>
          <a:prstGeom prst="rect">
            <a:avLst/>
          </a:prstGeom>
        </p:spPr>
        <p:txBody>
          <a:bodyPr lIns="91439" tIns="45719" rIns="91439" bIns="45719" anchor="t">
            <a:noAutofit/>
          </a:bodyPr>
          <a:lstStyle/>
          <a:p>
            <a:endParaRPr/>
          </a:p>
        </p:txBody>
      </p:sp>
      <p:sp>
        <p:nvSpPr>
          <p:cNvPr id="31" name="Texte du titre"/>
          <p:cNvSpPr txBox="1">
            <a:spLocks noGrp="1"/>
          </p:cNvSpPr>
          <p:nvPr>
            <p:ph type="title"/>
          </p:nvPr>
        </p:nvSpPr>
        <p:spPr>
          <a:xfrm>
            <a:off x="563934" y="7421720"/>
            <a:ext cx="7993773" cy="2680849"/>
          </a:xfrm>
          <a:prstGeom prst="rect">
            <a:avLst/>
          </a:prstGeom>
        </p:spPr>
        <p:txBody>
          <a:bodyPr/>
          <a:lstStyle>
            <a:lvl1pPr algn="l"/>
          </a:lstStyle>
          <a:p>
            <a:r>
              <a:t>Texte du titre</a:t>
            </a:r>
          </a:p>
        </p:txBody>
      </p:sp>
      <p:sp>
        <p:nvSpPr>
          <p:cNvPr id="32" name="Texte niveau 1…"/>
          <p:cNvSpPr txBox="1">
            <a:spLocks noGrp="1"/>
          </p:cNvSpPr>
          <p:nvPr>
            <p:ph type="body" sz="quarter" idx="22"/>
          </p:nvPr>
        </p:nvSpPr>
        <p:spPr>
          <a:xfrm>
            <a:off x="9192135" y="7421720"/>
            <a:ext cx="4708853" cy="2680849"/>
          </a:xfrm>
          <a:prstGeom prst="rect">
            <a:avLst/>
          </a:prstGeom>
        </p:spPr>
        <p:txBody>
          <a:bodyPr/>
          <a:lstStyle>
            <a:lvl1pPr marL="0" indent="0">
              <a:spcBef>
                <a:spcPts val="0"/>
              </a:spcBef>
              <a:buClrTx/>
              <a:buSzTx/>
              <a:buFontTx/>
              <a:buNone/>
              <a:defRPr sz="2400"/>
            </a:lvl1pPr>
          </a:lstStyle>
          <a:p>
            <a:pPr marL="0" indent="0">
              <a:spcBef>
                <a:spcPts val="0"/>
              </a:spcBef>
              <a:buClrTx/>
              <a:buSzTx/>
              <a:buFontTx/>
              <a:buNone/>
              <a:defRPr sz="2400"/>
            </a:pPr>
            <a:endParaRPr/>
          </a:p>
        </p:txBody>
      </p:sp>
      <p:sp>
        <p:nvSpPr>
          <p:cNvPr id="33" name="Numéro de diapositive"/>
          <p:cNvSpPr txBox="1">
            <a:spLocks noGrp="1"/>
          </p:cNvSpPr>
          <p:nvPr>
            <p:ph type="sldNum" sz="quarter" idx="2"/>
          </p:nvPr>
        </p:nvSpPr>
        <p:spPr>
          <a:prstGeom prst="rect">
            <a:avLst/>
          </a:prstGeom>
        </p:spPr>
        <p:txBody>
          <a:bodyPr/>
          <a:lstStyle/>
          <a:p>
            <a:fld id="{86CB4B4D-7CA3-9044-876B-883B54F8677D}" type="slidenum">
              <a:t>‹N°›</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x">
  <p:cSld name="Titre - Centré">
    <p:spTree>
      <p:nvGrpSpPr>
        <p:cNvPr id="1" name=""/>
        <p:cNvGrpSpPr/>
        <p:nvPr/>
      </p:nvGrpSpPr>
      <p:grpSpPr>
        <a:xfrm>
          <a:off x="0" y="0"/>
          <a:ext cx="0" cy="0"/>
          <a:chOff x="0" y="0"/>
          <a:chExt cx="0" cy="0"/>
        </a:xfrm>
      </p:grpSpPr>
      <p:sp>
        <p:nvSpPr>
          <p:cNvPr id="40" name="Texte du titre"/>
          <p:cNvSpPr txBox="1">
            <a:spLocks noGrp="1"/>
          </p:cNvSpPr>
          <p:nvPr>
            <p:ph type="title"/>
          </p:nvPr>
        </p:nvSpPr>
        <p:spPr>
          <a:xfrm>
            <a:off x="563935" y="4077713"/>
            <a:ext cx="13308856" cy="2680849"/>
          </a:xfrm>
          <a:prstGeom prst="rect">
            <a:avLst/>
          </a:prstGeom>
        </p:spPr>
        <p:txBody>
          <a:bodyPr/>
          <a:lstStyle/>
          <a:p>
            <a:r>
              <a:t>Texte du titre</a:t>
            </a:r>
          </a:p>
        </p:txBody>
      </p:sp>
      <p:sp>
        <p:nvSpPr>
          <p:cNvPr id="41" name="Numéro de diapositive"/>
          <p:cNvSpPr txBox="1">
            <a:spLocks noGrp="1"/>
          </p:cNvSpPr>
          <p:nvPr>
            <p:ph type="sldNum" sz="quarter" idx="2"/>
          </p:nvPr>
        </p:nvSpPr>
        <p:spPr>
          <a:prstGeom prst="rect">
            <a:avLst/>
          </a:prstGeom>
        </p:spPr>
        <p:txBody>
          <a:bodyPr/>
          <a:lstStyle/>
          <a:p>
            <a:fld id="{86CB4B4D-7CA3-9044-876B-883B54F8677D}" type="slidenum">
              <a:t>‹N°›</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x">
  <p:cSld name="Photo - Verticale">
    <p:spTree>
      <p:nvGrpSpPr>
        <p:cNvPr id="1" name=""/>
        <p:cNvGrpSpPr/>
        <p:nvPr/>
      </p:nvGrpSpPr>
      <p:grpSpPr>
        <a:xfrm>
          <a:off x="0" y="0"/>
          <a:ext cx="0" cy="0"/>
          <a:chOff x="0" y="0"/>
          <a:chExt cx="0" cy="0"/>
        </a:xfrm>
      </p:grpSpPr>
      <p:sp>
        <p:nvSpPr>
          <p:cNvPr id="48" name="Ligne"/>
          <p:cNvSpPr/>
          <p:nvPr/>
        </p:nvSpPr>
        <p:spPr>
          <a:xfrm>
            <a:off x="563934" y="5418138"/>
            <a:ext cx="6301387" cy="0"/>
          </a:xfrm>
          <a:prstGeom prst="line">
            <a:avLst/>
          </a:prstGeom>
          <a:ln w="12700">
            <a:solidFill>
              <a:srgbClr val="444444">
                <a:alpha val="30000"/>
              </a:srgbClr>
            </a:solidFill>
            <a:miter lim="400000"/>
          </a:ln>
        </p:spPr>
        <p:txBody>
          <a:bodyPr lIns="50578" tIns="50578" rIns="50578" bIns="50578"/>
          <a:lstStyle/>
          <a:p>
            <a:endParaRPr sz="2835"/>
          </a:p>
        </p:txBody>
      </p:sp>
      <p:sp>
        <p:nvSpPr>
          <p:cNvPr id="49" name="Ligne"/>
          <p:cNvSpPr/>
          <p:nvPr/>
        </p:nvSpPr>
        <p:spPr>
          <a:xfrm>
            <a:off x="563935" y="3075922"/>
            <a:ext cx="6301321" cy="0"/>
          </a:xfrm>
          <a:prstGeom prst="line">
            <a:avLst/>
          </a:prstGeom>
          <a:ln w="12700">
            <a:solidFill>
              <a:srgbClr val="444444">
                <a:alpha val="30000"/>
              </a:srgbClr>
            </a:solidFill>
            <a:miter lim="400000"/>
          </a:ln>
        </p:spPr>
        <p:txBody>
          <a:bodyPr lIns="50578" tIns="50578" rIns="50578" bIns="50578"/>
          <a:lstStyle/>
          <a:p>
            <a:endParaRPr sz="2835"/>
          </a:p>
        </p:txBody>
      </p:sp>
      <p:sp>
        <p:nvSpPr>
          <p:cNvPr id="50" name="Texte niveau 1…"/>
          <p:cNvSpPr txBox="1">
            <a:spLocks noGrp="1"/>
          </p:cNvSpPr>
          <p:nvPr>
            <p:ph type="body" sz="quarter" idx="1"/>
          </p:nvPr>
        </p:nvSpPr>
        <p:spPr>
          <a:xfrm>
            <a:off x="563935" y="2412765"/>
            <a:ext cx="6301969" cy="564390"/>
          </a:xfrm>
          <a:prstGeom prst="rect">
            <a:avLst/>
          </a:prstGeom>
        </p:spPr>
        <p:txBody>
          <a:bodyPr anchor="b"/>
          <a:lstStyle>
            <a:lvl1pPr marL="0" indent="0">
              <a:lnSpc>
                <a:spcPct val="110000"/>
              </a:lnSpc>
              <a:spcBef>
                <a:spcPts val="0"/>
              </a:spcBef>
              <a:buClrTx/>
              <a:buSzTx/>
              <a:buFontTx/>
              <a:buNone/>
              <a:defRPr sz="2655" i="1"/>
            </a:lvl1pPr>
            <a:lvl2pPr marL="866417" indent="-346566">
              <a:lnSpc>
                <a:spcPct val="110000"/>
              </a:lnSpc>
              <a:spcBef>
                <a:spcPts val="0"/>
              </a:spcBef>
              <a:buClrTx/>
              <a:buFontTx/>
              <a:defRPr sz="2655" i="1"/>
            </a:lvl2pPr>
            <a:lvl3pPr marL="1386268" indent="-346566">
              <a:lnSpc>
                <a:spcPct val="110000"/>
              </a:lnSpc>
              <a:spcBef>
                <a:spcPts val="0"/>
              </a:spcBef>
              <a:buClrTx/>
              <a:buFontTx/>
              <a:defRPr sz="2655" i="1"/>
            </a:lvl3pPr>
            <a:lvl4pPr marL="1906118" indent="-346566">
              <a:lnSpc>
                <a:spcPct val="110000"/>
              </a:lnSpc>
              <a:spcBef>
                <a:spcPts val="0"/>
              </a:spcBef>
              <a:buClrTx/>
              <a:buFontTx/>
              <a:defRPr sz="2655" i="1"/>
            </a:lvl4pPr>
            <a:lvl5pPr marL="2425969" indent="-346566">
              <a:lnSpc>
                <a:spcPct val="110000"/>
              </a:lnSpc>
              <a:spcBef>
                <a:spcPts val="0"/>
              </a:spcBef>
              <a:buClrTx/>
              <a:buFontTx/>
              <a:defRPr sz="2655" i="1"/>
            </a:lvl5pPr>
          </a:lstStyle>
          <a:p>
            <a:r>
              <a:t>Texte niveau 1</a:t>
            </a:r>
          </a:p>
          <a:p>
            <a:pPr lvl="1"/>
            <a:r>
              <a:t>Texte niveau 2</a:t>
            </a:r>
          </a:p>
          <a:p>
            <a:pPr lvl="2"/>
            <a:r>
              <a:t>Texte niveau 3</a:t>
            </a:r>
          </a:p>
          <a:p>
            <a:pPr lvl="3"/>
            <a:r>
              <a:t>Texte niveau 4</a:t>
            </a:r>
          </a:p>
          <a:p>
            <a:pPr lvl="4"/>
            <a:r>
              <a:t>Texte niveau 5</a:t>
            </a:r>
          </a:p>
        </p:txBody>
      </p:sp>
      <p:sp>
        <p:nvSpPr>
          <p:cNvPr id="51" name="Image"/>
          <p:cNvSpPr>
            <a:spLocks noGrp="1"/>
          </p:cNvSpPr>
          <p:nvPr>
            <p:ph type="pic" sz="half" idx="21"/>
          </p:nvPr>
        </p:nvSpPr>
        <p:spPr>
          <a:xfrm>
            <a:off x="7442935" y="656103"/>
            <a:ext cx="6446266" cy="9453521"/>
          </a:xfrm>
          <a:prstGeom prst="rect">
            <a:avLst/>
          </a:prstGeom>
        </p:spPr>
        <p:txBody>
          <a:bodyPr lIns="91439" tIns="45719" rIns="91439" bIns="45719" anchor="t">
            <a:noAutofit/>
          </a:bodyPr>
          <a:lstStyle/>
          <a:p>
            <a:endParaRPr/>
          </a:p>
        </p:txBody>
      </p:sp>
      <p:sp>
        <p:nvSpPr>
          <p:cNvPr id="52" name="Texte du titre"/>
          <p:cNvSpPr txBox="1">
            <a:spLocks noGrp="1"/>
          </p:cNvSpPr>
          <p:nvPr>
            <p:ph type="title"/>
          </p:nvPr>
        </p:nvSpPr>
        <p:spPr>
          <a:xfrm>
            <a:off x="563935" y="3118252"/>
            <a:ext cx="6301969" cy="2257557"/>
          </a:xfrm>
          <a:prstGeom prst="rect">
            <a:avLst/>
          </a:prstGeom>
        </p:spPr>
        <p:txBody>
          <a:bodyPr/>
          <a:lstStyle>
            <a:lvl1pPr algn="l">
              <a:defRPr sz="4536">
                <a:solidFill>
                  <a:srgbClr val="008F00"/>
                </a:solidFill>
              </a:defRPr>
            </a:lvl1pPr>
          </a:lstStyle>
          <a:p>
            <a:r>
              <a:t>Texte du titre</a:t>
            </a:r>
          </a:p>
        </p:txBody>
      </p:sp>
      <p:sp>
        <p:nvSpPr>
          <p:cNvPr id="53" name="Texte niveau 1…"/>
          <p:cNvSpPr txBox="1">
            <a:spLocks noGrp="1"/>
          </p:cNvSpPr>
          <p:nvPr>
            <p:ph type="body" sz="quarter" idx="22"/>
          </p:nvPr>
        </p:nvSpPr>
        <p:spPr>
          <a:xfrm>
            <a:off x="563935" y="5587454"/>
            <a:ext cx="6301969" cy="4458676"/>
          </a:xfrm>
          <a:prstGeom prst="rect">
            <a:avLst/>
          </a:prstGeom>
        </p:spPr>
        <p:txBody>
          <a:bodyPr anchor="t"/>
          <a:lstStyle>
            <a:lvl1pPr marL="0" indent="0">
              <a:spcBef>
                <a:spcPts val="0"/>
              </a:spcBef>
              <a:buClrTx/>
              <a:buSzTx/>
              <a:buFontTx/>
              <a:buNone/>
              <a:defRPr sz="2400"/>
            </a:lvl1pPr>
          </a:lstStyle>
          <a:p>
            <a:pPr marL="0" indent="0">
              <a:spcBef>
                <a:spcPts val="0"/>
              </a:spcBef>
              <a:buClrTx/>
              <a:buSzTx/>
              <a:buFontTx/>
              <a:buNone/>
              <a:defRPr sz="2400"/>
            </a:pPr>
            <a:endParaRPr/>
          </a:p>
        </p:txBody>
      </p:sp>
      <p:sp>
        <p:nvSpPr>
          <p:cNvPr id="54" name="Numéro de diapositive"/>
          <p:cNvSpPr txBox="1">
            <a:spLocks noGrp="1"/>
          </p:cNvSpPr>
          <p:nvPr>
            <p:ph type="sldNum" sz="quarter" idx="2"/>
          </p:nvPr>
        </p:nvSpPr>
        <p:spPr>
          <a:prstGeom prst="rect">
            <a:avLst/>
          </a:prstGeom>
        </p:spPr>
        <p:txBody>
          <a:bodyPr/>
          <a:lstStyle/>
          <a:p>
            <a:fld id="{86CB4B4D-7CA3-9044-876B-883B54F8677D}" type="slidenum">
              <a:t>‹N°›</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Titre - Haut">
    <p:spTree>
      <p:nvGrpSpPr>
        <p:cNvPr id="1" name=""/>
        <p:cNvGrpSpPr/>
        <p:nvPr/>
      </p:nvGrpSpPr>
      <p:grpSpPr>
        <a:xfrm>
          <a:off x="0" y="0"/>
          <a:ext cx="0" cy="0"/>
          <a:chOff x="0" y="0"/>
          <a:chExt cx="0" cy="0"/>
        </a:xfrm>
      </p:grpSpPr>
      <p:sp>
        <p:nvSpPr>
          <p:cNvPr id="61" name="Texte du titre"/>
          <p:cNvSpPr txBox="1">
            <a:spLocks noGrp="1"/>
          </p:cNvSpPr>
          <p:nvPr>
            <p:ph type="title"/>
          </p:nvPr>
        </p:nvSpPr>
        <p:spPr>
          <a:xfrm>
            <a:off x="563935" y="3640312"/>
            <a:ext cx="13308856" cy="1354534"/>
          </a:xfrm>
          <a:prstGeom prst="rect">
            <a:avLst/>
          </a:prstGeom>
        </p:spPr>
        <p:txBody>
          <a:bodyPr/>
          <a:lstStyle/>
          <a:p>
            <a:r>
              <a:t>Texte du titre</a:t>
            </a:r>
          </a:p>
        </p:txBody>
      </p:sp>
      <p:sp>
        <p:nvSpPr>
          <p:cNvPr id="62" name="Numéro de diapositive"/>
          <p:cNvSpPr txBox="1">
            <a:spLocks noGrp="1"/>
          </p:cNvSpPr>
          <p:nvPr>
            <p:ph type="sldNum" sz="quarter" idx="2"/>
          </p:nvPr>
        </p:nvSpPr>
        <p:spPr>
          <a:prstGeom prst="rect">
            <a:avLst/>
          </a:prstGeom>
        </p:spPr>
        <p:txBody>
          <a:bodyPr/>
          <a:lstStyle/>
          <a:p>
            <a:fld id="{86CB4B4D-7CA3-9044-876B-883B54F8677D}" type="slidenum">
              <a:t>‹N°›</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Titre et puces">
    <p:spTree>
      <p:nvGrpSpPr>
        <p:cNvPr id="1" name=""/>
        <p:cNvGrpSpPr/>
        <p:nvPr/>
      </p:nvGrpSpPr>
      <p:grpSpPr>
        <a:xfrm>
          <a:off x="0" y="0"/>
          <a:ext cx="0" cy="0"/>
          <a:chOff x="0" y="0"/>
          <a:chExt cx="0" cy="0"/>
        </a:xfrm>
      </p:grpSpPr>
      <p:sp>
        <p:nvSpPr>
          <p:cNvPr id="69" name="Texte du titre"/>
          <p:cNvSpPr txBox="1">
            <a:spLocks noGrp="1"/>
          </p:cNvSpPr>
          <p:nvPr>
            <p:ph type="title"/>
          </p:nvPr>
        </p:nvSpPr>
        <p:spPr>
          <a:prstGeom prst="rect">
            <a:avLst/>
          </a:prstGeom>
        </p:spPr>
        <p:txBody>
          <a:bodyPr/>
          <a:lstStyle/>
          <a:p>
            <a:r>
              <a:t>Texte du titre</a:t>
            </a:r>
          </a:p>
        </p:txBody>
      </p:sp>
      <p:sp>
        <p:nvSpPr>
          <p:cNvPr id="70" name="Texte niveau 1…"/>
          <p:cNvSpPr txBox="1">
            <a:spLocks noGrp="1"/>
          </p:cNvSpPr>
          <p:nvPr>
            <p:ph type="body" idx="1"/>
          </p:nvPr>
        </p:nvSpPr>
        <p:spPr>
          <a:prstGeom prst="rect">
            <a:avLst/>
          </a:prstGeom>
        </p:spPr>
        <p:txBody>
          <a:bodyPr/>
          <a:lstStyle/>
          <a:p>
            <a:r>
              <a:t>Texte niveau 1</a:t>
            </a:r>
          </a:p>
          <a:p>
            <a:pPr lvl="1"/>
            <a:r>
              <a:t>Texte niveau 2</a:t>
            </a:r>
          </a:p>
          <a:p>
            <a:pPr lvl="2"/>
            <a:r>
              <a:t>Texte niveau 3</a:t>
            </a:r>
          </a:p>
          <a:p>
            <a:pPr lvl="3"/>
            <a:r>
              <a:t>Texte niveau 4</a:t>
            </a:r>
          </a:p>
          <a:p>
            <a:pPr lvl="4"/>
            <a:r>
              <a:t>Texte niveau 5</a:t>
            </a:r>
          </a:p>
        </p:txBody>
      </p:sp>
      <p:sp>
        <p:nvSpPr>
          <p:cNvPr id="71" name="Numéro de diapositive"/>
          <p:cNvSpPr txBox="1">
            <a:spLocks noGrp="1"/>
          </p:cNvSpPr>
          <p:nvPr>
            <p:ph type="sldNum" sz="quarter" idx="2"/>
          </p:nvPr>
        </p:nvSpPr>
        <p:spPr>
          <a:prstGeom prst="rect">
            <a:avLst/>
          </a:prstGeom>
        </p:spPr>
        <p:txBody>
          <a:bodyPr/>
          <a:lstStyle/>
          <a:p>
            <a:fld id="{86CB4B4D-7CA3-9044-876B-883B54F8677D}" type="slidenum">
              <a:t>‹N°›</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Titre, puces et photo">
    <p:spTree>
      <p:nvGrpSpPr>
        <p:cNvPr id="1" name=""/>
        <p:cNvGrpSpPr/>
        <p:nvPr/>
      </p:nvGrpSpPr>
      <p:grpSpPr>
        <a:xfrm>
          <a:off x="0" y="0"/>
          <a:ext cx="0" cy="0"/>
          <a:chOff x="0" y="0"/>
          <a:chExt cx="0" cy="0"/>
        </a:xfrm>
      </p:grpSpPr>
      <p:sp>
        <p:nvSpPr>
          <p:cNvPr id="78" name="Image"/>
          <p:cNvSpPr>
            <a:spLocks noGrp="1"/>
          </p:cNvSpPr>
          <p:nvPr>
            <p:ph type="pic" sz="half" idx="21"/>
          </p:nvPr>
        </p:nvSpPr>
        <p:spPr>
          <a:xfrm>
            <a:off x="7570822" y="1933034"/>
            <a:ext cx="6189182" cy="9076508"/>
          </a:xfrm>
          <a:prstGeom prst="rect">
            <a:avLst/>
          </a:prstGeom>
        </p:spPr>
        <p:txBody>
          <a:bodyPr lIns="91439" tIns="45719" rIns="91439" bIns="45719" anchor="t">
            <a:noAutofit/>
          </a:bodyPr>
          <a:lstStyle/>
          <a:p>
            <a:endParaRPr/>
          </a:p>
        </p:txBody>
      </p:sp>
      <p:sp>
        <p:nvSpPr>
          <p:cNvPr id="79" name="Texte du titre"/>
          <p:cNvSpPr txBox="1">
            <a:spLocks noGrp="1"/>
          </p:cNvSpPr>
          <p:nvPr>
            <p:ph type="title"/>
          </p:nvPr>
        </p:nvSpPr>
        <p:spPr>
          <a:prstGeom prst="rect">
            <a:avLst/>
          </a:prstGeom>
        </p:spPr>
        <p:txBody>
          <a:bodyPr/>
          <a:lstStyle/>
          <a:p>
            <a:r>
              <a:t>Texte du titre</a:t>
            </a:r>
          </a:p>
        </p:txBody>
      </p:sp>
      <p:sp>
        <p:nvSpPr>
          <p:cNvPr id="80" name="Texte niveau 1…"/>
          <p:cNvSpPr txBox="1">
            <a:spLocks noGrp="1"/>
          </p:cNvSpPr>
          <p:nvPr>
            <p:ph type="body" sz="half" idx="1"/>
          </p:nvPr>
        </p:nvSpPr>
        <p:spPr>
          <a:xfrm>
            <a:off x="563935" y="3033592"/>
            <a:ext cx="6457051" cy="7054866"/>
          </a:xfrm>
          <a:prstGeom prst="rect">
            <a:avLst/>
          </a:prstGeom>
        </p:spPr>
        <p:txBody>
          <a:bodyPr/>
          <a:lstStyle>
            <a:lvl1pPr marL="435550" indent="-435550">
              <a:spcBef>
                <a:spcPts val="1991"/>
              </a:spcBef>
              <a:buSzPct val="65000"/>
              <a:defRPr sz="3318"/>
            </a:lvl1pPr>
            <a:lvl2pPr marL="871101" indent="-435550">
              <a:spcBef>
                <a:spcPts val="1991"/>
              </a:spcBef>
              <a:buSzPct val="65000"/>
              <a:defRPr sz="3318"/>
            </a:lvl2pPr>
            <a:lvl3pPr marL="1306651" indent="-435550">
              <a:spcBef>
                <a:spcPts val="1991"/>
              </a:spcBef>
              <a:buSzPct val="65000"/>
              <a:defRPr sz="3318"/>
            </a:lvl3pPr>
            <a:lvl4pPr marL="1742202" indent="-435550">
              <a:spcBef>
                <a:spcPts val="1991"/>
              </a:spcBef>
              <a:buSzPct val="65000"/>
              <a:defRPr sz="3318"/>
            </a:lvl4pPr>
            <a:lvl5pPr marL="2177752" indent="-435550">
              <a:spcBef>
                <a:spcPts val="1991"/>
              </a:spcBef>
              <a:buSzPct val="65000"/>
              <a:defRPr sz="3318"/>
            </a:lvl5pPr>
          </a:lstStyle>
          <a:p>
            <a:r>
              <a:t>Texte niveau 1</a:t>
            </a:r>
          </a:p>
          <a:p>
            <a:pPr lvl="1"/>
            <a:r>
              <a:t>Texte niveau 2</a:t>
            </a:r>
          </a:p>
          <a:p>
            <a:pPr lvl="2"/>
            <a:r>
              <a:t>Texte niveau 3</a:t>
            </a:r>
          </a:p>
          <a:p>
            <a:pPr lvl="3"/>
            <a:r>
              <a:t>Texte niveau 4</a:t>
            </a:r>
          </a:p>
          <a:p>
            <a:pPr lvl="4"/>
            <a:r>
              <a:t>Texte niveau 5</a:t>
            </a:r>
          </a:p>
        </p:txBody>
      </p:sp>
      <p:sp>
        <p:nvSpPr>
          <p:cNvPr id="81" name="Numéro de diapositive"/>
          <p:cNvSpPr txBox="1">
            <a:spLocks noGrp="1"/>
          </p:cNvSpPr>
          <p:nvPr>
            <p:ph type="sldNum" sz="quarter" idx="2"/>
          </p:nvPr>
        </p:nvSpPr>
        <p:spPr>
          <a:prstGeom prst="rect">
            <a:avLst/>
          </a:prstGeom>
        </p:spPr>
        <p:txBody>
          <a:bodyPr/>
          <a:lstStyle/>
          <a:p>
            <a:fld id="{86CB4B4D-7CA3-9044-876B-883B54F8677D}" type="slidenum">
              <a:t>‹N°›</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tx">
  <p:cSld name="Puces">
    <p:spTree>
      <p:nvGrpSpPr>
        <p:cNvPr id="1" name=""/>
        <p:cNvGrpSpPr/>
        <p:nvPr/>
      </p:nvGrpSpPr>
      <p:grpSpPr>
        <a:xfrm>
          <a:off x="0" y="0"/>
          <a:ext cx="0" cy="0"/>
          <a:chOff x="0" y="0"/>
          <a:chExt cx="0" cy="0"/>
        </a:xfrm>
      </p:grpSpPr>
      <p:sp>
        <p:nvSpPr>
          <p:cNvPr id="88" name="Texte niveau 1…"/>
          <p:cNvSpPr txBox="1">
            <a:spLocks noGrp="1"/>
          </p:cNvSpPr>
          <p:nvPr>
            <p:ph type="body" idx="1"/>
          </p:nvPr>
        </p:nvSpPr>
        <p:spPr>
          <a:xfrm>
            <a:off x="563935" y="1410974"/>
            <a:ext cx="13308856" cy="8014328"/>
          </a:xfrm>
          <a:prstGeom prst="rect">
            <a:avLst/>
          </a:prstGeom>
        </p:spPr>
        <p:txBody>
          <a:bodyPr/>
          <a:lstStyle/>
          <a:p>
            <a:r>
              <a:t>Texte niveau 1</a:t>
            </a:r>
          </a:p>
          <a:p>
            <a:pPr lvl="1"/>
            <a:r>
              <a:t>Texte niveau 2</a:t>
            </a:r>
          </a:p>
          <a:p>
            <a:pPr lvl="2"/>
            <a:r>
              <a:t>Texte niveau 3</a:t>
            </a:r>
          </a:p>
          <a:p>
            <a:pPr lvl="3"/>
            <a:r>
              <a:t>Texte niveau 4</a:t>
            </a:r>
          </a:p>
          <a:p>
            <a:pPr lvl="4"/>
            <a:r>
              <a:t>Texte niveau 5</a:t>
            </a:r>
          </a:p>
        </p:txBody>
      </p:sp>
      <p:sp>
        <p:nvSpPr>
          <p:cNvPr id="89" name="Numéro de diapositive"/>
          <p:cNvSpPr txBox="1">
            <a:spLocks noGrp="1"/>
          </p:cNvSpPr>
          <p:nvPr>
            <p:ph type="sldNum" sz="quarter" idx="2"/>
          </p:nvPr>
        </p:nvSpPr>
        <p:spPr>
          <a:prstGeom prst="rect">
            <a:avLst/>
          </a:prstGeom>
        </p:spPr>
        <p:txBody>
          <a:bodyPr/>
          <a:lstStyle/>
          <a:p>
            <a:fld id="{86CB4B4D-7CA3-9044-876B-883B54F8677D}" type="slidenum">
              <a:t>‹N°›</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tx">
  <p:cSld name="3 photos">
    <p:spTree>
      <p:nvGrpSpPr>
        <p:cNvPr id="1" name=""/>
        <p:cNvGrpSpPr/>
        <p:nvPr/>
      </p:nvGrpSpPr>
      <p:grpSpPr>
        <a:xfrm>
          <a:off x="0" y="0"/>
          <a:ext cx="0" cy="0"/>
          <a:chOff x="0" y="0"/>
          <a:chExt cx="0" cy="0"/>
        </a:xfrm>
      </p:grpSpPr>
      <p:sp>
        <p:nvSpPr>
          <p:cNvPr id="96" name="Image"/>
          <p:cNvSpPr>
            <a:spLocks noGrp="1"/>
          </p:cNvSpPr>
          <p:nvPr>
            <p:ph type="pic" sz="half" idx="21"/>
          </p:nvPr>
        </p:nvSpPr>
        <p:spPr>
          <a:xfrm>
            <a:off x="6950367" y="4896078"/>
            <a:ext cx="7435255" cy="5234711"/>
          </a:xfrm>
          <a:prstGeom prst="rect">
            <a:avLst/>
          </a:prstGeom>
        </p:spPr>
        <p:txBody>
          <a:bodyPr lIns="91439" tIns="45719" rIns="91439" bIns="45719" anchor="t">
            <a:noAutofit/>
          </a:bodyPr>
          <a:lstStyle/>
          <a:p>
            <a:endParaRPr/>
          </a:p>
        </p:txBody>
      </p:sp>
      <p:sp>
        <p:nvSpPr>
          <p:cNvPr id="97" name="Image"/>
          <p:cNvSpPr>
            <a:spLocks noGrp="1"/>
          </p:cNvSpPr>
          <p:nvPr>
            <p:ph type="pic" sz="quarter" idx="22"/>
          </p:nvPr>
        </p:nvSpPr>
        <p:spPr>
          <a:xfrm>
            <a:off x="7415740" y="705487"/>
            <a:ext cx="6471151" cy="3908396"/>
          </a:xfrm>
          <a:prstGeom prst="rect">
            <a:avLst/>
          </a:prstGeom>
        </p:spPr>
        <p:txBody>
          <a:bodyPr lIns="91439" tIns="45719" rIns="91439" bIns="45719" anchor="t">
            <a:noAutofit/>
          </a:bodyPr>
          <a:lstStyle/>
          <a:p>
            <a:endParaRPr/>
          </a:p>
        </p:txBody>
      </p:sp>
      <p:sp>
        <p:nvSpPr>
          <p:cNvPr id="98" name="Image"/>
          <p:cNvSpPr>
            <a:spLocks noGrp="1"/>
          </p:cNvSpPr>
          <p:nvPr>
            <p:ph type="pic" sz="half" idx="23"/>
          </p:nvPr>
        </p:nvSpPr>
        <p:spPr>
          <a:xfrm>
            <a:off x="535739" y="677268"/>
            <a:ext cx="6359673" cy="9326533"/>
          </a:xfrm>
          <a:prstGeom prst="rect">
            <a:avLst/>
          </a:prstGeom>
        </p:spPr>
        <p:txBody>
          <a:bodyPr lIns="91439" tIns="45719" rIns="91439" bIns="45719" anchor="t">
            <a:noAutofit/>
          </a:bodyPr>
          <a:lstStyle/>
          <a:p>
            <a:endParaRPr/>
          </a:p>
        </p:txBody>
      </p:sp>
      <p:sp>
        <p:nvSpPr>
          <p:cNvPr id="99" name="Numéro de diapositive"/>
          <p:cNvSpPr txBox="1">
            <a:spLocks noGrp="1"/>
          </p:cNvSpPr>
          <p:nvPr>
            <p:ph type="sldNum" sz="quarter" idx="2"/>
          </p:nvPr>
        </p:nvSpPr>
        <p:spPr>
          <a:prstGeom prst="rect">
            <a:avLst/>
          </a:prstGeom>
        </p:spPr>
        <p:txBody>
          <a:bodyPr/>
          <a:lstStyle/>
          <a:p>
            <a:fld id="{86CB4B4D-7CA3-9044-876B-883B54F8677D}" type="slidenum">
              <a:t>‹N°›</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tx">
  <p:cSld name="Citation">
    <p:spTree>
      <p:nvGrpSpPr>
        <p:cNvPr id="1" name=""/>
        <p:cNvGrpSpPr/>
        <p:nvPr/>
      </p:nvGrpSpPr>
      <p:grpSpPr>
        <a:xfrm>
          <a:off x="0" y="0"/>
          <a:ext cx="0" cy="0"/>
          <a:chOff x="0" y="0"/>
          <a:chExt cx="0" cy="0"/>
        </a:xfrm>
      </p:grpSpPr>
      <p:sp>
        <p:nvSpPr>
          <p:cNvPr id="106" name="Texte niveau 1…"/>
          <p:cNvSpPr txBox="1">
            <a:spLocks noGrp="1"/>
          </p:cNvSpPr>
          <p:nvPr>
            <p:ph type="body" sz="quarter" idx="1"/>
          </p:nvPr>
        </p:nvSpPr>
        <p:spPr>
          <a:xfrm>
            <a:off x="592132" y="6631575"/>
            <a:ext cx="13252463" cy="677268"/>
          </a:xfrm>
          <a:prstGeom prst="rect">
            <a:avLst/>
          </a:prstGeom>
        </p:spPr>
        <p:txBody>
          <a:bodyPr anchor="t"/>
          <a:lstStyle>
            <a:lvl1pPr marL="0" indent="0" algn="ctr">
              <a:spcBef>
                <a:spcPts val="1328"/>
              </a:spcBef>
              <a:buClrTx/>
              <a:buSzTx/>
              <a:buFontTx/>
              <a:buNone/>
              <a:defRPr sz="3318" i="1"/>
            </a:lvl1pPr>
            <a:lvl2pPr marL="953059" indent="-433208" algn="ctr">
              <a:spcBef>
                <a:spcPts val="1328"/>
              </a:spcBef>
              <a:buClrTx/>
              <a:buFontTx/>
              <a:defRPr sz="3318" i="1"/>
            </a:lvl2pPr>
            <a:lvl3pPr marL="1472910" indent="-433208" algn="ctr">
              <a:spcBef>
                <a:spcPts val="1328"/>
              </a:spcBef>
              <a:buClrTx/>
              <a:buFontTx/>
              <a:defRPr sz="3318" i="1"/>
            </a:lvl3pPr>
            <a:lvl4pPr marL="1992760" indent="-433208" algn="ctr">
              <a:spcBef>
                <a:spcPts val="1328"/>
              </a:spcBef>
              <a:buClrTx/>
              <a:buFontTx/>
              <a:defRPr sz="3318" i="1"/>
            </a:lvl4pPr>
            <a:lvl5pPr marL="2512611" indent="-433208" algn="ctr">
              <a:spcBef>
                <a:spcPts val="1328"/>
              </a:spcBef>
              <a:buClrTx/>
              <a:buFontTx/>
              <a:defRPr sz="3318" i="1"/>
            </a:lvl5pPr>
          </a:lstStyle>
          <a:p>
            <a:r>
              <a:t>Texte niveau 1</a:t>
            </a:r>
          </a:p>
          <a:p>
            <a:pPr lvl="1"/>
            <a:r>
              <a:t>Texte niveau 2</a:t>
            </a:r>
          </a:p>
          <a:p>
            <a:pPr lvl="2"/>
            <a:r>
              <a:t>Texte niveau 3</a:t>
            </a:r>
          </a:p>
          <a:p>
            <a:pPr lvl="3"/>
            <a:r>
              <a:t>Texte niveau 4</a:t>
            </a:r>
          </a:p>
          <a:p>
            <a:pPr lvl="4"/>
            <a:r>
              <a:t>Texte niveau 5</a:t>
            </a:r>
          </a:p>
        </p:txBody>
      </p:sp>
      <p:sp>
        <p:nvSpPr>
          <p:cNvPr id="107" name="« Saisissez une citation ici. »"/>
          <p:cNvSpPr txBox="1">
            <a:spLocks noGrp="1"/>
          </p:cNvSpPr>
          <p:nvPr>
            <p:ph type="body" sz="quarter" idx="21"/>
          </p:nvPr>
        </p:nvSpPr>
        <p:spPr>
          <a:xfrm>
            <a:off x="1409837" y="4726761"/>
            <a:ext cx="11617052" cy="790145"/>
          </a:xfrm>
          <a:prstGeom prst="rect">
            <a:avLst/>
          </a:prstGeom>
        </p:spPr>
        <p:txBody>
          <a:bodyPr/>
          <a:lstStyle>
            <a:lvl1pPr marL="0" indent="0" algn="ctr">
              <a:spcBef>
                <a:spcPts val="0"/>
              </a:spcBef>
              <a:buClrTx/>
              <a:buSzTx/>
              <a:buFontTx/>
              <a:buNone/>
              <a:defRPr/>
            </a:lvl1pPr>
          </a:lstStyle>
          <a:p>
            <a:pPr marL="0" indent="0" algn="ctr">
              <a:spcBef>
                <a:spcPts val="0"/>
              </a:spcBef>
              <a:buClrTx/>
              <a:buSzTx/>
              <a:buFontTx/>
              <a:buNone/>
            </a:pPr>
            <a:endParaRPr/>
          </a:p>
        </p:txBody>
      </p:sp>
      <p:sp>
        <p:nvSpPr>
          <p:cNvPr id="108" name="Numéro de diapositive"/>
          <p:cNvSpPr txBox="1">
            <a:spLocks noGrp="1"/>
          </p:cNvSpPr>
          <p:nvPr>
            <p:ph type="sldNum" sz="quarter" idx="2"/>
          </p:nvPr>
        </p:nvSpPr>
        <p:spPr>
          <a:prstGeom prst="rect">
            <a:avLst/>
          </a:prstGeom>
        </p:spPr>
        <p:txBody>
          <a:bodyPr/>
          <a:lstStyle/>
          <a:p>
            <a:fld id="{86CB4B4D-7CA3-9044-876B-883B54F8677D}" type="slidenum">
              <a:t>‹N°›</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tx">
  <p:cSld name="Photo">
    <p:spTree>
      <p:nvGrpSpPr>
        <p:cNvPr id="1" name=""/>
        <p:cNvGrpSpPr/>
        <p:nvPr/>
      </p:nvGrpSpPr>
      <p:grpSpPr>
        <a:xfrm>
          <a:off x="0" y="0"/>
          <a:ext cx="0" cy="0"/>
          <a:chOff x="0" y="0"/>
          <a:chExt cx="0" cy="0"/>
        </a:xfrm>
      </p:grpSpPr>
      <p:sp>
        <p:nvSpPr>
          <p:cNvPr id="115" name="Image"/>
          <p:cNvSpPr>
            <a:spLocks noGrp="1"/>
          </p:cNvSpPr>
          <p:nvPr>
            <p:ph type="pic" idx="21"/>
          </p:nvPr>
        </p:nvSpPr>
        <p:spPr>
          <a:xfrm>
            <a:off x="-1000984" y="-141096"/>
            <a:ext cx="15776070" cy="11106976"/>
          </a:xfrm>
          <a:prstGeom prst="rect">
            <a:avLst/>
          </a:prstGeom>
        </p:spPr>
        <p:txBody>
          <a:bodyPr lIns="91439" tIns="45719" rIns="91439" bIns="45719" anchor="t">
            <a:noAutofit/>
          </a:bodyPr>
          <a:lstStyle/>
          <a:p>
            <a:endParaRPr/>
          </a:p>
        </p:txBody>
      </p:sp>
      <p:sp>
        <p:nvSpPr>
          <p:cNvPr id="116" name="Numéro de diapositive"/>
          <p:cNvSpPr txBox="1">
            <a:spLocks noGrp="1"/>
          </p:cNvSpPr>
          <p:nvPr>
            <p:ph type="sldNum" sz="quarter" idx="2"/>
          </p:nvPr>
        </p:nvSpPr>
        <p:spPr>
          <a:prstGeom prst="rect">
            <a:avLst/>
          </a:prstGeom>
        </p:spPr>
        <p:txBody>
          <a:bodyPr/>
          <a:lstStyle/>
          <a:p>
            <a:fld id="{86CB4B4D-7CA3-9044-876B-883B54F8677D}" type="slidenum">
              <a:t>‹N°›</a:t>
            </a:fld>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x">
  <p:cSld name="Vierge">
    <p:spTree>
      <p:nvGrpSpPr>
        <p:cNvPr id="1" name=""/>
        <p:cNvGrpSpPr/>
        <p:nvPr/>
      </p:nvGrpSpPr>
      <p:grpSpPr>
        <a:xfrm>
          <a:off x="0" y="0"/>
          <a:ext cx="0" cy="0"/>
          <a:chOff x="0" y="0"/>
          <a:chExt cx="0" cy="0"/>
        </a:xfrm>
      </p:grpSpPr>
      <p:sp>
        <p:nvSpPr>
          <p:cNvPr id="123" name="Numéro de diapositive"/>
          <p:cNvSpPr txBox="1">
            <a:spLocks noGrp="1"/>
          </p:cNvSpPr>
          <p:nvPr>
            <p:ph type="sldNum" sz="quarter" idx="2"/>
          </p:nvPr>
        </p:nvSpPr>
        <p:spPr>
          <a:prstGeom prst="rect">
            <a:avLst/>
          </a:prstGeom>
        </p:spPr>
        <p:txBody>
          <a:bodyPr/>
          <a:lstStyle/>
          <a:p>
            <a:fld id="{86CB4B4D-7CA3-9044-876B-883B54F8677D}" type="slidenum">
              <a:t>‹N°›</a:t>
            </a:fld>
            <a:endParaRPr/>
          </a:p>
        </p:txBody>
      </p:sp>
    </p:spTree>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x">
  <p:cSld name="Titre et puces">
    <p:spTree>
      <p:nvGrpSpPr>
        <p:cNvPr id="1" name=""/>
        <p:cNvGrpSpPr/>
        <p:nvPr/>
      </p:nvGrpSpPr>
      <p:grpSpPr>
        <a:xfrm>
          <a:off x="0" y="0"/>
          <a:ext cx="0" cy="0"/>
          <a:chOff x="0" y="0"/>
          <a:chExt cx="0" cy="0"/>
        </a:xfrm>
      </p:grpSpPr>
      <p:sp>
        <p:nvSpPr>
          <p:cNvPr id="130" name="Ligne"/>
          <p:cNvSpPr/>
          <p:nvPr/>
        </p:nvSpPr>
        <p:spPr>
          <a:xfrm>
            <a:off x="2227542" y="3164108"/>
            <a:ext cx="9988714" cy="1"/>
          </a:xfrm>
          <a:prstGeom prst="line">
            <a:avLst/>
          </a:prstGeom>
          <a:ln w="3175">
            <a:solidFill>
              <a:srgbClr val="444444">
                <a:alpha val="30000"/>
              </a:srgbClr>
            </a:solidFill>
            <a:miter lim="400000"/>
          </a:ln>
        </p:spPr>
        <p:txBody>
          <a:bodyPr lIns="50578" tIns="50578" rIns="50578" bIns="50578"/>
          <a:lstStyle/>
          <a:p>
            <a:endParaRPr sz="2835"/>
          </a:p>
        </p:txBody>
      </p:sp>
      <p:sp>
        <p:nvSpPr>
          <p:cNvPr id="131" name="Ligne"/>
          <p:cNvSpPr/>
          <p:nvPr/>
        </p:nvSpPr>
        <p:spPr>
          <a:xfrm>
            <a:off x="2227542" y="1883650"/>
            <a:ext cx="9988714" cy="1"/>
          </a:xfrm>
          <a:prstGeom prst="line">
            <a:avLst/>
          </a:prstGeom>
          <a:ln w="3175">
            <a:solidFill>
              <a:srgbClr val="444444">
                <a:alpha val="30000"/>
              </a:srgbClr>
            </a:solidFill>
            <a:miter lim="400000"/>
          </a:ln>
        </p:spPr>
        <p:txBody>
          <a:bodyPr lIns="50578" tIns="50578" rIns="50578" bIns="50578"/>
          <a:lstStyle/>
          <a:p>
            <a:endParaRPr sz="2835"/>
          </a:p>
        </p:txBody>
      </p:sp>
      <p:sp>
        <p:nvSpPr>
          <p:cNvPr id="132" name="Texte du titre"/>
          <p:cNvSpPr txBox="1">
            <a:spLocks noGrp="1"/>
          </p:cNvSpPr>
          <p:nvPr>
            <p:ph type="title"/>
          </p:nvPr>
        </p:nvSpPr>
        <p:spPr>
          <a:xfrm>
            <a:off x="2227542" y="2021219"/>
            <a:ext cx="9981645" cy="1015902"/>
          </a:xfrm>
          <a:prstGeom prst="rect">
            <a:avLst/>
          </a:prstGeom>
        </p:spPr>
        <p:txBody>
          <a:bodyPr lIns="38100" tIns="38100" rIns="38100" bIns="38100"/>
          <a:lstStyle>
            <a:lvl1pPr>
              <a:defRPr sz="7522"/>
            </a:lvl1pPr>
          </a:lstStyle>
          <a:p>
            <a:r>
              <a:t>Texte du titre</a:t>
            </a:r>
          </a:p>
        </p:txBody>
      </p:sp>
      <p:sp>
        <p:nvSpPr>
          <p:cNvPr id="133" name="Texte niveau 1…"/>
          <p:cNvSpPr txBox="1">
            <a:spLocks noGrp="1"/>
          </p:cNvSpPr>
          <p:nvPr>
            <p:ph type="body" sz="half" idx="1"/>
          </p:nvPr>
        </p:nvSpPr>
        <p:spPr>
          <a:xfrm>
            <a:off x="2227542" y="3545071"/>
            <a:ext cx="9981645" cy="5079506"/>
          </a:xfrm>
          <a:prstGeom prst="rect">
            <a:avLst/>
          </a:prstGeom>
        </p:spPr>
        <p:txBody>
          <a:bodyPr lIns="38100" tIns="38100" rIns="38100" bIns="38100"/>
          <a:lstStyle>
            <a:lvl1pPr marL="490969" indent="-490969">
              <a:defRPr sz="3762"/>
            </a:lvl1pPr>
            <a:lvl2pPr marL="1010820" indent="-490969">
              <a:defRPr sz="3762"/>
            </a:lvl2pPr>
            <a:lvl3pPr marL="1530670" indent="-490970">
              <a:defRPr sz="3762"/>
            </a:lvl3pPr>
            <a:lvl4pPr marL="2050521" indent="-490970">
              <a:defRPr sz="3762"/>
            </a:lvl4pPr>
            <a:lvl5pPr marL="2570371" indent="-490970">
              <a:defRPr sz="3762"/>
            </a:lvl5pPr>
          </a:lstStyle>
          <a:p>
            <a:r>
              <a:t>Texte niveau 1</a:t>
            </a:r>
          </a:p>
          <a:p>
            <a:pPr lvl="1"/>
            <a:r>
              <a:t>Texte niveau 2</a:t>
            </a:r>
          </a:p>
          <a:p>
            <a:pPr lvl="2"/>
            <a:r>
              <a:t>Texte niveau 3</a:t>
            </a:r>
          </a:p>
          <a:p>
            <a:pPr lvl="3"/>
            <a:r>
              <a:t>Texte niveau 4</a:t>
            </a:r>
          </a:p>
          <a:p>
            <a:pPr lvl="4"/>
            <a:r>
              <a:t>Texte niveau 5</a:t>
            </a:r>
          </a:p>
        </p:txBody>
      </p:sp>
      <p:sp>
        <p:nvSpPr>
          <p:cNvPr id="134" name="Numéro de diapositive"/>
          <p:cNvSpPr txBox="1">
            <a:spLocks noGrp="1"/>
          </p:cNvSpPr>
          <p:nvPr>
            <p:ph type="sldNum" sz="quarter" idx="2"/>
          </p:nvPr>
        </p:nvSpPr>
        <p:spPr>
          <a:xfrm>
            <a:off x="6957619" y="9069031"/>
            <a:ext cx="510914" cy="352224"/>
          </a:xfrm>
          <a:prstGeom prst="rect">
            <a:avLst/>
          </a:prstGeom>
        </p:spPr>
        <p:txBody>
          <a:bodyPr lIns="38100" tIns="38100" rIns="38100" bIns="38100"/>
          <a:lstStyle>
            <a:lvl1pPr>
              <a:defRPr sz="1770"/>
            </a:lvl1pPr>
          </a:lstStyle>
          <a:p>
            <a:fld id="{86CB4B4D-7CA3-9044-876B-883B54F8677D}" type="slidenum">
              <a:t>‹N°›</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1">
          <a:blip r:embed="rId15"/>
          <a:srcRect/>
          <a:stretch>
            <a:fillRect/>
          </a:stretch>
        </a:blipFill>
        <a:effectLst/>
      </p:bgPr>
    </p:bg>
    <p:spTree>
      <p:nvGrpSpPr>
        <p:cNvPr id="1" name=""/>
        <p:cNvGrpSpPr/>
        <p:nvPr/>
      </p:nvGrpSpPr>
      <p:grpSpPr>
        <a:xfrm>
          <a:off x="0" y="0"/>
          <a:ext cx="0" cy="0"/>
          <a:chOff x="0" y="0"/>
          <a:chExt cx="0" cy="0"/>
        </a:xfrm>
      </p:grpSpPr>
      <p:sp>
        <p:nvSpPr>
          <p:cNvPr id="2" name="Ligne"/>
          <p:cNvSpPr/>
          <p:nvPr/>
        </p:nvSpPr>
        <p:spPr>
          <a:xfrm>
            <a:off x="563934" y="2412765"/>
            <a:ext cx="13318285" cy="0"/>
          </a:xfrm>
          <a:prstGeom prst="line">
            <a:avLst/>
          </a:prstGeom>
          <a:ln w="12700">
            <a:solidFill>
              <a:srgbClr val="444444">
                <a:alpha val="30000"/>
              </a:srgbClr>
            </a:solidFill>
            <a:miter lim="400000"/>
          </a:ln>
        </p:spPr>
        <p:txBody>
          <a:bodyPr lIns="50578" tIns="50578" rIns="50578" bIns="50578"/>
          <a:lstStyle/>
          <a:p>
            <a:endParaRPr sz="2835"/>
          </a:p>
        </p:txBody>
      </p:sp>
      <p:sp>
        <p:nvSpPr>
          <p:cNvPr id="3" name="Ligne"/>
          <p:cNvSpPr/>
          <p:nvPr/>
        </p:nvSpPr>
        <p:spPr>
          <a:xfrm>
            <a:off x="563934" y="705486"/>
            <a:ext cx="13318285" cy="0"/>
          </a:xfrm>
          <a:prstGeom prst="line">
            <a:avLst/>
          </a:prstGeom>
          <a:ln w="12700">
            <a:solidFill>
              <a:srgbClr val="444444">
                <a:alpha val="30000"/>
              </a:srgbClr>
            </a:solidFill>
            <a:miter lim="400000"/>
          </a:ln>
        </p:spPr>
        <p:txBody>
          <a:bodyPr lIns="50578" tIns="50578" rIns="50578" bIns="50578"/>
          <a:lstStyle/>
          <a:p>
            <a:endParaRPr sz="2835"/>
          </a:p>
        </p:txBody>
      </p:sp>
      <p:sp>
        <p:nvSpPr>
          <p:cNvPr id="4" name="Texte du titre"/>
          <p:cNvSpPr txBox="1">
            <a:spLocks noGrp="1"/>
          </p:cNvSpPr>
          <p:nvPr>
            <p:ph type="title"/>
          </p:nvPr>
        </p:nvSpPr>
        <p:spPr>
          <a:xfrm>
            <a:off x="563935" y="888914"/>
            <a:ext cx="13308856" cy="135453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normAutofit/>
          </a:bodyPr>
          <a:lstStyle/>
          <a:p>
            <a:r>
              <a:t>Texte du titre</a:t>
            </a:r>
          </a:p>
        </p:txBody>
      </p:sp>
      <p:sp>
        <p:nvSpPr>
          <p:cNvPr id="5" name="Texte niveau 1…"/>
          <p:cNvSpPr txBox="1">
            <a:spLocks noGrp="1"/>
          </p:cNvSpPr>
          <p:nvPr>
            <p:ph type="body" idx="1"/>
          </p:nvPr>
        </p:nvSpPr>
        <p:spPr>
          <a:xfrm>
            <a:off x="563935" y="2920716"/>
            <a:ext cx="13308856" cy="677267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normAutofit/>
          </a:bodyPr>
          <a:lstStyle/>
          <a:p>
            <a:r>
              <a:t>Texte niveau 1</a:t>
            </a:r>
          </a:p>
          <a:p>
            <a:pPr lvl="1"/>
            <a:r>
              <a:t>Texte niveau 2</a:t>
            </a:r>
          </a:p>
          <a:p>
            <a:pPr lvl="2"/>
            <a:r>
              <a:t>Texte niveau 3</a:t>
            </a:r>
          </a:p>
          <a:p>
            <a:pPr lvl="3"/>
            <a:r>
              <a:t>Texte niveau 4</a:t>
            </a:r>
          </a:p>
          <a:p>
            <a:pPr lvl="4"/>
            <a:r>
              <a:t>Texte niveau 5</a:t>
            </a:r>
          </a:p>
        </p:txBody>
      </p:sp>
      <p:sp>
        <p:nvSpPr>
          <p:cNvPr id="6" name="Numéro de diapositive"/>
          <p:cNvSpPr txBox="1">
            <a:spLocks noGrp="1"/>
          </p:cNvSpPr>
          <p:nvPr>
            <p:ph type="sldNum" sz="quarter" idx="2"/>
          </p:nvPr>
        </p:nvSpPr>
        <p:spPr>
          <a:xfrm>
            <a:off x="6914951" y="10285995"/>
            <a:ext cx="592727" cy="412859"/>
          </a:xfrm>
          <a:prstGeom prst="rect">
            <a:avLst/>
          </a:prstGeom>
          <a:ln w="12700">
            <a:miter lim="400000"/>
          </a:ln>
        </p:spPr>
        <p:txBody>
          <a:bodyPr wrap="none" lIns="50800" tIns="50800" rIns="50800" bIns="50800">
            <a:spAutoFit/>
          </a:bodyPr>
          <a:lstStyle>
            <a:lvl1pPr>
              <a:defRPr sz="1991">
                <a:solidFill>
                  <a:srgbClr val="4C4946"/>
                </a:solidFill>
                <a:latin typeface="Palatino"/>
                <a:ea typeface="Palatino"/>
                <a:cs typeface="Palatino"/>
                <a:sym typeface="Palatino"/>
              </a:defRPr>
            </a:lvl1pPr>
          </a:lstStyle>
          <a:p>
            <a:fld id="{86CB4B4D-7CA3-9044-876B-883B54F8677D}" type="slidenum">
              <a:t>‹N°›</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ransition spd="med"/>
  <p:txStyles>
    <p:titleStyle>
      <a:lvl1pPr marL="0" marR="0" indent="0" algn="ctr" defTabSz="646300" rtl="0" latinLnBrk="0">
        <a:lnSpc>
          <a:spcPct val="90000"/>
        </a:lnSpc>
        <a:spcBef>
          <a:spcPts val="1770"/>
        </a:spcBef>
        <a:spcAft>
          <a:spcPts val="0"/>
        </a:spcAft>
        <a:buClrTx/>
        <a:buSzTx/>
        <a:buFontTx/>
        <a:buNone/>
        <a:tabLst/>
        <a:defRPr sz="7745" b="0" i="0" u="none" strike="noStrike" cap="none" spc="0" baseline="0">
          <a:solidFill>
            <a:srgbClr val="D93E2B"/>
          </a:solidFill>
          <a:uFillTx/>
          <a:latin typeface="Bodoni SvtyTwo ITC TT-Book"/>
          <a:ea typeface="Bodoni SvtyTwo ITC TT-Book"/>
          <a:cs typeface="Bodoni SvtyTwo ITC TT-Book"/>
          <a:sym typeface="Bodoni SvtyTwo ITC TT-Book"/>
        </a:defRPr>
      </a:lvl1pPr>
      <a:lvl2pPr marL="0" marR="0" indent="0" algn="ctr" defTabSz="646300" rtl="0" latinLnBrk="0">
        <a:lnSpc>
          <a:spcPct val="90000"/>
        </a:lnSpc>
        <a:spcBef>
          <a:spcPts val="1770"/>
        </a:spcBef>
        <a:spcAft>
          <a:spcPts val="0"/>
        </a:spcAft>
        <a:buClrTx/>
        <a:buSzTx/>
        <a:buFontTx/>
        <a:buNone/>
        <a:tabLst/>
        <a:defRPr sz="7745" b="0" i="0" u="none" strike="noStrike" cap="none" spc="0" baseline="0">
          <a:solidFill>
            <a:srgbClr val="D93E2B"/>
          </a:solidFill>
          <a:uFillTx/>
          <a:latin typeface="Bodoni SvtyTwo ITC TT-Book"/>
          <a:ea typeface="Bodoni SvtyTwo ITC TT-Book"/>
          <a:cs typeface="Bodoni SvtyTwo ITC TT-Book"/>
          <a:sym typeface="Bodoni SvtyTwo ITC TT-Book"/>
        </a:defRPr>
      </a:lvl2pPr>
      <a:lvl3pPr marL="0" marR="0" indent="0" algn="ctr" defTabSz="646300" rtl="0" latinLnBrk="0">
        <a:lnSpc>
          <a:spcPct val="90000"/>
        </a:lnSpc>
        <a:spcBef>
          <a:spcPts val="1770"/>
        </a:spcBef>
        <a:spcAft>
          <a:spcPts val="0"/>
        </a:spcAft>
        <a:buClrTx/>
        <a:buSzTx/>
        <a:buFontTx/>
        <a:buNone/>
        <a:tabLst/>
        <a:defRPr sz="7745" b="0" i="0" u="none" strike="noStrike" cap="none" spc="0" baseline="0">
          <a:solidFill>
            <a:srgbClr val="D93E2B"/>
          </a:solidFill>
          <a:uFillTx/>
          <a:latin typeface="Bodoni SvtyTwo ITC TT-Book"/>
          <a:ea typeface="Bodoni SvtyTwo ITC TT-Book"/>
          <a:cs typeface="Bodoni SvtyTwo ITC TT-Book"/>
          <a:sym typeface="Bodoni SvtyTwo ITC TT-Book"/>
        </a:defRPr>
      </a:lvl3pPr>
      <a:lvl4pPr marL="0" marR="0" indent="0" algn="ctr" defTabSz="646300" rtl="0" latinLnBrk="0">
        <a:lnSpc>
          <a:spcPct val="90000"/>
        </a:lnSpc>
        <a:spcBef>
          <a:spcPts val="1770"/>
        </a:spcBef>
        <a:spcAft>
          <a:spcPts val="0"/>
        </a:spcAft>
        <a:buClrTx/>
        <a:buSzTx/>
        <a:buFontTx/>
        <a:buNone/>
        <a:tabLst/>
        <a:defRPr sz="7745" b="0" i="0" u="none" strike="noStrike" cap="none" spc="0" baseline="0">
          <a:solidFill>
            <a:srgbClr val="D93E2B"/>
          </a:solidFill>
          <a:uFillTx/>
          <a:latin typeface="Bodoni SvtyTwo ITC TT-Book"/>
          <a:ea typeface="Bodoni SvtyTwo ITC TT-Book"/>
          <a:cs typeface="Bodoni SvtyTwo ITC TT-Book"/>
          <a:sym typeface="Bodoni SvtyTwo ITC TT-Book"/>
        </a:defRPr>
      </a:lvl4pPr>
      <a:lvl5pPr marL="0" marR="0" indent="0" algn="ctr" defTabSz="646300" rtl="0" latinLnBrk="0">
        <a:lnSpc>
          <a:spcPct val="90000"/>
        </a:lnSpc>
        <a:spcBef>
          <a:spcPts val="1770"/>
        </a:spcBef>
        <a:spcAft>
          <a:spcPts val="0"/>
        </a:spcAft>
        <a:buClrTx/>
        <a:buSzTx/>
        <a:buFontTx/>
        <a:buNone/>
        <a:tabLst/>
        <a:defRPr sz="7745" b="0" i="0" u="none" strike="noStrike" cap="none" spc="0" baseline="0">
          <a:solidFill>
            <a:srgbClr val="D93E2B"/>
          </a:solidFill>
          <a:uFillTx/>
          <a:latin typeface="Bodoni SvtyTwo ITC TT-Book"/>
          <a:ea typeface="Bodoni SvtyTwo ITC TT-Book"/>
          <a:cs typeface="Bodoni SvtyTwo ITC TT-Book"/>
          <a:sym typeface="Bodoni SvtyTwo ITC TT-Book"/>
        </a:defRPr>
      </a:lvl5pPr>
      <a:lvl6pPr marL="0" marR="0" indent="0" algn="ctr" defTabSz="646300" rtl="0" latinLnBrk="0">
        <a:lnSpc>
          <a:spcPct val="90000"/>
        </a:lnSpc>
        <a:spcBef>
          <a:spcPts val="1770"/>
        </a:spcBef>
        <a:spcAft>
          <a:spcPts val="0"/>
        </a:spcAft>
        <a:buClrTx/>
        <a:buSzTx/>
        <a:buFontTx/>
        <a:buNone/>
        <a:tabLst/>
        <a:defRPr sz="7745" b="0" i="0" u="none" strike="noStrike" cap="none" spc="0" baseline="0">
          <a:solidFill>
            <a:srgbClr val="D93E2B"/>
          </a:solidFill>
          <a:uFillTx/>
          <a:latin typeface="Bodoni SvtyTwo ITC TT-Book"/>
          <a:ea typeface="Bodoni SvtyTwo ITC TT-Book"/>
          <a:cs typeface="Bodoni SvtyTwo ITC TT-Book"/>
          <a:sym typeface="Bodoni SvtyTwo ITC TT-Book"/>
        </a:defRPr>
      </a:lvl6pPr>
      <a:lvl7pPr marL="0" marR="0" indent="0" algn="ctr" defTabSz="646300" rtl="0" latinLnBrk="0">
        <a:lnSpc>
          <a:spcPct val="90000"/>
        </a:lnSpc>
        <a:spcBef>
          <a:spcPts val="1770"/>
        </a:spcBef>
        <a:spcAft>
          <a:spcPts val="0"/>
        </a:spcAft>
        <a:buClrTx/>
        <a:buSzTx/>
        <a:buFontTx/>
        <a:buNone/>
        <a:tabLst/>
        <a:defRPr sz="7745" b="0" i="0" u="none" strike="noStrike" cap="none" spc="0" baseline="0">
          <a:solidFill>
            <a:srgbClr val="D93E2B"/>
          </a:solidFill>
          <a:uFillTx/>
          <a:latin typeface="Bodoni SvtyTwo ITC TT-Book"/>
          <a:ea typeface="Bodoni SvtyTwo ITC TT-Book"/>
          <a:cs typeface="Bodoni SvtyTwo ITC TT-Book"/>
          <a:sym typeface="Bodoni SvtyTwo ITC TT-Book"/>
        </a:defRPr>
      </a:lvl7pPr>
      <a:lvl8pPr marL="0" marR="0" indent="0" algn="ctr" defTabSz="646300" rtl="0" latinLnBrk="0">
        <a:lnSpc>
          <a:spcPct val="90000"/>
        </a:lnSpc>
        <a:spcBef>
          <a:spcPts val="1770"/>
        </a:spcBef>
        <a:spcAft>
          <a:spcPts val="0"/>
        </a:spcAft>
        <a:buClrTx/>
        <a:buSzTx/>
        <a:buFontTx/>
        <a:buNone/>
        <a:tabLst/>
        <a:defRPr sz="7745" b="0" i="0" u="none" strike="noStrike" cap="none" spc="0" baseline="0">
          <a:solidFill>
            <a:srgbClr val="D93E2B"/>
          </a:solidFill>
          <a:uFillTx/>
          <a:latin typeface="Bodoni SvtyTwo ITC TT-Book"/>
          <a:ea typeface="Bodoni SvtyTwo ITC TT-Book"/>
          <a:cs typeface="Bodoni SvtyTwo ITC TT-Book"/>
          <a:sym typeface="Bodoni SvtyTwo ITC TT-Book"/>
        </a:defRPr>
      </a:lvl8pPr>
      <a:lvl9pPr marL="0" marR="0" indent="0" algn="ctr" defTabSz="646300" rtl="0" latinLnBrk="0">
        <a:lnSpc>
          <a:spcPct val="90000"/>
        </a:lnSpc>
        <a:spcBef>
          <a:spcPts val="1770"/>
        </a:spcBef>
        <a:spcAft>
          <a:spcPts val="0"/>
        </a:spcAft>
        <a:buClrTx/>
        <a:buSzTx/>
        <a:buFontTx/>
        <a:buNone/>
        <a:tabLst/>
        <a:defRPr sz="7745" b="0" i="0" u="none" strike="noStrike" cap="none" spc="0" baseline="0">
          <a:solidFill>
            <a:srgbClr val="D93E2B"/>
          </a:solidFill>
          <a:uFillTx/>
          <a:latin typeface="Bodoni SvtyTwo ITC TT-Book"/>
          <a:ea typeface="Bodoni SvtyTwo ITC TT-Book"/>
          <a:cs typeface="Bodoni SvtyTwo ITC TT-Book"/>
          <a:sym typeface="Bodoni SvtyTwo ITC TT-Book"/>
        </a:defRPr>
      </a:lvl9pPr>
    </p:titleStyle>
    <p:bodyStyle>
      <a:lvl1pPr marL="519850" marR="0" indent="-519850" algn="l" defTabSz="646300" rtl="0" latinLnBrk="0">
        <a:lnSpc>
          <a:spcPct val="100000"/>
        </a:lnSpc>
        <a:spcBef>
          <a:spcPts val="2655"/>
        </a:spcBef>
        <a:spcAft>
          <a:spcPts val="0"/>
        </a:spcAft>
        <a:buClr>
          <a:srgbClr val="929292"/>
        </a:buClr>
        <a:buSzPct val="60000"/>
        <a:buFont typeface="Zapf Dingbats"/>
        <a:buChar char="❖"/>
        <a:tabLst/>
        <a:defRPr sz="3983" b="0" i="0" u="none" strike="noStrike" cap="none" spc="0" baseline="0">
          <a:solidFill>
            <a:srgbClr val="414141"/>
          </a:solidFill>
          <a:uFillTx/>
          <a:latin typeface="Palatino"/>
          <a:ea typeface="Palatino"/>
          <a:cs typeface="Palatino"/>
          <a:sym typeface="Palatino"/>
        </a:defRPr>
      </a:lvl1pPr>
      <a:lvl2pPr marL="1039701" marR="0" indent="-519850" algn="l" defTabSz="646300" rtl="0" latinLnBrk="0">
        <a:lnSpc>
          <a:spcPct val="100000"/>
        </a:lnSpc>
        <a:spcBef>
          <a:spcPts val="2655"/>
        </a:spcBef>
        <a:spcAft>
          <a:spcPts val="0"/>
        </a:spcAft>
        <a:buClr>
          <a:srgbClr val="929292"/>
        </a:buClr>
        <a:buSzPct val="60000"/>
        <a:buFont typeface="Zapf Dingbats"/>
        <a:buChar char="❖"/>
        <a:tabLst/>
        <a:defRPr sz="3983" b="0" i="0" u="none" strike="noStrike" cap="none" spc="0" baseline="0">
          <a:solidFill>
            <a:srgbClr val="414141"/>
          </a:solidFill>
          <a:uFillTx/>
          <a:latin typeface="Palatino"/>
          <a:ea typeface="Palatino"/>
          <a:cs typeface="Palatino"/>
          <a:sym typeface="Palatino"/>
        </a:defRPr>
      </a:lvl2pPr>
      <a:lvl3pPr marL="1559551" marR="0" indent="-519850" algn="l" defTabSz="646300" rtl="0" latinLnBrk="0">
        <a:lnSpc>
          <a:spcPct val="100000"/>
        </a:lnSpc>
        <a:spcBef>
          <a:spcPts val="2655"/>
        </a:spcBef>
        <a:spcAft>
          <a:spcPts val="0"/>
        </a:spcAft>
        <a:buClr>
          <a:srgbClr val="929292"/>
        </a:buClr>
        <a:buSzPct val="60000"/>
        <a:buFont typeface="Zapf Dingbats"/>
        <a:buChar char="❖"/>
        <a:tabLst/>
        <a:defRPr sz="3983" b="0" i="0" u="none" strike="noStrike" cap="none" spc="0" baseline="0">
          <a:solidFill>
            <a:srgbClr val="414141"/>
          </a:solidFill>
          <a:uFillTx/>
          <a:latin typeface="Palatino"/>
          <a:ea typeface="Palatino"/>
          <a:cs typeface="Palatino"/>
          <a:sym typeface="Palatino"/>
        </a:defRPr>
      </a:lvl3pPr>
      <a:lvl4pPr marL="2079403" marR="0" indent="-519850" algn="l" defTabSz="646300" rtl="0" latinLnBrk="0">
        <a:lnSpc>
          <a:spcPct val="100000"/>
        </a:lnSpc>
        <a:spcBef>
          <a:spcPts val="2655"/>
        </a:spcBef>
        <a:spcAft>
          <a:spcPts val="0"/>
        </a:spcAft>
        <a:buClr>
          <a:srgbClr val="929292"/>
        </a:buClr>
        <a:buSzPct val="60000"/>
        <a:buFont typeface="Zapf Dingbats"/>
        <a:buChar char="❖"/>
        <a:tabLst/>
        <a:defRPr sz="3983" b="0" i="0" u="none" strike="noStrike" cap="none" spc="0" baseline="0">
          <a:solidFill>
            <a:srgbClr val="414141"/>
          </a:solidFill>
          <a:uFillTx/>
          <a:latin typeface="Palatino"/>
          <a:ea typeface="Palatino"/>
          <a:cs typeface="Palatino"/>
          <a:sym typeface="Palatino"/>
        </a:defRPr>
      </a:lvl4pPr>
      <a:lvl5pPr marL="2599253" marR="0" indent="-519850" algn="l" defTabSz="646300" rtl="0" latinLnBrk="0">
        <a:lnSpc>
          <a:spcPct val="100000"/>
        </a:lnSpc>
        <a:spcBef>
          <a:spcPts val="2655"/>
        </a:spcBef>
        <a:spcAft>
          <a:spcPts val="0"/>
        </a:spcAft>
        <a:buClr>
          <a:srgbClr val="929292"/>
        </a:buClr>
        <a:buSzPct val="60000"/>
        <a:buFont typeface="Zapf Dingbats"/>
        <a:buChar char="❖"/>
        <a:tabLst/>
        <a:defRPr sz="3983" b="0" i="0" u="none" strike="noStrike" cap="none" spc="0" baseline="0">
          <a:solidFill>
            <a:srgbClr val="414141"/>
          </a:solidFill>
          <a:uFillTx/>
          <a:latin typeface="Palatino"/>
          <a:ea typeface="Palatino"/>
          <a:cs typeface="Palatino"/>
          <a:sym typeface="Palatino"/>
        </a:defRPr>
      </a:lvl5pPr>
      <a:lvl6pPr marL="3119104" marR="0" indent="-519850" algn="l" defTabSz="646300" rtl="0" latinLnBrk="0">
        <a:lnSpc>
          <a:spcPct val="100000"/>
        </a:lnSpc>
        <a:spcBef>
          <a:spcPts val="2655"/>
        </a:spcBef>
        <a:spcAft>
          <a:spcPts val="0"/>
        </a:spcAft>
        <a:buClr>
          <a:srgbClr val="929292"/>
        </a:buClr>
        <a:buSzPct val="60000"/>
        <a:buFont typeface="Zapf Dingbats"/>
        <a:buChar char="❖"/>
        <a:tabLst/>
        <a:defRPr sz="3983" b="0" i="0" u="none" strike="noStrike" cap="none" spc="0" baseline="0">
          <a:solidFill>
            <a:srgbClr val="414141"/>
          </a:solidFill>
          <a:uFillTx/>
          <a:latin typeface="Palatino"/>
          <a:ea typeface="Palatino"/>
          <a:cs typeface="Palatino"/>
          <a:sym typeface="Palatino"/>
        </a:defRPr>
      </a:lvl6pPr>
      <a:lvl7pPr marL="3638954" marR="0" indent="-519850" algn="l" defTabSz="646300" rtl="0" latinLnBrk="0">
        <a:lnSpc>
          <a:spcPct val="100000"/>
        </a:lnSpc>
        <a:spcBef>
          <a:spcPts val="2655"/>
        </a:spcBef>
        <a:spcAft>
          <a:spcPts val="0"/>
        </a:spcAft>
        <a:buClr>
          <a:srgbClr val="929292"/>
        </a:buClr>
        <a:buSzPct val="60000"/>
        <a:buFont typeface="Zapf Dingbats"/>
        <a:buChar char="❖"/>
        <a:tabLst/>
        <a:defRPr sz="3983" b="0" i="0" u="none" strike="noStrike" cap="none" spc="0" baseline="0">
          <a:solidFill>
            <a:srgbClr val="414141"/>
          </a:solidFill>
          <a:uFillTx/>
          <a:latin typeface="Palatino"/>
          <a:ea typeface="Palatino"/>
          <a:cs typeface="Palatino"/>
          <a:sym typeface="Palatino"/>
        </a:defRPr>
      </a:lvl7pPr>
      <a:lvl8pPr marL="4158804" marR="0" indent="-519850" algn="l" defTabSz="646300" rtl="0" latinLnBrk="0">
        <a:lnSpc>
          <a:spcPct val="100000"/>
        </a:lnSpc>
        <a:spcBef>
          <a:spcPts val="2655"/>
        </a:spcBef>
        <a:spcAft>
          <a:spcPts val="0"/>
        </a:spcAft>
        <a:buClr>
          <a:srgbClr val="929292"/>
        </a:buClr>
        <a:buSzPct val="60000"/>
        <a:buFont typeface="Zapf Dingbats"/>
        <a:buChar char="❖"/>
        <a:tabLst/>
        <a:defRPr sz="3983" b="0" i="0" u="none" strike="noStrike" cap="none" spc="0" baseline="0">
          <a:solidFill>
            <a:srgbClr val="414141"/>
          </a:solidFill>
          <a:uFillTx/>
          <a:latin typeface="Palatino"/>
          <a:ea typeface="Palatino"/>
          <a:cs typeface="Palatino"/>
          <a:sym typeface="Palatino"/>
        </a:defRPr>
      </a:lvl8pPr>
      <a:lvl9pPr marL="4678655" marR="0" indent="-519850" algn="l" defTabSz="646300" rtl="0" latinLnBrk="0">
        <a:lnSpc>
          <a:spcPct val="100000"/>
        </a:lnSpc>
        <a:spcBef>
          <a:spcPts val="2655"/>
        </a:spcBef>
        <a:spcAft>
          <a:spcPts val="0"/>
        </a:spcAft>
        <a:buClr>
          <a:srgbClr val="929292"/>
        </a:buClr>
        <a:buSzPct val="60000"/>
        <a:buFont typeface="Zapf Dingbats"/>
        <a:buChar char="❖"/>
        <a:tabLst/>
        <a:defRPr sz="3983" b="0" i="0" u="none" strike="noStrike" cap="none" spc="0" baseline="0">
          <a:solidFill>
            <a:srgbClr val="414141"/>
          </a:solidFill>
          <a:uFillTx/>
          <a:latin typeface="Palatino"/>
          <a:ea typeface="Palatino"/>
          <a:cs typeface="Palatino"/>
          <a:sym typeface="Palatino"/>
        </a:defRPr>
      </a:lvl9pPr>
    </p:bodyStyle>
    <p:otherStyle>
      <a:lvl1pPr marL="0" marR="0" indent="0" algn="ctr" defTabSz="646300" rtl="0" latinLnBrk="0">
        <a:lnSpc>
          <a:spcPct val="100000"/>
        </a:lnSpc>
        <a:spcBef>
          <a:spcPts val="0"/>
        </a:spcBef>
        <a:spcAft>
          <a:spcPts val="0"/>
        </a:spcAft>
        <a:buClrTx/>
        <a:buSzTx/>
        <a:buFontTx/>
        <a:buNone/>
        <a:tabLst/>
        <a:defRPr sz="1991" b="0" i="0" u="none" strike="noStrike" cap="none" spc="0" baseline="0">
          <a:solidFill>
            <a:schemeClr val="tx1"/>
          </a:solidFill>
          <a:uFillTx/>
          <a:latin typeface="+mn-lt"/>
          <a:ea typeface="+mn-ea"/>
          <a:cs typeface="+mn-cs"/>
          <a:sym typeface="Palatino"/>
        </a:defRPr>
      </a:lvl1pPr>
      <a:lvl2pPr marL="0" marR="0" indent="0" algn="ctr" defTabSz="646300" rtl="0" latinLnBrk="0">
        <a:lnSpc>
          <a:spcPct val="100000"/>
        </a:lnSpc>
        <a:spcBef>
          <a:spcPts val="0"/>
        </a:spcBef>
        <a:spcAft>
          <a:spcPts val="0"/>
        </a:spcAft>
        <a:buClrTx/>
        <a:buSzTx/>
        <a:buFontTx/>
        <a:buNone/>
        <a:tabLst/>
        <a:defRPr sz="1991" b="0" i="0" u="none" strike="noStrike" cap="none" spc="0" baseline="0">
          <a:solidFill>
            <a:schemeClr val="tx1"/>
          </a:solidFill>
          <a:uFillTx/>
          <a:latin typeface="+mn-lt"/>
          <a:ea typeface="+mn-ea"/>
          <a:cs typeface="+mn-cs"/>
          <a:sym typeface="Palatino"/>
        </a:defRPr>
      </a:lvl2pPr>
      <a:lvl3pPr marL="0" marR="0" indent="0" algn="ctr" defTabSz="646300" rtl="0" latinLnBrk="0">
        <a:lnSpc>
          <a:spcPct val="100000"/>
        </a:lnSpc>
        <a:spcBef>
          <a:spcPts val="0"/>
        </a:spcBef>
        <a:spcAft>
          <a:spcPts val="0"/>
        </a:spcAft>
        <a:buClrTx/>
        <a:buSzTx/>
        <a:buFontTx/>
        <a:buNone/>
        <a:tabLst/>
        <a:defRPr sz="1991" b="0" i="0" u="none" strike="noStrike" cap="none" spc="0" baseline="0">
          <a:solidFill>
            <a:schemeClr val="tx1"/>
          </a:solidFill>
          <a:uFillTx/>
          <a:latin typeface="+mn-lt"/>
          <a:ea typeface="+mn-ea"/>
          <a:cs typeface="+mn-cs"/>
          <a:sym typeface="Palatino"/>
        </a:defRPr>
      </a:lvl3pPr>
      <a:lvl4pPr marL="0" marR="0" indent="0" algn="ctr" defTabSz="646300" rtl="0" latinLnBrk="0">
        <a:lnSpc>
          <a:spcPct val="100000"/>
        </a:lnSpc>
        <a:spcBef>
          <a:spcPts val="0"/>
        </a:spcBef>
        <a:spcAft>
          <a:spcPts val="0"/>
        </a:spcAft>
        <a:buClrTx/>
        <a:buSzTx/>
        <a:buFontTx/>
        <a:buNone/>
        <a:tabLst/>
        <a:defRPr sz="1991" b="0" i="0" u="none" strike="noStrike" cap="none" spc="0" baseline="0">
          <a:solidFill>
            <a:schemeClr val="tx1"/>
          </a:solidFill>
          <a:uFillTx/>
          <a:latin typeface="+mn-lt"/>
          <a:ea typeface="+mn-ea"/>
          <a:cs typeface="+mn-cs"/>
          <a:sym typeface="Palatino"/>
        </a:defRPr>
      </a:lvl4pPr>
      <a:lvl5pPr marL="0" marR="0" indent="0" algn="ctr" defTabSz="646300" rtl="0" latinLnBrk="0">
        <a:lnSpc>
          <a:spcPct val="100000"/>
        </a:lnSpc>
        <a:spcBef>
          <a:spcPts val="0"/>
        </a:spcBef>
        <a:spcAft>
          <a:spcPts val="0"/>
        </a:spcAft>
        <a:buClrTx/>
        <a:buSzTx/>
        <a:buFontTx/>
        <a:buNone/>
        <a:tabLst/>
        <a:defRPr sz="1991" b="0" i="0" u="none" strike="noStrike" cap="none" spc="0" baseline="0">
          <a:solidFill>
            <a:schemeClr val="tx1"/>
          </a:solidFill>
          <a:uFillTx/>
          <a:latin typeface="+mn-lt"/>
          <a:ea typeface="+mn-ea"/>
          <a:cs typeface="+mn-cs"/>
          <a:sym typeface="Palatino"/>
        </a:defRPr>
      </a:lvl5pPr>
      <a:lvl6pPr marL="0" marR="0" indent="0" algn="ctr" defTabSz="646300" rtl="0" latinLnBrk="0">
        <a:lnSpc>
          <a:spcPct val="100000"/>
        </a:lnSpc>
        <a:spcBef>
          <a:spcPts val="0"/>
        </a:spcBef>
        <a:spcAft>
          <a:spcPts val="0"/>
        </a:spcAft>
        <a:buClrTx/>
        <a:buSzTx/>
        <a:buFontTx/>
        <a:buNone/>
        <a:tabLst/>
        <a:defRPr sz="1991" b="0" i="0" u="none" strike="noStrike" cap="none" spc="0" baseline="0">
          <a:solidFill>
            <a:schemeClr val="tx1"/>
          </a:solidFill>
          <a:uFillTx/>
          <a:latin typeface="+mn-lt"/>
          <a:ea typeface="+mn-ea"/>
          <a:cs typeface="+mn-cs"/>
          <a:sym typeface="Palatino"/>
        </a:defRPr>
      </a:lvl6pPr>
      <a:lvl7pPr marL="0" marR="0" indent="0" algn="ctr" defTabSz="646300" rtl="0" latinLnBrk="0">
        <a:lnSpc>
          <a:spcPct val="100000"/>
        </a:lnSpc>
        <a:spcBef>
          <a:spcPts val="0"/>
        </a:spcBef>
        <a:spcAft>
          <a:spcPts val="0"/>
        </a:spcAft>
        <a:buClrTx/>
        <a:buSzTx/>
        <a:buFontTx/>
        <a:buNone/>
        <a:tabLst/>
        <a:defRPr sz="1991" b="0" i="0" u="none" strike="noStrike" cap="none" spc="0" baseline="0">
          <a:solidFill>
            <a:schemeClr val="tx1"/>
          </a:solidFill>
          <a:uFillTx/>
          <a:latin typeface="+mn-lt"/>
          <a:ea typeface="+mn-ea"/>
          <a:cs typeface="+mn-cs"/>
          <a:sym typeface="Palatino"/>
        </a:defRPr>
      </a:lvl7pPr>
      <a:lvl8pPr marL="0" marR="0" indent="0" algn="ctr" defTabSz="646300" rtl="0" latinLnBrk="0">
        <a:lnSpc>
          <a:spcPct val="100000"/>
        </a:lnSpc>
        <a:spcBef>
          <a:spcPts val="0"/>
        </a:spcBef>
        <a:spcAft>
          <a:spcPts val="0"/>
        </a:spcAft>
        <a:buClrTx/>
        <a:buSzTx/>
        <a:buFontTx/>
        <a:buNone/>
        <a:tabLst/>
        <a:defRPr sz="1991" b="0" i="0" u="none" strike="noStrike" cap="none" spc="0" baseline="0">
          <a:solidFill>
            <a:schemeClr val="tx1"/>
          </a:solidFill>
          <a:uFillTx/>
          <a:latin typeface="+mn-lt"/>
          <a:ea typeface="+mn-ea"/>
          <a:cs typeface="+mn-cs"/>
          <a:sym typeface="Palatino"/>
        </a:defRPr>
      </a:lvl8pPr>
      <a:lvl9pPr marL="0" marR="0" indent="0" algn="ctr" defTabSz="646300" rtl="0" latinLnBrk="0">
        <a:lnSpc>
          <a:spcPct val="100000"/>
        </a:lnSpc>
        <a:spcBef>
          <a:spcPts val="0"/>
        </a:spcBef>
        <a:spcAft>
          <a:spcPts val="0"/>
        </a:spcAft>
        <a:buClrTx/>
        <a:buSzTx/>
        <a:buFontTx/>
        <a:buNone/>
        <a:tabLst/>
        <a:defRPr sz="1991" b="0" i="0" u="none" strike="noStrike" cap="none" spc="0" baseline="0">
          <a:solidFill>
            <a:schemeClr val="tx1"/>
          </a:solidFill>
          <a:uFillTx/>
          <a:latin typeface="+mn-lt"/>
          <a:ea typeface="+mn-ea"/>
          <a:cs typeface="+mn-cs"/>
          <a:sym typeface="Palatino"/>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tif"/><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6.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6.xml"/><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tif"/><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2" Type="http://schemas.openxmlformats.org/officeDocument/2006/relationships/image" Target="../media/image22.tif"/><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3" name="Administration &amp; Sécurité des Systèmes d’Exploitation"/>
          <p:cNvSpPr txBox="1">
            <a:spLocks noGrp="1"/>
          </p:cNvSpPr>
          <p:nvPr>
            <p:ph type="title"/>
          </p:nvPr>
        </p:nvSpPr>
        <p:spPr>
          <a:xfrm>
            <a:off x="586672" y="3577191"/>
            <a:ext cx="13263381" cy="2669539"/>
          </a:xfrm>
          <a:prstGeom prst="rect">
            <a:avLst/>
          </a:prstGeom>
        </p:spPr>
        <p:txBody>
          <a:bodyPr/>
          <a:lstStyle/>
          <a:p>
            <a:pPr defTabSz="899201"/>
            <a:r>
              <a:t>Administration &amp; Sécurité des Systèmes d’Exploitation UNIX</a:t>
            </a:r>
          </a:p>
        </p:txBody>
      </p:sp>
      <p:sp>
        <p:nvSpPr>
          <p:cNvPr id="144" name="Année Universitaire…"/>
          <p:cNvSpPr txBox="1">
            <a:spLocks noGrp="1"/>
          </p:cNvSpPr>
          <p:nvPr>
            <p:ph type="body" sz="quarter" idx="4294967295"/>
          </p:nvPr>
        </p:nvSpPr>
        <p:spPr>
          <a:xfrm>
            <a:off x="4871981" y="6569750"/>
            <a:ext cx="4692764" cy="2669539"/>
          </a:xfrm>
          <a:prstGeom prst="rect">
            <a:avLst/>
          </a:prstGeom>
        </p:spPr>
        <p:txBody>
          <a:bodyPr/>
          <a:lstStyle/>
          <a:p>
            <a:pPr marL="0" indent="0" algn="ctr">
              <a:spcBef>
                <a:spcPts val="0"/>
              </a:spcBef>
              <a:buSzTx/>
              <a:buNone/>
              <a:defRPr sz="2400" b="1"/>
            </a:pPr>
            <a:r>
              <a:rPr dirty="0" err="1"/>
              <a:t>Année</a:t>
            </a:r>
            <a:r>
              <a:rPr dirty="0"/>
              <a:t> </a:t>
            </a:r>
            <a:r>
              <a:rPr dirty="0" err="1"/>
              <a:t>Universitaire</a:t>
            </a:r>
            <a:r>
              <a:rPr dirty="0"/>
              <a:t> </a:t>
            </a:r>
          </a:p>
          <a:p>
            <a:pPr marL="0" indent="0" algn="ctr">
              <a:spcBef>
                <a:spcPts val="0"/>
              </a:spcBef>
              <a:buSzTx/>
              <a:buNone/>
              <a:defRPr sz="2400"/>
            </a:pPr>
            <a:r>
              <a:rPr dirty="0"/>
              <a:t>202</a:t>
            </a:r>
            <a:r>
              <a:rPr lang="fr-FR" dirty="0"/>
              <a:t>2</a:t>
            </a:r>
            <a:r>
              <a:rPr dirty="0"/>
              <a:t>-202</a:t>
            </a:r>
            <a:r>
              <a:rPr lang="fr-FR" dirty="0"/>
              <a:t>3</a:t>
            </a:r>
            <a:r>
              <a:rPr dirty="0"/>
              <a:t>  </a:t>
            </a:r>
          </a:p>
        </p:txBody>
      </p:sp>
      <p:sp>
        <p:nvSpPr>
          <p:cNvPr id="145" name="Ligne"/>
          <p:cNvSpPr/>
          <p:nvPr/>
        </p:nvSpPr>
        <p:spPr>
          <a:xfrm>
            <a:off x="402166" y="3482822"/>
            <a:ext cx="13632397" cy="1"/>
          </a:xfrm>
          <a:prstGeom prst="line">
            <a:avLst/>
          </a:prstGeom>
          <a:ln w="12700">
            <a:solidFill>
              <a:srgbClr val="C0C0C0"/>
            </a:solidFill>
            <a:miter lim="400000"/>
          </a:ln>
        </p:spPr>
        <p:txBody>
          <a:bodyPr lIns="50578" tIns="50578" rIns="50578" bIns="50578"/>
          <a:lstStyle/>
          <a:p>
            <a:endParaRPr sz="2835"/>
          </a:p>
        </p:txBody>
      </p:sp>
      <p:sp>
        <p:nvSpPr>
          <p:cNvPr id="146" name="Ligne"/>
          <p:cNvSpPr/>
          <p:nvPr/>
        </p:nvSpPr>
        <p:spPr>
          <a:xfrm>
            <a:off x="402164" y="6341100"/>
            <a:ext cx="13632396" cy="1"/>
          </a:xfrm>
          <a:prstGeom prst="line">
            <a:avLst/>
          </a:prstGeom>
          <a:ln w="12700">
            <a:solidFill>
              <a:srgbClr val="C0C0C0"/>
            </a:solidFill>
            <a:miter lim="400000"/>
          </a:ln>
        </p:spPr>
        <p:txBody>
          <a:bodyPr lIns="50578" tIns="50578" rIns="50578" bIns="50578"/>
          <a:lstStyle/>
          <a:p>
            <a:endParaRPr sz="2835"/>
          </a:p>
        </p:txBody>
      </p:sp>
      <p:pic>
        <p:nvPicPr>
          <p:cNvPr id="147" name="Image" descr="Image"/>
          <p:cNvPicPr>
            <a:picLocks noChangeAspect="1"/>
          </p:cNvPicPr>
          <p:nvPr/>
        </p:nvPicPr>
        <p:blipFill>
          <a:blip r:embed="rId2"/>
          <a:stretch>
            <a:fillRect/>
          </a:stretch>
        </p:blipFill>
        <p:spPr>
          <a:xfrm>
            <a:off x="4748597" y="623983"/>
            <a:ext cx="4939532" cy="1828382"/>
          </a:xfrm>
          <a:prstGeom prst="rect">
            <a:avLst/>
          </a:prstGeom>
          <a:ln w="12700">
            <a:miter lim="400000"/>
          </a:ln>
        </p:spPr>
      </p:pic>
      <p:sp>
        <p:nvSpPr>
          <p:cNvPr id="148" name="Up Système"/>
          <p:cNvSpPr txBox="1"/>
          <p:nvPr/>
        </p:nvSpPr>
        <p:spPr>
          <a:xfrm>
            <a:off x="12483920" y="10050839"/>
            <a:ext cx="1871961" cy="48362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6200" tIns="56200" rIns="56200" bIns="56200" anchor="ctr">
            <a:spAutoFit/>
          </a:bodyPr>
          <a:lstStyle>
            <a:lvl1pPr algn="l">
              <a:lnSpc>
                <a:spcPct val="110000"/>
              </a:lnSpc>
              <a:defRPr sz="2000" b="1" i="1">
                <a:latin typeface="Palatino"/>
                <a:ea typeface="Palatino"/>
                <a:cs typeface="Palatino"/>
                <a:sym typeface="Palatino"/>
              </a:defRPr>
            </a:lvl1pPr>
          </a:lstStyle>
          <a:p>
            <a:r>
              <a:rPr sz="2213"/>
              <a:t>Up Système </a:t>
            </a:r>
          </a:p>
        </p:txBody>
      </p:sp>
      <p:sp>
        <p:nvSpPr>
          <p:cNvPr id="149" name="Espace réservé du numéro de diapositive 1"/>
          <p:cNvSpPr txBox="1">
            <a:spLocks noGrp="1"/>
          </p:cNvSpPr>
          <p:nvPr>
            <p:ph type="sldNum" sz="quarter" idx="2"/>
          </p:nvPr>
        </p:nvSpPr>
        <p:spPr>
          <a:xfrm>
            <a:off x="7094028" y="10265453"/>
            <a:ext cx="234617" cy="412859"/>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1</a:t>
            </a:fld>
            <a:endParaRP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1" name="Chapitre II : Shell &amp; Commandes de base"/>
          <p:cNvSpPr txBox="1">
            <a:spLocks noGrp="1"/>
          </p:cNvSpPr>
          <p:nvPr>
            <p:ph type="title"/>
          </p:nvPr>
        </p:nvSpPr>
        <p:spPr>
          <a:xfrm>
            <a:off x="586671" y="4603225"/>
            <a:ext cx="13104378" cy="2669537"/>
          </a:xfrm>
          <a:prstGeom prst="rect">
            <a:avLst/>
          </a:prstGeom>
        </p:spPr>
        <p:txBody>
          <a:bodyPr/>
          <a:lstStyle>
            <a:lvl1pPr algn="ctr"/>
          </a:lstStyle>
          <a:p>
            <a:r>
              <a:rPr dirty="0" err="1"/>
              <a:t>Chapitre</a:t>
            </a:r>
            <a:r>
              <a:rPr dirty="0"/>
              <a:t> II : Shell &amp; </a:t>
            </a:r>
            <a:r>
              <a:rPr dirty="0" err="1"/>
              <a:t>Commandes</a:t>
            </a:r>
            <a:r>
              <a:rPr dirty="0"/>
              <a:t> de base</a:t>
            </a:r>
          </a:p>
        </p:txBody>
      </p:sp>
      <p:sp>
        <p:nvSpPr>
          <p:cNvPr id="152" name="Espace réservé du numéro de diapositive 1"/>
          <p:cNvSpPr txBox="1">
            <a:spLocks noGrp="1"/>
          </p:cNvSpPr>
          <p:nvPr>
            <p:ph type="sldNum" sz="quarter" idx="2"/>
          </p:nvPr>
        </p:nvSpPr>
        <p:spPr>
          <a:xfrm>
            <a:off x="7094028" y="10265453"/>
            <a:ext cx="234617" cy="412859"/>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2</a:t>
            </a:fld>
            <a:endParaRPr/>
          </a:p>
        </p:txBody>
      </p:sp>
      <p:sp>
        <p:nvSpPr>
          <p:cNvPr id="4" name="ASSEU"/>
          <p:cNvSpPr txBox="1">
            <a:spLocks noGrp="1"/>
          </p:cNvSpPr>
          <p:nvPr>
            <p:ph type="body" idx="21"/>
          </p:nvPr>
        </p:nvSpPr>
        <p:spPr>
          <a:xfrm>
            <a:off x="508000" y="3974033"/>
            <a:ext cx="7200900" cy="508000"/>
          </a:xfrm>
          <a:prstGeom prst="rect">
            <a:avLst/>
          </a:prstGeom>
        </p:spPr>
        <p:txBody>
          <a:bodyPr/>
          <a:lstStyle/>
          <a:p>
            <a:r>
              <a:rPr dirty="0"/>
              <a:t>ASSEU</a:t>
            </a: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4" name="Objectifs"/>
          <p:cNvSpPr txBox="1">
            <a:spLocks noGrp="1"/>
          </p:cNvSpPr>
          <p:nvPr>
            <p:ph type="title"/>
          </p:nvPr>
        </p:nvSpPr>
        <p:spPr>
          <a:prstGeom prst="rect">
            <a:avLst/>
          </a:prstGeom>
        </p:spPr>
        <p:txBody>
          <a:bodyPr/>
          <a:lstStyle/>
          <a:p>
            <a:r>
              <a:t>Objectifs</a:t>
            </a:r>
          </a:p>
        </p:txBody>
      </p:sp>
      <p:sp>
        <p:nvSpPr>
          <p:cNvPr id="155" name="Comprendre le Shell Linux et son rôle.…"/>
          <p:cNvSpPr txBox="1">
            <a:spLocks noGrp="1"/>
          </p:cNvSpPr>
          <p:nvPr>
            <p:ph type="body" idx="1"/>
          </p:nvPr>
        </p:nvSpPr>
        <p:spPr>
          <a:xfrm>
            <a:off x="586672" y="2931252"/>
            <a:ext cx="13263381" cy="7187038"/>
          </a:xfrm>
          <a:prstGeom prst="rect">
            <a:avLst/>
          </a:prstGeom>
        </p:spPr>
        <p:txBody>
          <a:bodyPr/>
          <a:lstStyle/>
          <a:p>
            <a:pPr algn="just"/>
            <a:r>
              <a:rPr dirty="0" err="1"/>
              <a:t>Comprendre</a:t>
            </a:r>
            <a:r>
              <a:rPr dirty="0"/>
              <a:t> le Shell Linux et son </a:t>
            </a:r>
            <a:r>
              <a:rPr dirty="0" err="1"/>
              <a:t>rôle</a:t>
            </a:r>
            <a:endParaRPr lang="fr-FR" dirty="0"/>
          </a:p>
          <a:p>
            <a:pPr algn="just"/>
            <a:r>
              <a:rPr lang="fr-FR" dirty="0"/>
              <a:t>Manipuler quelques commandes de base</a:t>
            </a:r>
            <a:endParaRPr dirty="0"/>
          </a:p>
          <a:p>
            <a:pPr algn="just"/>
            <a:r>
              <a:rPr dirty="0" err="1"/>
              <a:t>Définir</a:t>
            </a:r>
            <a:r>
              <a:rPr dirty="0"/>
              <a:t> la notion des variables </a:t>
            </a:r>
            <a:r>
              <a:rPr dirty="0" err="1"/>
              <a:t>d’environnement</a:t>
            </a:r>
            <a:endParaRPr dirty="0"/>
          </a:p>
          <a:p>
            <a:pPr algn="just"/>
            <a:r>
              <a:rPr dirty="0" err="1"/>
              <a:t>Maîtriser</a:t>
            </a:r>
            <a:r>
              <a:rPr dirty="0"/>
              <a:t> le concept des liens physiques et </a:t>
            </a:r>
            <a:r>
              <a:rPr dirty="0" err="1"/>
              <a:t>symboliques</a:t>
            </a:r>
            <a:endParaRPr dirty="0"/>
          </a:p>
        </p:txBody>
      </p:sp>
      <p:sp>
        <p:nvSpPr>
          <p:cNvPr id="156" name="Espace réservé du numéro de diapositive 1"/>
          <p:cNvSpPr txBox="1">
            <a:spLocks noGrp="1"/>
          </p:cNvSpPr>
          <p:nvPr>
            <p:ph type="sldNum" sz="quarter" idx="2"/>
          </p:nvPr>
        </p:nvSpPr>
        <p:spPr>
          <a:xfrm>
            <a:off x="7094028" y="10265453"/>
            <a:ext cx="234617" cy="412859"/>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3</a:t>
            </a:fld>
            <a:endParaRPr/>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8" name="Plan"/>
          <p:cNvSpPr txBox="1">
            <a:spLocks noGrp="1"/>
          </p:cNvSpPr>
          <p:nvPr>
            <p:ph type="title"/>
          </p:nvPr>
        </p:nvSpPr>
        <p:spPr>
          <a:prstGeom prst="rect">
            <a:avLst/>
          </a:prstGeom>
        </p:spPr>
        <p:txBody>
          <a:bodyPr/>
          <a:lstStyle/>
          <a:p>
            <a:r>
              <a:t>Plan</a:t>
            </a:r>
          </a:p>
        </p:txBody>
      </p:sp>
      <p:sp>
        <p:nvSpPr>
          <p:cNvPr id="159" name="Environnement graphique de travail…"/>
          <p:cNvSpPr txBox="1">
            <a:spLocks noGrp="1"/>
          </p:cNvSpPr>
          <p:nvPr>
            <p:ph type="body" idx="1"/>
          </p:nvPr>
        </p:nvSpPr>
        <p:spPr>
          <a:xfrm>
            <a:off x="586672" y="2931252"/>
            <a:ext cx="13263381" cy="7187038"/>
          </a:xfrm>
          <a:prstGeom prst="rect">
            <a:avLst/>
          </a:prstGeom>
        </p:spPr>
        <p:txBody>
          <a:bodyPr/>
          <a:lstStyle/>
          <a:p>
            <a:pPr marL="599091" indent="-599091" algn="just" defTabSz="529966">
              <a:spcBef>
                <a:spcPts val="2102"/>
              </a:spcBef>
              <a:buClrTx/>
              <a:buSzPct val="100000"/>
              <a:buFontTx/>
              <a:buAutoNum type="arabicPeriod"/>
              <a:defRPr sz="2900"/>
            </a:pPr>
            <a:r>
              <a:t>Environnement graphique de travail</a:t>
            </a:r>
          </a:p>
          <a:p>
            <a:pPr marL="599091" indent="-599091" defTabSz="529966">
              <a:spcBef>
                <a:spcPts val="2102"/>
              </a:spcBef>
              <a:buClrTx/>
              <a:buSzPct val="100000"/>
              <a:buFontTx/>
              <a:buAutoNum type="arabicPeriod"/>
              <a:defRPr sz="2900"/>
            </a:pPr>
            <a:r>
              <a:t>Shell : Définition &amp; Rôle</a:t>
            </a:r>
          </a:p>
          <a:p>
            <a:pPr marL="599091" indent="-599091" defTabSz="529966">
              <a:spcBef>
                <a:spcPts val="2102"/>
              </a:spcBef>
              <a:buClrTx/>
              <a:buSzPct val="100000"/>
              <a:buFontTx/>
              <a:buAutoNum type="arabicPeriod"/>
              <a:defRPr sz="2900"/>
            </a:pPr>
            <a:r>
              <a:t>Commandes de bases </a:t>
            </a:r>
          </a:p>
          <a:p>
            <a:pPr marL="0" lvl="1" indent="599091" defTabSz="529966">
              <a:spcBef>
                <a:spcPts val="2102"/>
              </a:spcBef>
              <a:buSzTx/>
              <a:buNone/>
              <a:defRPr sz="2900"/>
            </a:pPr>
            <a:r>
              <a:t>3.1. Utilitaires d’aide </a:t>
            </a:r>
          </a:p>
          <a:p>
            <a:pPr marL="0" lvl="1" indent="599091" defTabSz="529966">
              <a:spcBef>
                <a:spcPts val="2102"/>
              </a:spcBef>
              <a:buSzTx/>
              <a:buNone/>
              <a:defRPr sz="2900"/>
            </a:pPr>
            <a:r>
              <a:t>3.2. Manipulation des fichiers et des répertoires </a:t>
            </a:r>
          </a:p>
          <a:p>
            <a:pPr marL="0" indent="79241" defTabSz="529966">
              <a:spcBef>
                <a:spcPts val="2102"/>
              </a:spcBef>
              <a:buSzTx/>
              <a:buNone/>
              <a:defRPr sz="2900"/>
            </a:pPr>
            <a:r>
              <a:t>4. Variables d'environnement </a:t>
            </a:r>
          </a:p>
          <a:p>
            <a:pPr marL="0" indent="0" defTabSz="529966">
              <a:spcBef>
                <a:spcPts val="2102"/>
              </a:spcBef>
              <a:buSzTx/>
              <a:buNone/>
              <a:defRPr sz="2900"/>
            </a:pPr>
            <a:r>
              <a:t>5. Liens Physiques Vs  Liens Symboliques </a:t>
            </a:r>
          </a:p>
        </p:txBody>
      </p:sp>
      <p:sp>
        <p:nvSpPr>
          <p:cNvPr id="160" name="Espace réservé du numéro de diapositive 1"/>
          <p:cNvSpPr txBox="1">
            <a:spLocks noGrp="1"/>
          </p:cNvSpPr>
          <p:nvPr>
            <p:ph type="sldNum" sz="quarter" idx="2"/>
          </p:nvPr>
        </p:nvSpPr>
        <p:spPr>
          <a:xfrm>
            <a:off x="7094028" y="10265453"/>
            <a:ext cx="234617" cy="412859"/>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4</a:t>
            </a:fld>
            <a:endParaRPr/>
          </a:p>
        </p:txBody>
      </p:sp>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2" name="Première Connexion"/>
          <p:cNvSpPr txBox="1">
            <a:spLocks noGrp="1"/>
          </p:cNvSpPr>
          <p:nvPr>
            <p:ph type="title"/>
          </p:nvPr>
        </p:nvSpPr>
        <p:spPr>
          <a:prstGeom prst="rect">
            <a:avLst/>
          </a:prstGeom>
        </p:spPr>
        <p:txBody>
          <a:bodyPr/>
          <a:lstStyle/>
          <a:p>
            <a:r>
              <a:t>Première Connexion </a:t>
            </a:r>
          </a:p>
        </p:txBody>
      </p:sp>
      <p:sp>
        <p:nvSpPr>
          <p:cNvPr id="163" name="La première connexion d’un utilisateur Linux se fait grâce à un gestionnaire de connexion « display manager ou login manager » tels que; xdm, gdm, kdm, mdkkdm, etc.…"/>
          <p:cNvSpPr txBox="1">
            <a:spLocks noGrp="1"/>
          </p:cNvSpPr>
          <p:nvPr>
            <p:ph type="body" idx="1"/>
          </p:nvPr>
        </p:nvSpPr>
        <p:spPr>
          <a:prstGeom prst="rect">
            <a:avLst/>
          </a:prstGeom>
        </p:spPr>
        <p:txBody>
          <a:bodyPr/>
          <a:lstStyle/>
          <a:p>
            <a:pPr marL="415881" indent="-415881" algn="just" defTabSz="517039">
              <a:spcBef>
                <a:spcPts val="2102"/>
              </a:spcBef>
              <a:defRPr sz="2800"/>
            </a:pPr>
            <a:r>
              <a:rPr dirty="0"/>
              <a:t>La première </a:t>
            </a:r>
            <a:r>
              <a:rPr dirty="0" err="1"/>
              <a:t>connexion</a:t>
            </a:r>
            <a:r>
              <a:rPr dirty="0"/>
              <a:t> d’un </a:t>
            </a:r>
            <a:r>
              <a:rPr dirty="0" err="1"/>
              <a:t>utilisateur</a:t>
            </a:r>
            <a:r>
              <a:rPr dirty="0"/>
              <a:t> Linux se fait grâce à un </a:t>
            </a:r>
            <a:r>
              <a:rPr dirty="0" err="1"/>
              <a:t>gestionnaire</a:t>
            </a:r>
            <a:r>
              <a:rPr dirty="0"/>
              <a:t> de </a:t>
            </a:r>
            <a:r>
              <a:rPr dirty="0" err="1"/>
              <a:t>connexion</a:t>
            </a:r>
            <a:r>
              <a:rPr dirty="0"/>
              <a:t> « login manager », </a:t>
            </a:r>
            <a:r>
              <a:rPr dirty="0" err="1"/>
              <a:t>tels</a:t>
            </a:r>
            <a:r>
              <a:rPr dirty="0"/>
              <a:t> que; </a:t>
            </a:r>
            <a:r>
              <a:rPr dirty="0" err="1"/>
              <a:t>xdm</a:t>
            </a:r>
            <a:r>
              <a:rPr dirty="0"/>
              <a:t>, </a:t>
            </a:r>
            <a:r>
              <a:rPr dirty="0" err="1"/>
              <a:t>gdm</a:t>
            </a:r>
            <a:r>
              <a:rPr dirty="0"/>
              <a:t>, </a:t>
            </a:r>
            <a:r>
              <a:rPr dirty="0" err="1"/>
              <a:t>kdm</a:t>
            </a:r>
            <a:r>
              <a:rPr dirty="0"/>
              <a:t>, etc.</a:t>
            </a:r>
          </a:p>
          <a:p>
            <a:pPr marL="415881" indent="-415881" algn="just" defTabSz="517039">
              <a:spcBef>
                <a:spcPts val="2102"/>
              </a:spcBef>
              <a:defRPr sz="2800"/>
            </a:pPr>
            <a:r>
              <a:rPr dirty="0"/>
              <a:t>Un </a:t>
            </a:r>
            <a:r>
              <a:rPr dirty="0" err="1"/>
              <a:t>gestionnaire</a:t>
            </a:r>
            <a:r>
              <a:rPr dirty="0"/>
              <a:t> de </a:t>
            </a:r>
            <a:r>
              <a:rPr dirty="0" err="1"/>
              <a:t>connexion</a:t>
            </a:r>
            <a:r>
              <a:rPr dirty="0"/>
              <a:t> </a:t>
            </a:r>
            <a:r>
              <a:rPr dirty="0" err="1"/>
              <a:t>permet</a:t>
            </a:r>
            <a:r>
              <a:rPr dirty="0"/>
              <a:t> de lancer </a:t>
            </a:r>
            <a:r>
              <a:rPr dirty="0" err="1"/>
              <a:t>une</a:t>
            </a:r>
            <a:r>
              <a:rPr dirty="0"/>
              <a:t> session </a:t>
            </a:r>
            <a:r>
              <a:rPr dirty="0" err="1"/>
              <a:t>graphique</a:t>
            </a:r>
            <a:r>
              <a:rPr dirty="0"/>
              <a:t>.</a:t>
            </a:r>
            <a:endParaRPr sz="995" dirty="0">
              <a:latin typeface="Times Roman"/>
              <a:ea typeface="Times Roman"/>
              <a:cs typeface="Times Roman"/>
              <a:sym typeface="Times Roman"/>
            </a:endParaRPr>
          </a:p>
          <a:p>
            <a:pPr marL="415881" indent="-415881" algn="just" defTabSz="517039">
              <a:spcBef>
                <a:spcPts val="2102"/>
              </a:spcBef>
              <a:defRPr sz="2800"/>
            </a:pPr>
            <a:r>
              <a:rPr dirty="0"/>
              <a:t>Une session </a:t>
            </a:r>
            <a:r>
              <a:rPr dirty="0" err="1"/>
              <a:t>graphique</a:t>
            </a:r>
            <a:r>
              <a:rPr dirty="0"/>
              <a:t> </a:t>
            </a:r>
            <a:r>
              <a:rPr dirty="0" err="1"/>
              <a:t>comporte</a:t>
            </a:r>
            <a:r>
              <a:rPr dirty="0"/>
              <a:t> </a:t>
            </a:r>
            <a:r>
              <a:rPr dirty="0" err="1"/>
              <a:t>essentiellement</a:t>
            </a:r>
            <a:r>
              <a:rPr dirty="0"/>
              <a:t> : </a:t>
            </a:r>
          </a:p>
          <a:p>
            <a:pPr marL="831761" lvl="1" indent="-415881" algn="just" defTabSz="517039">
              <a:spcBef>
                <a:spcPts val="2102"/>
              </a:spcBef>
              <a:defRPr sz="2800"/>
            </a:pPr>
            <a:r>
              <a:rPr dirty="0"/>
              <a:t>Un </a:t>
            </a:r>
            <a:r>
              <a:rPr dirty="0" err="1"/>
              <a:t>gestionnaire</a:t>
            </a:r>
            <a:r>
              <a:rPr dirty="0"/>
              <a:t> de </a:t>
            </a:r>
            <a:r>
              <a:rPr dirty="0" err="1"/>
              <a:t>fenêtre</a:t>
            </a:r>
            <a:r>
              <a:rPr dirty="0"/>
              <a:t> (window manager) </a:t>
            </a:r>
            <a:r>
              <a:rPr dirty="0" err="1"/>
              <a:t>gère</a:t>
            </a:r>
            <a:r>
              <a:rPr dirty="0"/>
              <a:t> la manipulation et </a:t>
            </a:r>
            <a:r>
              <a:rPr dirty="0" err="1"/>
              <a:t>l'apparence</a:t>
            </a:r>
            <a:r>
              <a:rPr dirty="0"/>
              <a:t> des </a:t>
            </a:r>
            <a:r>
              <a:rPr dirty="0" err="1"/>
              <a:t>fenêtres</a:t>
            </a:r>
            <a:r>
              <a:rPr dirty="0"/>
              <a:t>. </a:t>
            </a:r>
            <a:endParaRPr sz="995" dirty="0">
              <a:latin typeface="Times Roman"/>
              <a:ea typeface="Times Roman"/>
              <a:cs typeface="Times Roman"/>
              <a:sym typeface="Times Roman"/>
            </a:endParaRPr>
          </a:p>
          <a:p>
            <a:pPr marL="831761" lvl="1" indent="-415881" algn="just" defTabSz="517039">
              <a:spcBef>
                <a:spcPts val="2102"/>
              </a:spcBef>
              <a:defRPr sz="2800"/>
            </a:pPr>
            <a:r>
              <a:rPr dirty="0"/>
              <a:t>Un </a:t>
            </a:r>
            <a:r>
              <a:rPr dirty="0" err="1"/>
              <a:t>environnement</a:t>
            </a:r>
            <a:r>
              <a:rPr dirty="0"/>
              <a:t> de bureau (KDE, Gnome) </a:t>
            </a:r>
            <a:r>
              <a:rPr dirty="0" err="1"/>
              <a:t>peut</a:t>
            </a:r>
            <a:r>
              <a:rPr dirty="0"/>
              <a:t> </a:t>
            </a:r>
            <a:r>
              <a:rPr dirty="0" err="1"/>
              <a:t>être</a:t>
            </a:r>
            <a:r>
              <a:rPr dirty="0"/>
              <a:t> </a:t>
            </a:r>
            <a:r>
              <a:rPr dirty="0" err="1"/>
              <a:t>utilisé</a:t>
            </a:r>
            <a:r>
              <a:rPr dirty="0"/>
              <a:t> </a:t>
            </a:r>
            <a:r>
              <a:rPr dirty="0" err="1"/>
              <a:t>en</a:t>
            </a:r>
            <a:r>
              <a:rPr dirty="0"/>
              <a:t> plus, pour </a:t>
            </a:r>
            <a:r>
              <a:rPr dirty="0" err="1"/>
              <a:t>pouvoir</a:t>
            </a:r>
            <a:r>
              <a:rPr dirty="0"/>
              <a:t> </a:t>
            </a:r>
            <a:r>
              <a:rPr dirty="0" err="1"/>
              <a:t>utiliser</a:t>
            </a:r>
            <a:r>
              <a:rPr dirty="0"/>
              <a:t> les barres des </a:t>
            </a:r>
            <a:r>
              <a:rPr dirty="0" err="1"/>
              <a:t>tâches</a:t>
            </a:r>
            <a:r>
              <a:rPr dirty="0"/>
              <a:t> et les </a:t>
            </a:r>
            <a:r>
              <a:rPr dirty="0" err="1"/>
              <a:t>icônes</a:t>
            </a:r>
            <a:r>
              <a:rPr dirty="0"/>
              <a:t> sur le bureau. </a:t>
            </a:r>
          </a:p>
        </p:txBody>
      </p:sp>
      <p:sp>
        <p:nvSpPr>
          <p:cNvPr id="164" name="Espace réservé du numéro de diapositive 1"/>
          <p:cNvSpPr txBox="1">
            <a:spLocks noGrp="1"/>
          </p:cNvSpPr>
          <p:nvPr>
            <p:ph type="sldNum" sz="quarter" idx="2"/>
          </p:nvPr>
        </p:nvSpPr>
        <p:spPr>
          <a:xfrm>
            <a:off x="7094028" y="10265453"/>
            <a:ext cx="234617" cy="412859"/>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5</a:t>
            </a:fld>
            <a:endParaRPr/>
          </a:p>
        </p:txBody>
      </p:sp>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6" name="Environnement Graphique"/>
          <p:cNvSpPr txBox="1">
            <a:spLocks noGrp="1"/>
          </p:cNvSpPr>
          <p:nvPr>
            <p:ph type="title"/>
          </p:nvPr>
        </p:nvSpPr>
        <p:spPr>
          <a:prstGeom prst="rect">
            <a:avLst/>
          </a:prstGeom>
        </p:spPr>
        <p:txBody>
          <a:bodyPr/>
          <a:lstStyle/>
          <a:p>
            <a:r>
              <a:t>Environnement Graphique </a:t>
            </a:r>
          </a:p>
        </p:txBody>
      </p:sp>
      <p:sp>
        <p:nvSpPr>
          <p:cNvPr id="167" name="À l'origine, les systèmes Unix n'étaient pas dotés d'une interface graphique, mais seulement d'une console texte.…"/>
          <p:cNvSpPr txBox="1">
            <a:spLocks noGrp="1"/>
          </p:cNvSpPr>
          <p:nvPr>
            <p:ph type="body" idx="1"/>
          </p:nvPr>
        </p:nvSpPr>
        <p:spPr>
          <a:prstGeom prst="rect">
            <a:avLst/>
          </a:prstGeom>
        </p:spPr>
        <p:txBody>
          <a:bodyPr/>
          <a:lstStyle/>
          <a:p>
            <a:pPr algn="just"/>
            <a:r>
              <a:t>À l'origine, les systèmes Unix n'étaient pas dotés d'une interface graphique, mais seulement d'une console texte.</a:t>
            </a:r>
          </a:p>
          <a:p>
            <a:pPr algn="just"/>
            <a:r>
              <a:t> L'interface graphique est rajoutée sur un système Unix par le biais d'un serveur. </a:t>
            </a:r>
          </a:p>
          <a:p>
            <a:pPr algn="just"/>
            <a:r>
              <a:t>Sous Linux, ce serveur s'appelle Xfree, aussi appelé serveur X. </a:t>
            </a:r>
          </a:p>
        </p:txBody>
      </p:sp>
      <p:sp>
        <p:nvSpPr>
          <p:cNvPr id="168" name="Espace réservé du numéro de diapositive 1"/>
          <p:cNvSpPr txBox="1">
            <a:spLocks noGrp="1"/>
          </p:cNvSpPr>
          <p:nvPr>
            <p:ph type="sldNum" sz="quarter" idx="2"/>
          </p:nvPr>
        </p:nvSpPr>
        <p:spPr>
          <a:xfrm>
            <a:off x="7094028" y="10265453"/>
            <a:ext cx="234617" cy="412859"/>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6</a:t>
            </a:fld>
            <a:endParaRPr/>
          </a:p>
        </p:txBody>
      </p:sp>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0" name="Environnement Graphique"/>
          <p:cNvSpPr txBox="1">
            <a:spLocks noGrp="1"/>
          </p:cNvSpPr>
          <p:nvPr>
            <p:ph type="title"/>
          </p:nvPr>
        </p:nvSpPr>
        <p:spPr>
          <a:prstGeom prst="rect">
            <a:avLst/>
          </a:prstGeom>
        </p:spPr>
        <p:txBody>
          <a:bodyPr/>
          <a:lstStyle/>
          <a:p>
            <a:r>
              <a:t>Environnement Graphique </a:t>
            </a:r>
          </a:p>
        </p:txBody>
      </p:sp>
      <p:pic>
        <p:nvPicPr>
          <p:cNvPr id="171" name="Image" descr="Image"/>
          <p:cNvPicPr>
            <a:picLocks noChangeAspect="1"/>
          </p:cNvPicPr>
          <p:nvPr/>
        </p:nvPicPr>
        <p:blipFill>
          <a:blip r:embed="rId2"/>
          <a:stretch>
            <a:fillRect/>
          </a:stretch>
        </p:blipFill>
        <p:spPr>
          <a:xfrm>
            <a:off x="889223" y="3414457"/>
            <a:ext cx="12975001" cy="7290514"/>
          </a:xfrm>
          <a:prstGeom prst="rect">
            <a:avLst/>
          </a:prstGeom>
          <a:ln w="12700">
            <a:miter lim="400000"/>
          </a:ln>
        </p:spPr>
      </p:pic>
      <p:pic>
        <p:nvPicPr>
          <p:cNvPr id="172" name="Image" descr="Image"/>
          <p:cNvPicPr>
            <a:picLocks noChangeAspect="1"/>
          </p:cNvPicPr>
          <p:nvPr/>
        </p:nvPicPr>
        <p:blipFill>
          <a:blip r:embed="rId3"/>
          <a:stretch>
            <a:fillRect/>
          </a:stretch>
        </p:blipFill>
        <p:spPr>
          <a:xfrm>
            <a:off x="5359567" y="4972475"/>
            <a:ext cx="4362803" cy="891328"/>
          </a:xfrm>
          <a:prstGeom prst="rect">
            <a:avLst/>
          </a:prstGeom>
          <a:ln w="12700">
            <a:miter lim="400000"/>
          </a:ln>
        </p:spPr>
      </p:pic>
      <p:pic>
        <p:nvPicPr>
          <p:cNvPr id="173" name="Image" descr="Image"/>
          <p:cNvPicPr>
            <a:picLocks noChangeAspect="1"/>
          </p:cNvPicPr>
          <p:nvPr/>
        </p:nvPicPr>
        <p:blipFill>
          <a:blip r:embed="rId4"/>
          <a:stretch>
            <a:fillRect/>
          </a:stretch>
        </p:blipFill>
        <p:spPr>
          <a:xfrm>
            <a:off x="3373495" y="5057053"/>
            <a:ext cx="3158644" cy="1950928"/>
          </a:xfrm>
          <a:prstGeom prst="rect">
            <a:avLst/>
          </a:prstGeom>
          <a:ln w="12700">
            <a:miter lim="400000"/>
          </a:ln>
        </p:spPr>
      </p:pic>
      <p:pic>
        <p:nvPicPr>
          <p:cNvPr id="174" name="Image" descr="Image"/>
          <p:cNvPicPr>
            <a:picLocks noChangeAspect="1"/>
          </p:cNvPicPr>
          <p:nvPr/>
        </p:nvPicPr>
        <p:blipFill>
          <a:blip r:embed="rId5"/>
          <a:stretch>
            <a:fillRect/>
          </a:stretch>
        </p:blipFill>
        <p:spPr>
          <a:xfrm>
            <a:off x="6283412" y="8971078"/>
            <a:ext cx="2515111" cy="634885"/>
          </a:xfrm>
          <a:prstGeom prst="rect">
            <a:avLst/>
          </a:prstGeom>
          <a:ln w="12700">
            <a:miter lim="400000"/>
          </a:ln>
        </p:spPr>
      </p:pic>
      <p:pic>
        <p:nvPicPr>
          <p:cNvPr id="175" name="Image" descr="Image"/>
          <p:cNvPicPr>
            <a:picLocks noChangeAspect="1"/>
          </p:cNvPicPr>
          <p:nvPr/>
        </p:nvPicPr>
        <p:blipFill>
          <a:blip r:embed="rId6"/>
          <a:stretch>
            <a:fillRect/>
          </a:stretch>
        </p:blipFill>
        <p:spPr>
          <a:xfrm>
            <a:off x="7254" y="4699095"/>
            <a:ext cx="1232460" cy="708012"/>
          </a:xfrm>
          <a:prstGeom prst="rect">
            <a:avLst/>
          </a:prstGeom>
          <a:ln w="12700">
            <a:miter lim="400000"/>
          </a:ln>
        </p:spPr>
      </p:pic>
      <p:sp>
        <p:nvSpPr>
          <p:cNvPr id="176" name="Bouton de menu"/>
          <p:cNvSpPr txBox="1"/>
          <p:nvPr/>
        </p:nvSpPr>
        <p:spPr>
          <a:xfrm>
            <a:off x="89767" y="2966480"/>
            <a:ext cx="2833242" cy="61800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6200" tIns="56200" rIns="56200" bIns="56200" anchor="ctr">
            <a:spAutoFit/>
          </a:bodyPr>
          <a:lstStyle/>
          <a:p>
            <a:pPr algn="l" defTabSz="505801">
              <a:lnSpc>
                <a:spcPts val="4425"/>
              </a:lnSpc>
              <a:defRPr sz="1900" b="1">
                <a:solidFill>
                  <a:srgbClr val="000000"/>
                </a:solidFill>
                <a:latin typeface="Arial"/>
                <a:ea typeface="Arial"/>
                <a:cs typeface="Arial"/>
                <a:sym typeface="Arial"/>
              </a:defRPr>
            </a:pPr>
            <a:r>
              <a:rPr sz="2102"/>
              <a:t>Bouton de menu</a:t>
            </a:r>
            <a:r>
              <a:rPr sz="2102">
                <a:latin typeface="Times Roman"/>
                <a:ea typeface="Times Roman"/>
                <a:cs typeface="Times Roman"/>
                <a:sym typeface="Times Roman"/>
              </a:rPr>
              <a:t> </a:t>
            </a:r>
          </a:p>
        </p:txBody>
      </p:sp>
      <p:sp>
        <p:nvSpPr>
          <p:cNvPr id="177" name="Ouverture d’un navigateur"/>
          <p:cNvSpPr txBox="1"/>
          <p:nvPr/>
        </p:nvSpPr>
        <p:spPr>
          <a:xfrm>
            <a:off x="4171676" y="2841152"/>
            <a:ext cx="3754209" cy="86866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6200" tIns="56200" rIns="56200" bIns="56200" anchor="ctr">
            <a:spAutoFit/>
          </a:bodyPr>
          <a:lstStyle/>
          <a:p>
            <a:pPr algn="l" defTabSz="505801">
              <a:lnSpc>
                <a:spcPts val="6859"/>
              </a:lnSpc>
              <a:defRPr sz="2900" b="1" baseline="31999">
                <a:solidFill>
                  <a:srgbClr val="000000"/>
                </a:solidFill>
                <a:latin typeface="Arial"/>
                <a:ea typeface="Arial"/>
                <a:cs typeface="Arial"/>
                <a:sym typeface="Arial"/>
              </a:defRPr>
            </a:pPr>
            <a:r>
              <a:rPr sz="3208"/>
              <a:t>Ouverture d’un navigateur</a:t>
            </a:r>
            <a:r>
              <a:rPr sz="3208">
                <a:latin typeface="Times Roman"/>
                <a:ea typeface="Times Roman"/>
                <a:cs typeface="Times Roman"/>
                <a:sym typeface="Times Roman"/>
              </a:rPr>
              <a:t> </a:t>
            </a:r>
          </a:p>
        </p:txBody>
      </p:sp>
      <p:pic>
        <p:nvPicPr>
          <p:cNvPr id="178" name="Image" descr="Image"/>
          <p:cNvPicPr>
            <a:picLocks noChangeAspect="1"/>
          </p:cNvPicPr>
          <p:nvPr/>
        </p:nvPicPr>
        <p:blipFill>
          <a:blip r:embed="rId7"/>
          <a:stretch>
            <a:fillRect/>
          </a:stretch>
        </p:blipFill>
        <p:spPr>
          <a:xfrm>
            <a:off x="11621042" y="4118492"/>
            <a:ext cx="2910706" cy="708012"/>
          </a:xfrm>
          <a:prstGeom prst="rect">
            <a:avLst/>
          </a:prstGeom>
          <a:ln w="12700">
            <a:miter lim="400000"/>
          </a:ln>
        </p:spPr>
      </p:pic>
      <p:pic>
        <p:nvPicPr>
          <p:cNvPr id="179" name="Image" descr="Image"/>
          <p:cNvPicPr>
            <a:picLocks noChangeAspect="1"/>
          </p:cNvPicPr>
          <p:nvPr/>
        </p:nvPicPr>
        <p:blipFill>
          <a:blip r:embed="rId8"/>
          <a:stretch>
            <a:fillRect/>
          </a:stretch>
        </p:blipFill>
        <p:spPr>
          <a:xfrm>
            <a:off x="13064463" y="5704656"/>
            <a:ext cx="1360011" cy="655722"/>
          </a:xfrm>
          <a:prstGeom prst="rect">
            <a:avLst/>
          </a:prstGeom>
          <a:ln w="12700">
            <a:miter lim="400000"/>
          </a:ln>
        </p:spPr>
      </p:pic>
      <p:sp>
        <p:nvSpPr>
          <p:cNvPr id="180" name="Espace réservé du numéro de diapositive 1"/>
          <p:cNvSpPr txBox="1">
            <a:spLocks noGrp="1"/>
          </p:cNvSpPr>
          <p:nvPr>
            <p:ph type="sldNum" sz="quarter" idx="2"/>
          </p:nvPr>
        </p:nvSpPr>
        <p:spPr>
          <a:xfrm>
            <a:off x="7094028" y="10265453"/>
            <a:ext cx="234617" cy="412859"/>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7</a:t>
            </a:fld>
            <a:endParaRPr/>
          </a:p>
        </p:txBody>
      </p:sp>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2" name="Environnement Graphique : Prompt"/>
          <p:cNvSpPr txBox="1">
            <a:spLocks noGrp="1"/>
          </p:cNvSpPr>
          <p:nvPr>
            <p:ph type="title"/>
          </p:nvPr>
        </p:nvSpPr>
        <p:spPr>
          <a:prstGeom prst="rect">
            <a:avLst/>
          </a:prstGeom>
        </p:spPr>
        <p:txBody>
          <a:bodyPr>
            <a:normAutofit/>
          </a:bodyPr>
          <a:lstStyle>
            <a:lvl1pPr defTabSz="578358">
              <a:spcBef>
                <a:spcPts val="1500"/>
              </a:spcBef>
              <a:defRPr sz="6200"/>
            </a:lvl1pPr>
          </a:lstStyle>
          <a:p>
            <a:r>
              <a:t>Environnement Graphique : Prompt</a:t>
            </a:r>
          </a:p>
        </p:txBody>
      </p:sp>
      <p:sp>
        <p:nvSpPr>
          <p:cNvPr id="183" name="Le prompt  est structuré comme suit :"/>
          <p:cNvSpPr txBox="1">
            <a:spLocks noGrp="1"/>
          </p:cNvSpPr>
          <p:nvPr>
            <p:ph type="body" idx="1"/>
          </p:nvPr>
        </p:nvSpPr>
        <p:spPr>
          <a:xfrm>
            <a:off x="586672" y="2794417"/>
            <a:ext cx="13263381" cy="6744095"/>
          </a:xfrm>
          <a:prstGeom prst="rect">
            <a:avLst/>
          </a:prstGeom>
        </p:spPr>
        <p:txBody>
          <a:bodyPr anchor="t"/>
          <a:lstStyle/>
          <a:p>
            <a:r>
              <a:t>Le prompt</a:t>
            </a:r>
            <a:r>
              <a:rPr sz="1328">
                <a:latin typeface="Times Roman"/>
                <a:ea typeface="Times Roman"/>
                <a:cs typeface="Times Roman"/>
                <a:sym typeface="Times Roman"/>
              </a:rPr>
              <a:t> </a:t>
            </a:r>
            <a:r>
              <a:t> est structuré comme suit : </a:t>
            </a:r>
          </a:p>
        </p:txBody>
      </p:sp>
      <p:pic>
        <p:nvPicPr>
          <p:cNvPr id="184" name="Image" descr="Image"/>
          <p:cNvPicPr>
            <a:picLocks noChangeAspect="1"/>
          </p:cNvPicPr>
          <p:nvPr/>
        </p:nvPicPr>
        <p:blipFill>
          <a:blip r:embed="rId2"/>
          <a:stretch>
            <a:fillRect/>
          </a:stretch>
        </p:blipFill>
        <p:spPr>
          <a:xfrm>
            <a:off x="2765368" y="3844821"/>
            <a:ext cx="8905991" cy="1825988"/>
          </a:xfrm>
          <a:prstGeom prst="rect">
            <a:avLst/>
          </a:prstGeom>
          <a:ln w="12700">
            <a:miter lim="400000"/>
          </a:ln>
        </p:spPr>
      </p:pic>
      <p:pic>
        <p:nvPicPr>
          <p:cNvPr id="185" name="Image" descr="Image"/>
          <p:cNvPicPr>
            <a:picLocks noChangeAspect="1"/>
          </p:cNvPicPr>
          <p:nvPr/>
        </p:nvPicPr>
        <p:blipFill>
          <a:blip r:embed="rId3"/>
          <a:stretch>
            <a:fillRect/>
          </a:stretch>
        </p:blipFill>
        <p:spPr>
          <a:xfrm>
            <a:off x="6514916" y="4776130"/>
            <a:ext cx="797721" cy="927582"/>
          </a:xfrm>
          <a:prstGeom prst="rect">
            <a:avLst/>
          </a:prstGeom>
          <a:ln w="12700">
            <a:miter lim="400000"/>
          </a:ln>
        </p:spPr>
      </p:pic>
      <p:pic>
        <p:nvPicPr>
          <p:cNvPr id="186" name="Image" descr="Image"/>
          <p:cNvPicPr>
            <a:picLocks noChangeAspect="1"/>
          </p:cNvPicPr>
          <p:nvPr/>
        </p:nvPicPr>
        <p:blipFill>
          <a:blip r:embed="rId4"/>
          <a:stretch>
            <a:fillRect/>
          </a:stretch>
        </p:blipFill>
        <p:spPr>
          <a:xfrm>
            <a:off x="873477" y="6299021"/>
            <a:ext cx="732634" cy="3432909"/>
          </a:xfrm>
          <a:prstGeom prst="rect">
            <a:avLst/>
          </a:prstGeom>
          <a:ln w="12700">
            <a:miter lim="400000"/>
          </a:ln>
        </p:spPr>
      </p:pic>
      <p:sp>
        <p:nvSpPr>
          <p:cNvPr id="187" name="Le login ou le nom de l’utilisateur connecté"/>
          <p:cNvSpPr txBox="1"/>
          <p:nvPr/>
        </p:nvSpPr>
        <p:spPr>
          <a:xfrm>
            <a:off x="1942719" y="6135409"/>
            <a:ext cx="10516479" cy="74972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6200" tIns="56200" rIns="56200" bIns="56200" anchor="ctr">
            <a:spAutoFit/>
          </a:bodyPr>
          <a:lstStyle>
            <a:lvl1pPr algn="l">
              <a:spcBef>
                <a:spcPts val="2400"/>
              </a:spcBef>
              <a:defRPr sz="3600">
                <a:latin typeface="Palatino"/>
                <a:ea typeface="Palatino"/>
                <a:cs typeface="Palatino"/>
                <a:sym typeface="Palatino"/>
              </a:defRPr>
            </a:lvl1pPr>
          </a:lstStyle>
          <a:p>
            <a:r>
              <a:rPr sz="3983"/>
              <a:t>Le login ou le nom de l’utilisateur connecté  </a:t>
            </a:r>
          </a:p>
        </p:txBody>
      </p:sp>
      <p:sp>
        <p:nvSpPr>
          <p:cNvPr id="188" name="Nom de l’hôte ou de la machine"/>
          <p:cNvSpPr txBox="1"/>
          <p:nvPr/>
        </p:nvSpPr>
        <p:spPr>
          <a:xfrm>
            <a:off x="1901280" y="7109615"/>
            <a:ext cx="7616224" cy="74972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6200" tIns="56200" rIns="56200" bIns="56200" anchor="ctr">
            <a:spAutoFit/>
          </a:bodyPr>
          <a:lstStyle>
            <a:lvl1pPr algn="l">
              <a:spcBef>
                <a:spcPts val="2400"/>
              </a:spcBef>
              <a:defRPr sz="3600">
                <a:latin typeface="Palatino"/>
                <a:ea typeface="Palatino"/>
                <a:cs typeface="Palatino"/>
                <a:sym typeface="Palatino"/>
              </a:defRPr>
            </a:lvl1pPr>
          </a:lstStyle>
          <a:p>
            <a:r>
              <a:rPr sz="3983" dirty="0"/>
              <a:t>Nom de </a:t>
            </a:r>
            <a:r>
              <a:rPr sz="3983" dirty="0" err="1"/>
              <a:t>l’hôte</a:t>
            </a:r>
            <a:r>
              <a:rPr sz="3983" dirty="0"/>
              <a:t> </a:t>
            </a:r>
            <a:r>
              <a:rPr sz="3983" dirty="0" err="1"/>
              <a:t>ou</a:t>
            </a:r>
            <a:r>
              <a:rPr sz="3983" dirty="0"/>
              <a:t> de la machine</a:t>
            </a:r>
          </a:p>
        </p:txBody>
      </p:sp>
      <p:sp>
        <p:nvSpPr>
          <p:cNvPr id="189" name="La position actuelle dans le système de fichier"/>
          <p:cNvSpPr txBox="1"/>
          <p:nvPr/>
        </p:nvSpPr>
        <p:spPr>
          <a:xfrm>
            <a:off x="1880908" y="7916072"/>
            <a:ext cx="10854260" cy="74972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6200" tIns="56200" rIns="56200" bIns="56200" anchor="ctr">
            <a:spAutoFit/>
          </a:bodyPr>
          <a:lstStyle>
            <a:lvl1pPr algn="l">
              <a:spcBef>
                <a:spcPts val="2400"/>
              </a:spcBef>
              <a:defRPr sz="3600">
                <a:latin typeface="Palatino"/>
                <a:ea typeface="Palatino"/>
                <a:cs typeface="Palatino"/>
                <a:sym typeface="Palatino"/>
              </a:defRPr>
            </a:lvl1pPr>
          </a:lstStyle>
          <a:p>
            <a:r>
              <a:rPr sz="3983" dirty="0"/>
              <a:t>La position </a:t>
            </a:r>
            <a:r>
              <a:rPr sz="3983" dirty="0" err="1"/>
              <a:t>actuelle</a:t>
            </a:r>
            <a:r>
              <a:rPr sz="3983" dirty="0"/>
              <a:t> dans le </a:t>
            </a:r>
            <a:r>
              <a:rPr sz="3983" dirty="0" err="1"/>
              <a:t>système</a:t>
            </a:r>
            <a:r>
              <a:rPr sz="3983" dirty="0"/>
              <a:t> de </a:t>
            </a:r>
            <a:r>
              <a:rPr sz="3983" dirty="0" err="1"/>
              <a:t>fichier</a:t>
            </a:r>
            <a:endParaRPr sz="3983" dirty="0"/>
          </a:p>
        </p:txBody>
      </p:sp>
      <p:sp>
        <p:nvSpPr>
          <p:cNvPr id="190" name="Types d’utilisateurs ($ : utilisateur simple  / # : admin)"/>
          <p:cNvSpPr txBox="1"/>
          <p:nvPr/>
        </p:nvSpPr>
        <p:spPr>
          <a:xfrm>
            <a:off x="1764445" y="8739583"/>
            <a:ext cx="12767795" cy="74972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6200" tIns="56200" rIns="56200" bIns="56200" anchor="ctr">
            <a:spAutoFit/>
          </a:bodyPr>
          <a:lstStyle>
            <a:lvl1pPr algn="l">
              <a:spcBef>
                <a:spcPts val="2400"/>
              </a:spcBef>
              <a:defRPr sz="3600">
                <a:latin typeface="Palatino"/>
                <a:ea typeface="Palatino"/>
                <a:cs typeface="Palatino"/>
                <a:sym typeface="Palatino"/>
              </a:defRPr>
            </a:lvl1pPr>
          </a:lstStyle>
          <a:p>
            <a:r>
              <a:rPr sz="3983" dirty="0"/>
              <a:t>Types </a:t>
            </a:r>
            <a:r>
              <a:rPr sz="3983" dirty="0" err="1"/>
              <a:t>d’utilisateurs</a:t>
            </a:r>
            <a:r>
              <a:rPr sz="3983" dirty="0"/>
              <a:t> ($ : </a:t>
            </a:r>
            <a:r>
              <a:rPr sz="3983" dirty="0" err="1"/>
              <a:t>utilisateur</a:t>
            </a:r>
            <a:r>
              <a:rPr sz="3983" dirty="0"/>
              <a:t> simple  / # : admin)</a:t>
            </a:r>
          </a:p>
        </p:txBody>
      </p:sp>
      <p:sp>
        <p:nvSpPr>
          <p:cNvPr id="191" name="Espace réservé du numéro de diapositive 1"/>
          <p:cNvSpPr txBox="1">
            <a:spLocks noGrp="1"/>
          </p:cNvSpPr>
          <p:nvPr>
            <p:ph type="sldNum" sz="quarter" idx="2"/>
          </p:nvPr>
        </p:nvSpPr>
        <p:spPr>
          <a:xfrm>
            <a:off x="7094028" y="10265453"/>
            <a:ext cx="234617" cy="412859"/>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8</a:t>
            </a:fld>
            <a:endParaRPr/>
          </a:p>
        </p:txBody>
      </p:sp>
    </p:spTree>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3" name="Terminal Vs Shell"/>
          <p:cNvSpPr txBox="1">
            <a:spLocks noGrp="1"/>
          </p:cNvSpPr>
          <p:nvPr>
            <p:ph type="title"/>
          </p:nvPr>
        </p:nvSpPr>
        <p:spPr>
          <a:prstGeom prst="rect">
            <a:avLst/>
          </a:prstGeom>
        </p:spPr>
        <p:txBody>
          <a:bodyPr/>
          <a:lstStyle/>
          <a:p>
            <a:r>
              <a:t>Terminal Vs Shell</a:t>
            </a:r>
          </a:p>
        </p:txBody>
      </p:sp>
      <p:sp>
        <p:nvSpPr>
          <p:cNvPr id="194" name="Terminal = Un environnement graphique d’entrée / sortie de texte qui permet à l'utilisateur d’ introduire des commandes Shell.…"/>
          <p:cNvSpPr txBox="1">
            <a:spLocks noGrp="1"/>
          </p:cNvSpPr>
          <p:nvPr>
            <p:ph type="body" idx="1"/>
          </p:nvPr>
        </p:nvSpPr>
        <p:spPr>
          <a:prstGeom prst="rect">
            <a:avLst/>
          </a:prstGeom>
        </p:spPr>
        <p:txBody>
          <a:bodyPr/>
          <a:lstStyle/>
          <a:p>
            <a:pPr marL="534290" indent="-534290" algn="just">
              <a:defRPr sz="3700" b="1" i="1" u="sng">
                <a:solidFill>
                  <a:srgbClr val="011993"/>
                </a:solidFill>
              </a:defRPr>
            </a:pPr>
            <a:r>
              <a:rPr dirty="0"/>
              <a:t>Terminal = Un </a:t>
            </a:r>
            <a:r>
              <a:rPr dirty="0" err="1"/>
              <a:t>environnement</a:t>
            </a:r>
            <a:r>
              <a:rPr dirty="0"/>
              <a:t> </a:t>
            </a:r>
            <a:r>
              <a:rPr dirty="0" err="1"/>
              <a:t>graphique</a:t>
            </a:r>
            <a:r>
              <a:rPr dirty="0"/>
              <a:t> </a:t>
            </a:r>
            <a:r>
              <a:rPr dirty="0" err="1"/>
              <a:t>d’entrée</a:t>
            </a:r>
            <a:r>
              <a:rPr dirty="0"/>
              <a:t> / sortie de </a:t>
            </a:r>
            <a:r>
              <a:rPr dirty="0" err="1"/>
              <a:t>texte</a:t>
            </a:r>
            <a:r>
              <a:rPr dirty="0"/>
              <a:t> qui </a:t>
            </a:r>
            <a:r>
              <a:rPr dirty="0" err="1"/>
              <a:t>permet</a:t>
            </a:r>
            <a:r>
              <a:rPr dirty="0"/>
              <a:t> à </a:t>
            </a:r>
            <a:r>
              <a:rPr dirty="0" err="1"/>
              <a:t>l'utilisateur</a:t>
            </a:r>
            <a:r>
              <a:rPr dirty="0"/>
              <a:t> </a:t>
            </a:r>
            <a:r>
              <a:rPr dirty="0" err="1"/>
              <a:t>d’introduire</a:t>
            </a:r>
            <a:r>
              <a:rPr dirty="0"/>
              <a:t> des </a:t>
            </a:r>
            <a:r>
              <a:rPr dirty="0" err="1"/>
              <a:t>commandes</a:t>
            </a:r>
            <a:r>
              <a:rPr dirty="0"/>
              <a:t> Shell.</a:t>
            </a:r>
          </a:p>
          <a:p>
            <a:pPr marL="534290" indent="-534290" algn="just">
              <a:defRPr sz="3700" b="1" i="1" u="sng">
                <a:solidFill>
                  <a:srgbClr val="011993"/>
                </a:solidFill>
              </a:defRPr>
            </a:pPr>
            <a:r>
              <a:rPr dirty="0"/>
              <a:t>Shell = Un </a:t>
            </a:r>
            <a:r>
              <a:rPr dirty="0" err="1"/>
              <a:t>interpréteur</a:t>
            </a:r>
            <a:r>
              <a:rPr dirty="0"/>
              <a:t> de </a:t>
            </a:r>
            <a:r>
              <a:rPr dirty="0" err="1"/>
              <a:t>commande</a:t>
            </a:r>
            <a:r>
              <a:rPr dirty="0"/>
              <a:t> + Un </a:t>
            </a:r>
            <a:r>
              <a:rPr dirty="0" err="1"/>
              <a:t>langage</a:t>
            </a:r>
            <a:r>
              <a:rPr dirty="0"/>
              <a:t> de </a:t>
            </a:r>
            <a:r>
              <a:rPr dirty="0" err="1"/>
              <a:t>programmation</a:t>
            </a:r>
            <a:r>
              <a:rPr dirty="0"/>
              <a:t>.</a:t>
            </a:r>
          </a:p>
        </p:txBody>
      </p:sp>
      <p:sp>
        <p:nvSpPr>
          <p:cNvPr id="195" name="Ligne"/>
          <p:cNvSpPr/>
          <p:nvPr/>
        </p:nvSpPr>
        <p:spPr>
          <a:xfrm>
            <a:off x="14261943" y="10021337"/>
            <a:ext cx="1100025" cy="2"/>
          </a:xfrm>
          <a:prstGeom prst="line">
            <a:avLst/>
          </a:prstGeom>
          <a:ln w="25400">
            <a:solidFill>
              <a:srgbClr val="FF2600"/>
            </a:solidFill>
            <a:miter lim="400000"/>
            <a:tailEnd type="triangle"/>
          </a:ln>
        </p:spPr>
        <p:txBody>
          <a:bodyPr lIns="50578" tIns="50578" rIns="50578" bIns="50578"/>
          <a:lstStyle/>
          <a:p>
            <a:endParaRPr sz="2835"/>
          </a:p>
        </p:txBody>
      </p:sp>
      <p:sp>
        <p:nvSpPr>
          <p:cNvPr id="196" name="Espace réservé du numéro de diapositive 1"/>
          <p:cNvSpPr txBox="1">
            <a:spLocks noGrp="1"/>
          </p:cNvSpPr>
          <p:nvPr>
            <p:ph type="sldNum" sz="quarter" idx="2"/>
          </p:nvPr>
        </p:nvSpPr>
        <p:spPr>
          <a:xfrm>
            <a:off x="7094028" y="10265453"/>
            <a:ext cx="234617" cy="412859"/>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9</a:t>
            </a:fld>
            <a:endParaRPr/>
          </a:p>
        </p:txBody>
      </p:sp>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8" name="Terminal Vs Shell"/>
          <p:cNvSpPr txBox="1">
            <a:spLocks noGrp="1"/>
          </p:cNvSpPr>
          <p:nvPr>
            <p:ph type="title"/>
          </p:nvPr>
        </p:nvSpPr>
        <p:spPr>
          <a:prstGeom prst="rect">
            <a:avLst/>
          </a:prstGeom>
        </p:spPr>
        <p:txBody>
          <a:bodyPr/>
          <a:lstStyle/>
          <a:p>
            <a:r>
              <a:t>Terminal Vs Shell</a:t>
            </a:r>
          </a:p>
        </p:txBody>
      </p:sp>
      <p:sp>
        <p:nvSpPr>
          <p:cNvPr id="222" name="Espace réservé du numéro de diapositive 1"/>
          <p:cNvSpPr txBox="1">
            <a:spLocks noGrp="1"/>
          </p:cNvSpPr>
          <p:nvPr>
            <p:ph type="sldNum" sz="quarter" idx="2"/>
          </p:nvPr>
        </p:nvSpPr>
        <p:spPr>
          <a:xfrm>
            <a:off x="7029966" y="10265453"/>
            <a:ext cx="362740" cy="412859"/>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10</a:t>
            </a:fld>
            <a:endParaRPr/>
          </a:p>
        </p:txBody>
      </p:sp>
      <p:grpSp>
        <p:nvGrpSpPr>
          <p:cNvPr id="2" name="Groupe 1">
            <a:extLst>
              <a:ext uri="{FF2B5EF4-FFF2-40B4-BE49-F238E27FC236}">
                <a16:creationId xmlns:a16="http://schemas.microsoft.com/office/drawing/2014/main" xmlns="" id="{80D5F5F9-53A6-495D-A47D-B79B6BCF0512}"/>
              </a:ext>
            </a:extLst>
          </p:cNvPr>
          <p:cNvGrpSpPr/>
          <p:nvPr/>
        </p:nvGrpSpPr>
        <p:grpSpPr>
          <a:xfrm>
            <a:off x="1782530" y="3423685"/>
            <a:ext cx="11300294" cy="4698808"/>
            <a:chOff x="1588940" y="3074009"/>
            <a:chExt cx="10214361" cy="4247264"/>
          </a:xfrm>
        </p:grpSpPr>
        <p:pic>
          <p:nvPicPr>
            <p:cNvPr id="199" name="9d86d37e0e1ee40a5cd7663eebcf3435.png" descr="9d86d37e0e1ee40a5cd7663eebcf3435.png"/>
            <p:cNvPicPr>
              <a:picLocks noChangeAspect="1"/>
            </p:cNvPicPr>
            <p:nvPr/>
          </p:nvPicPr>
          <p:blipFill>
            <a:blip r:embed="rId2"/>
            <a:stretch>
              <a:fillRect/>
            </a:stretch>
          </p:blipFill>
          <p:spPr>
            <a:xfrm>
              <a:off x="2232682" y="3074009"/>
              <a:ext cx="1668153" cy="3125388"/>
            </a:xfrm>
            <a:prstGeom prst="rect">
              <a:avLst/>
            </a:prstGeom>
            <a:ln w="12700">
              <a:miter lim="400000"/>
            </a:ln>
          </p:spPr>
        </p:pic>
        <p:sp>
          <p:nvSpPr>
            <p:cNvPr id="200" name="Unix User"/>
            <p:cNvSpPr txBox="1"/>
            <p:nvPr/>
          </p:nvSpPr>
          <p:spPr>
            <a:xfrm>
              <a:off x="1588940" y="6355542"/>
              <a:ext cx="2687495" cy="51193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6200" tIns="56200" rIns="56200" bIns="56200" anchor="ctr">
              <a:spAutoFit/>
            </a:bodyPr>
            <a:lstStyle/>
            <a:p>
              <a:pPr>
                <a:defRPr b="1">
                  <a:latin typeface="Palatino"/>
                  <a:ea typeface="Palatino"/>
                  <a:cs typeface="Palatino"/>
                  <a:sym typeface="Palatino"/>
                </a:defRPr>
              </a:pPr>
              <a:r>
                <a:rPr sz="2835"/>
                <a:t>Unix User </a:t>
              </a:r>
            </a:p>
          </p:txBody>
        </p:sp>
        <p:grpSp>
          <p:nvGrpSpPr>
            <p:cNvPr id="203" name="Terminal"/>
            <p:cNvGrpSpPr/>
            <p:nvPr/>
          </p:nvGrpSpPr>
          <p:grpSpPr>
            <a:xfrm>
              <a:off x="5840515" y="3561689"/>
              <a:ext cx="1869134" cy="799996"/>
              <a:chOff x="0" y="0"/>
              <a:chExt cx="1869132" cy="799994"/>
            </a:xfrm>
          </p:grpSpPr>
          <p:sp>
            <p:nvSpPr>
              <p:cNvPr id="201" name="Rectangle aux angles arrondis"/>
              <p:cNvSpPr/>
              <p:nvPr/>
            </p:nvSpPr>
            <p:spPr>
              <a:xfrm>
                <a:off x="0" y="0"/>
                <a:ext cx="1869132" cy="799994"/>
              </a:xfrm>
              <a:prstGeom prst="roundRect">
                <a:avLst>
                  <a:gd name="adj" fmla="val 19148"/>
                </a:avLst>
              </a:prstGeom>
              <a:gradFill flip="none" rotWithShape="1">
                <a:gsLst>
                  <a:gs pos="0">
                    <a:schemeClr val="accent4">
                      <a:hueOff val="-233152"/>
                      <a:satOff val="51231"/>
                      <a:lumOff val="23762"/>
                    </a:schemeClr>
                  </a:gs>
                  <a:gs pos="35000">
                    <a:srgbClr val="FFE7C5"/>
                  </a:gs>
                  <a:gs pos="100000">
                    <a:schemeClr val="accent4">
                      <a:hueOff val="-295904"/>
                      <a:satOff val="51231"/>
                      <a:lumOff val="35390"/>
                    </a:schemeClr>
                  </a:gs>
                </a:gsLst>
                <a:lin ang="16200000" scaled="0"/>
              </a:gradFill>
              <a:ln w="9525" cap="flat">
                <a:solidFill>
                  <a:srgbClr val="C9A663"/>
                </a:solidFill>
                <a:prstDash val="solid"/>
                <a:round/>
              </a:ln>
              <a:effectLst/>
            </p:spPr>
            <p:txBody>
              <a:bodyPr wrap="square" lIns="56200" tIns="56200" rIns="56200" bIns="56200" numCol="1" anchor="ctr">
                <a:noAutofit/>
              </a:bodyPr>
              <a:lstStyle/>
              <a:p>
                <a:pPr>
                  <a:defRPr sz="3200">
                    <a:solidFill>
                      <a:srgbClr val="000000"/>
                    </a:solidFill>
                    <a:effectLst>
                      <a:outerShdw blurRad="25400" dist="33948" dir="2700000" rotWithShape="0">
                        <a:srgbClr val="3B3936"/>
                      </a:outerShdw>
                    </a:effectLst>
                  </a:defRPr>
                </a:pPr>
                <a:endParaRPr sz="3541"/>
              </a:p>
            </p:txBody>
          </p:sp>
          <p:sp>
            <p:nvSpPr>
              <p:cNvPr id="202" name="Terminal"/>
              <p:cNvSpPr txBox="1"/>
              <p:nvPr/>
            </p:nvSpPr>
            <p:spPr>
              <a:xfrm>
                <a:off x="49628" y="93075"/>
                <a:ext cx="1769875" cy="613844"/>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6200" tIns="56200" rIns="56200" bIns="56200" numCol="1" anchor="ctr">
                <a:spAutoFit/>
              </a:bodyPr>
              <a:lstStyle/>
              <a:p>
                <a:pPr>
                  <a:defRPr sz="2800">
                    <a:solidFill>
                      <a:srgbClr val="000000"/>
                    </a:solidFill>
                    <a:effectLst>
                      <a:outerShdw blurRad="25400" dist="33948" dir="2700000" rotWithShape="0">
                        <a:srgbClr val="3B3936"/>
                      </a:outerShdw>
                    </a:effectLst>
                  </a:defRPr>
                </a:pPr>
                <a:r>
                  <a:rPr sz="3097"/>
                  <a:t>Termina</a:t>
                </a:r>
                <a:r>
                  <a:rPr sz="3541"/>
                  <a:t>l</a:t>
                </a:r>
              </a:p>
            </p:txBody>
          </p:sp>
        </p:grpSp>
        <p:sp>
          <p:nvSpPr>
            <p:cNvPr id="204" name="Ligne"/>
            <p:cNvSpPr/>
            <p:nvPr/>
          </p:nvSpPr>
          <p:spPr>
            <a:xfrm>
              <a:off x="4017016" y="3782653"/>
              <a:ext cx="1823500" cy="1"/>
            </a:xfrm>
            <a:prstGeom prst="line">
              <a:avLst/>
            </a:prstGeom>
            <a:ln w="25400">
              <a:solidFill>
                <a:srgbClr val="941100"/>
              </a:solidFill>
              <a:miter lim="400000"/>
              <a:tailEnd type="triangle"/>
            </a:ln>
          </p:spPr>
          <p:txBody>
            <a:bodyPr lIns="50578" tIns="50578" rIns="50578" bIns="50578"/>
            <a:lstStyle/>
            <a:p>
              <a:endParaRPr sz="2835"/>
            </a:p>
          </p:txBody>
        </p:sp>
        <p:sp>
          <p:nvSpPr>
            <p:cNvPr id="205" name="Inputs"/>
            <p:cNvSpPr txBox="1"/>
            <p:nvPr/>
          </p:nvSpPr>
          <p:spPr>
            <a:xfrm>
              <a:off x="4298376" y="3223911"/>
              <a:ext cx="1143390" cy="51782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6200" tIns="56200" rIns="56200" bIns="56200" anchor="ctr">
              <a:spAutoFit/>
            </a:bodyPr>
            <a:lstStyle>
              <a:lvl1pPr>
                <a:defRPr sz="2600" b="1">
                  <a:solidFill>
                    <a:srgbClr val="941100"/>
                  </a:solidFill>
                  <a:latin typeface="Palatino"/>
                  <a:ea typeface="Palatino"/>
                  <a:cs typeface="Palatino"/>
                  <a:sym typeface="Palatino"/>
                </a:defRPr>
              </a:lvl1pPr>
            </a:lstStyle>
            <a:p>
              <a:r>
                <a:rPr sz="2876" dirty="0"/>
                <a:t>Inputs</a:t>
              </a:r>
            </a:p>
          </p:txBody>
        </p:sp>
        <p:sp>
          <p:nvSpPr>
            <p:cNvPr id="207" name="Ligne"/>
            <p:cNvSpPr/>
            <p:nvPr/>
          </p:nvSpPr>
          <p:spPr>
            <a:xfrm flipH="1">
              <a:off x="4017014" y="4190877"/>
              <a:ext cx="1823502" cy="1"/>
            </a:xfrm>
            <a:prstGeom prst="line">
              <a:avLst/>
            </a:prstGeom>
            <a:ln w="25400">
              <a:solidFill>
                <a:srgbClr val="4F8F00"/>
              </a:solidFill>
              <a:miter lim="400000"/>
              <a:tailEnd type="triangle"/>
            </a:ln>
          </p:spPr>
          <p:txBody>
            <a:bodyPr lIns="50578" tIns="50578" rIns="50578" bIns="50578"/>
            <a:lstStyle/>
            <a:p>
              <a:endParaRPr sz="2835"/>
            </a:p>
          </p:txBody>
        </p:sp>
        <p:sp>
          <p:nvSpPr>
            <p:cNvPr id="208" name="Outputs"/>
            <p:cNvSpPr txBox="1"/>
            <p:nvPr/>
          </p:nvSpPr>
          <p:spPr>
            <a:xfrm>
              <a:off x="4291428" y="4283934"/>
              <a:ext cx="1412614" cy="51782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6200" tIns="56200" rIns="56200" bIns="56200" anchor="ctr">
              <a:spAutoFit/>
            </a:bodyPr>
            <a:lstStyle>
              <a:lvl1pPr>
                <a:defRPr sz="2600" b="1">
                  <a:solidFill>
                    <a:srgbClr val="011993"/>
                  </a:solidFill>
                  <a:latin typeface="Palatino"/>
                  <a:ea typeface="Palatino"/>
                  <a:cs typeface="Palatino"/>
                  <a:sym typeface="Palatino"/>
                </a:defRPr>
              </a:lvl1pPr>
            </a:lstStyle>
            <a:p>
              <a:r>
                <a:rPr sz="2876"/>
                <a:t>Outputs</a:t>
              </a:r>
            </a:p>
          </p:txBody>
        </p:sp>
        <p:grpSp>
          <p:nvGrpSpPr>
            <p:cNvPr id="211" name="Shell"/>
            <p:cNvGrpSpPr/>
            <p:nvPr/>
          </p:nvGrpSpPr>
          <p:grpSpPr>
            <a:xfrm>
              <a:off x="9451491" y="3546164"/>
              <a:ext cx="2351810" cy="799996"/>
              <a:chOff x="0" y="0"/>
              <a:chExt cx="2351808" cy="799994"/>
            </a:xfrm>
          </p:grpSpPr>
          <p:sp>
            <p:nvSpPr>
              <p:cNvPr id="209" name="Rectangle aux angles arrondis"/>
              <p:cNvSpPr/>
              <p:nvPr/>
            </p:nvSpPr>
            <p:spPr>
              <a:xfrm>
                <a:off x="0" y="0"/>
                <a:ext cx="2351808" cy="799994"/>
              </a:xfrm>
              <a:prstGeom prst="roundRect">
                <a:avLst>
                  <a:gd name="adj" fmla="val 19148"/>
                </a:avLst>
              </a:prstGeom>
              <a:solidFill>
                <a:srgbClr val="FFFFFF"/>
              </a:solidFill>
              <a:ln w="12700" cap="flat">
                <a:solidFill>
                  <a:srgbClr val="000000"/>
                </a:solidFill>
                <a:prstDash val="solid"/>
                <a:miter lim="400000"/>
              </a:ln>
              <a:effectLst/>
            </p:spPr>
            <p:txBody>
              <a:bodyPr wrap="square" lIns="56200" tIns="56200" rIns="56200" bIns="56200" numCol="1" anchor="ctr">
                <a:noAutofit/>
              </a:bodyPr>
              <a:lstStyle/>
              <a:p>
                <a:pPr>
                  <a:defRPr sz="3200">
                    <a:solidFill>
                      <a:srgbClr val="000000"/>
                    </a:solidFill>
                    <a:effectLst>
                      <a:outerShdw blurRad="25400" dist="33948" dir="2700000" rotWithShape="0">
                        <a:srgbClr val="3B3936"/>
                      </a:outerShdw>
                    </a:effectLst>
                    <a:latin typeface="Palatino"/>
                    <a:ea typeface="Palatino"/>
                    <a:cs typeface="Palatino"/>
                    <a:sym typeface="Palatino"/>
                  </a:defRPr>
                </a:pPr>
                <a:endParaRPr sz="3541"/>
              </a:p>
            </p:txBody>
          </p:sp>
          <p:sp>
            <p:nvSpPr>
              <p:cNvPr id="210" name="Shell"/>
              <p:cNvSpPr txBox="1"/>
              <p:nvPr/>
            </p:nvSpPr>
            <p:spPr>
              <a:xfrm>
                <a:off x="51215" y="93076"/>
                <a:ext cx="2249378" cy="613844"/>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6200" tIns="56200" rIns="56200" bIns="56200" numCol="1" anchor="ctr">
                <a:spAutoFit/>
              </a:bodyPr>
              <a:lstStyle>
                <a:lvl1pPr>
                  <a:defRPr sz="3200">
                    <a:solidFill>
                      <a:srgbClr val="000000"/>
                    </a:solidFill>
                    <a:effectLst>
                      <a:outerShdw blurRad="25400" dist="33948" dir="2700000" rotWithShape="0">
                        <a:srgbClr val="3B3936"/>
                      </a:outerShdw>
                    </a:effectLst>
                    <a:latin typeface="Palatino"/>
                    <a:ea typeface="Palatino"/>
                    <a:cs typeface="Palatino"/>
                    <a:sym typeface="Palatino"/>
                  </a:defRPr>
                </a:lvl1pPr>
              </a:lstStyle>
              <a:p>
                <a:r>
                  <a:rPr sz="3541"/>
                  <a:t>Shell</a:t>
                </a:r>
              </a:p>
            </p:txBody>
          </p:sp>
        </p:grpSp>
        <p:grpSp>
          <p:nvGrpSpPr>
            <p:cNvPr id="214" name="Kernel"/>
            <p:cNvGrpSpPr/>
            <p:nvPr/>
          </p:nvGrpSpPr>
          <p:grpSpPr>
            <a:xfrm>
              <a:off x="9451491" y="5033719"/>
              <a:ext cx="2351810" cy="799996"/>
              <a:chOff x="0" y="0"/>
              <a:chExt cx="2351808" cy="799994"/>
            </a:xfrm>
          </p:grpSpPr>
          <p:sp>
            <p:nvSpPr>
              <p:cNvPr id="212" name="Rectangle aux angles arrondis"/>
              <p:cNvSpPr/>
              <p:nvPr/>
            </p:nvSpPr>
            <p:spPr>
              <a:xfrm>
                <a:off x="0" y="0"/>
                <a:ext cx="2351808" cy="799994"/>
              </a:xfrm>
              <a:prstGeom prst="roundRect">
                <a:avLst>
                  <a:gd name="adj" fmla="val 19148"/>
                </a:avLst>
              </a:prstGeom>
              <a:solidFill>
                <a:srgbClr val="FFFFFF"/>
              </a:solidFill>
              <a:ln w="12700" cap="flat">
                <a:solidFill>
                  <a:srgbClr val="000000"/>
                </a:solidFill>
                <a:prstDash val="solid"/>
                <a:miter lim="400000"/>
              </a:ln>
              <a:effectLst/>
            </p:spPr>
            <p:txBody>
              <a:bodyPr wrap="square" lIns="56200" tIns="56200" rIns="56200" bIns="56200" numCol="1" anchor="ctr">
                <a:noAutofit/>
              </a:bodyPr>
              <a:lstStyle/>
              <a:p>
                <a:pPr>
                  <a:defRPr sz="3200">
                    <a:solidFill>
                      <a:srgbClr val="000000"/>
                    </a:solidFill>
                    <a:effectLst>
                      <a:outerShdw blurRad="25400" dist="33948" dir="2700000" rotWithShape="0">
                        <a:srgbClr val="3B3936"/>
                      </a:outerShdw>
                    </a:effectLst>
                    <a:latin typeface="Palatino"/>
                    <a:ea typeface="Palatino"/>
                    <a:cs typeface="Palatino"/>
                    <a:sym typeface="Palatino"/>
                  </a:defRPr>
                </a:pPr>
                <a:endParaRPr sz="3541"/>
              </a:p>
            </p:txBody>
          </p:sp>
          <p:sp>
            <p:nvSpPr>
              <p:cNvPr id="213" name="Kernel"/>
              <p:cNvSpPr txBox="1"/>
              <p:nvPr/>
            </p:nvSpPr>
            <p:spPr>
              <a:xfrm>
                <a:off x="51215" y="93076"/>
                <a:ext cx="2249378" cy="613844"/>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6200" tIns="56200" rIns="56200" bIns="56200" numCol="1" anchor="ctr">
                <a:spAutoFit/>
              </a:bodyPr>
              <a:lstStyle>
                <a:lvl1pPr>
                  <a:defRPr sz="3200">
                    <a:solidFill>
                      <a:srgbClr val="000000"/>
                    </a:solidFill>
                    <a:effectLst>
                      <a:outerShdw blurRad="25400" dist="33948" dir="2700000" rotWithShape="0">
                        <a:srgbClr val="3B3936"/>
                      </a:outerShdw>
                    </a:effectLst>
                    <a:latin typeface="Palatino"/>
                    <a:ea typeface="Palatino"/>
                    <a:cs typeface="Palatino"/>
                    <a:sym typeface="Palatino"/>
                  </a:defRPr>
                </a:lvl1pPr>
              </a:lstStyle>
              <a:p>
                <a:r>
                  <a:rPr sz="3541"/>
                  <a:t>Kernel</a:t>
                </a:r>
              </a:p>
            </p:txBody>
          </p:sp>
        </p:grpSp>
        <p:grpSp>
          <p:nvGrpSpPr>
            <p:cNvPr id="217" name="Hardware"/>
            <p:cNvGrpSpPr/>
            <p:nvPr/>
          </p:nvGrpSpPr>
          <p:grpSpPr>
            <a:xfrm>
              <a:off x="9451491" y="6521277"/>
              <a:ext cx="2351810" cy="799996"/>
              <a:chOff x="0" y="0"/>
              <a:chExt cx="2351808" cy="799994"/>
            </a:xfrm>
          </p:grpSpPr>
          <p:sp>
            <p:nvSpPr>
              <p:cNvPr id="215" name="Rectangle aux angles arrondis"/>
              <p:cNvSpPr/>
              <p:nvPr/>
            </p:nvSpPr>
            <p:spPr>
              <a:xfrm>
                <a:off x="0" y="0"/>
                <a:ext cx="2351808" cy="799994"/>
              </a:xfrm>
              <a:prstGeom prst="roundRect">
                <a:avLst>
                  <a:gd name="adj" fmla="val 19148"/>
                </a:avLst>
              </a:prstGeom>
              <a:solidFill>
                <a:srgbClr val="FFFFFF"/>
              </a:solidFill>
              <a:ln w="12700" cap="flat">
                <a:solidFill>
                  <a:srgbClr val="000000"/>
                </a:solidFill>
                <a:prstDash val="solid"/>
                <a:miter lim="400000"/>
              </a:ln>
              <a:effectLst/>
            </p:spPr>
            <p:txBody>
              <a:bodyPr wrap="square" lIns="56200" tIns="56200" rIns="56200" bIns="56200" numCol="1" anchor="ctr">
                <a:noAutofit/>
              </a:bodyPr>
              <a:lstStyle/>
              <a:p>
                <a:pPr>
                  <a:defRPr sz="3200">
                    <a:solidFill>
                      <a:srgbClr val="000000"/>
                    </a:solidFill>
                    <a:effectLst>
                      <a:outerShdw blurRad="25400" dist="33948" dir="2700000" rotWithShape="0">
                        <a:srgbClr val="3B3936"/>
                      </a:outerShdw>
                    </a:effectLst>
                    <a:latin typeface="Palatino"/>
                    <a:ea typeface="Palatino"/>
                    <a:cs typeface="Palatino"/>
                    <a:sym typeface="Palatino"/>
                  </a:defRPr>
                </a:pPr>
                <a:endParaRPr sz="3541"/>
              </a:p>
            </p:txBody>
          </p:sp>
          <p:sp>
            <p:nvSpPr>
              <p:cNvPr id="216" name="Hardware"/>
              <p:cNvSpPr txBox="1"/>
              <p:nvPr/>
            </p:nvSpPr>
            <p:spPr>
              <a:xfrm>
                <a:off x="51215" y="93076"/>
                <a:ext cx="2249378" cy="613844"/>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6200" tIns="56200" rIns="56200" bIns="56200" numCol="1" anchor="ctr">
                <a:spAutoFit/>
              </a:bodyPr>
              <a:lstStyle>
                <a:lvl1pPr>
                  <a:defRPr sz="3200">
                    <a:solidFill>
                      <a:srgbClr val="000000"/>
                    </a:solidFill>
                    <a:effectLst>
                      <a:outerShdw blurRad="25400" dist="33948" dir="2700000" rotWithShape="0">
                        <a:srgbClr val="3B3936"/>
                      </a:outerShdw>
                    </a:effectLst>
                    <a:latin typeface="Palatino"/>
                    <a:ea typeface="Palatino"/>
                    <a:cs typeface="Palatino"/>
                    <a:sym typeface="Palatino"/>
                  </a:defRPr>
                </a:lvl1pPr>
              </a:lstStyle>
              <a:p>
                <a:r>
                  <a:rPr sz="3541"/>
                  <a:t>Hardware </a:t>
                </a:r>
              </a:p>
            </p:txBody>
          </p:sp>
        </p:grpSp>
        <p:sp>
          <p:nvSpPr>
            <p:cNvPr id="218" name="Ligne"/>
            <p:cNvSpPr/>
            <p:nvPr/>
          </p:nvSpPr>
          <p:spPr>
            <a:xfrm>
              <a:off x="10843524" y="4408593"/>
              <a:ext cx="2" cy="609602"/>
            </a:xfrm>
            <a:prstGeom prst="line">
              <a:avLst/>
            </a:prstGeom>
            <a:ln w="25400">
              <a:solidFill>
                <a:srgbClr val="941100"/>
              </a:solidFill>
              <a:miter lim="400000"/>
              <a:tailEnd type="triangle"/>
            </a:ln>
          </p:spPr>
          <p:txBody>
            <a:bodyPr lIns="50578" tIns="50578" rIns="50578" bIns="50578"/>
            <a:lstStyle/>
            <a:p>
              <a:endParaRPr sz="2835"/>
            </a:p>
          </p:txBody>
        </p:sp>
        <p:sp>
          <p:nvSpPr>
            <p:cNvPr id="219" name="Ligne"/>
            <p:cNvSpPr/>
            <p:nvPr/>
          </p:nvSpPr>
          <p:spPr>
            <a:xfrm flipV="1">
              <a:off x="10411265" y="4361683"/>
              <a:ext cx="2" cy="633390"/>
            </a:xfrm>
            <a:prstGeom prst="line">
              <a:avLst/>
            </a:prstGeom>
            <a:ln w="25400">
              <a:solidFill>
                <a:srgbClr val="009051"/>
              </a:solidFill>
              <a:miter lim="400000"/>
              <a:tailEnd type="triangle"/>
            </a:ln>
          </p:spPr>
          <p:txBody>
            <a:bodyPr lIns="50578" tIns="50578" rIns="50578" bIns="50578"/>
            <a:lstStyle/>
            <a:p>
              <a:endParaRPr sz="2835"/>
            </a:p>
          </p:txBody>
        </p:sp>
        <p:sp>
          <p:nvSpPr>
            <p:cNvPr id="220" name="Ligne"/>
            <p:cNvSpPr/>
            <p:nvPr/>
          </p:nvSpPr>
          <p:spPr>
            <a:xfrm>
              <a:off x="10843524" y="5896150"/>
              <a:ext cx="2" cy="609602"/>
            </a:xfrm>
            <a:prstGeom prst="line">
              <a:avLst/>
            </a:prstGeom>
            <a:ln w="25400">
              <a:solidFill>
                <a:srgbClr val="941100"/>
              </a:solidFill>
              <a:miter lim="400000"/>
              <a:tailEnd type="triangle"/>
            </a:ln>
          </p:spPr>
          <p:txBody>
            <a:bodyPr lIns="50578" tIns="50578" rIns="50578" bIns="50578"/>
            <a:lstStyle/>
            <a:p>
              <a:endParaRPr sz="2835"/>
            </a:p>
          </p:txBody>
        </p:sp>
        <p:sp>
          <p:nvSpPr>
            <p:cNvPr id="221" name="Ligne"/>
            <p:cNvSpPr/>
            <p:nvPr/>
          </p:nvSpPr>
          <p:spPr>
            <a:xfrm flipV="1">
              <a:off x="10411265" y="5849239"/>
              <a:ext cx="2" cy="633390"/>
            </a:xfrm>
            <a:prstGeom prst="line">
              <a:avLst/>
            </a:prstGeom>
            <a:ln w="25400">
              <a:solidFill>
                <a:srgbClr val="009051"/>
              </a:solidFill>
              <a:miter lim="400000"/>
              <a:tailEnd type="triangle"/>
            </a:ln>
          </p:spPr>
          <p:txBody>
            <a:bodyPr lIns="50578" tIns="50578" rIns="50578" bIns="50578"/>
            <a:lstStyle/>
            <a:p>
              <a:endParaRPr sz="2835"/>
            </a:p>
          </p:txBody>
        </p:sp>
        <p:sp>
          <p:nvSpPr>
            <p:cNvPr id="223" name="Ligne"/>
            <p:cNvSpPr/>
            <p:nvPr/>
          </p:nvSpPr>
          <p:spPr>
            <a:xfrm>
              <a:off x="7709645" y="3791622"/>
              <a:ext cx="1682070" cy="1"/>
            </a:xfrm>
            <a:prstGeom prst="line">
              <a:avLst/>
            </a:prstGeom>
            <a:ln w="25400">
              <a:solidFill>
                <a:srgbClr val="941100"/>
              </a:solidFill>
              <a:miter lim="400000"/>
              <a:tailEnd type="triangle"/>
            </a:ln>
          </p:spPr>
          <p:txBody>
            <a:bodyPr lIns="50578" tIns="50578" rIns="50578" bIns="50578"/>
            <a:lstStyle/>
            <a:p>
              <a:endParaRPr sz="2835"/>
            </a:p>
          </p:txBody>
        </p:sp>
        <p:sp>
          <p:nvSpPr>
            <p:cNvPr id="224" name="Ligne"/>
            <p:cNvSpPr/>
            <p:nvPr/>
          </p:nvSpPr>
          <p:spPr>
            <a:xfrm flipH="1">
              <a:off x="7709645" y="4199845"/>
              <a:ext cx="1682069" cy="1"/>
            </a:xfrm>
            <a:prstGeom prst="line">
              <a:avLst/>
            </a:prstGeom>
            <a:ln w="25400">
              <a:solidFill>
                <a:srgbClr val="4F8F00"/>
              </a:solidFill>
              <a:miter lim="400000"/>
              <a:tailEnd type="triangle"/>
            </a:ln>
          </p:spPr>
          <p:txBody>
            <a:bodyPr lIns="50578" tIns="50578" rIns="50578" bIns="50578"/>
            <a:lstStyle/>
            <a:p>
              <a:endParaRPr sz="2835"/>
            </a:p>
          </p:txBody>
        </p:sp>
      </p:grpSp>
    </p:spTree>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6" name="Shell : Définition"/>
          <p:cNvSpPr txBox="1">
            <a:spLocks noGrp="1"/>
          </p:cNvSpPr>
          <p:nvPr>
            <p:ph type="title"/>
          </p:nvPr>
        </p:nvSpPr>
        <p:spPr>
          <a:prstGeom prst="rect">
            <a:avLst/>
          </a:prstGeom>
        </p:spPr>
        <p:txBody>
          <a:bodyPr/>
          <a:lstStyle/>
          <a:p>
            <a:r>
              <a:t>Shell : Définition</a:t>
            </a:r>
          </a:p>
        </p:txBody>
      </p:sp>
      <p:sp>
        <p:nvSpPr>
          <p:cNvPr id="227" name="Shell est une « coquille » qui entoure le noyau Unix.…"/>
          <p:cNvSpPr txBox="1">
            <a:spLocks noGrp="1"/>
          </p:cNvSpPr>
          <p:nvPr>
            <p:ph type="body" idx="1"/>
          </p:nvPr>
        </p:nvSpPr>
        <p:spPr>
          <a:xfrm>
            <a:off x="586672" y="2931254"/>
            <a:ext cx="13263381" cy="6049837"/>
          </a:xfrm>
          <a:prstGeom prst="rect">
            <a:avLst/>
          </a:prstGeom>
        </p:spPr>
        <p:txBody>
          <a:bodyPr anchor="t"/>
          <a:lstStyle/>
          <a:p>
            <a:pPr algn="just">
              <a:defRPr sz="2900"/>
            </a:pPr>
            <a:r>
              <a:rPr dirty="0"/>
              <a:t>Shell </a:t>
            </a:r>
            <a:r>
              <a:rPr dirty="0" err="1"/>
              <a:t>est</a:t>
            </a:r>
            <a:r>
              <a:rPr dirty="0"/>
              <a:t> </a:t>
            </a:r>
            <a:r>
              <a:rPr dirty="0" err="1"/>
              <a:t>une</a:t>
            </a:r>
            <a:r>
              <a:rPr dirty="0"/>
              <a:t> « c</a:t>
            </a:r>
            <a:r>
              <a:rPr i="1" dirty="0"/>
              <a:t>oquille » </a:t>
            </a:r>
            <a:r>
              <a:rPr dirty="0"/>
              <a:t>qui </a:t>
            </a:r>
            <a:r>
              <a:rPr dirty="0" err="1"/>
              <a:t>entoure</a:t>
            </a:r>
            <a:r>
              <a:rPr dirty="0"/>
              <a:t> le noyau Unix.</a:t>
            </a:r>
          </a:p>
          <a:p>
            <a:pPr algn="just">
              <a:defRPr sz="2900"/>
            </a:pPr>
            <a:r>
              <a:rPr dirty="0"/>
              <a:t>Shell</a:t>
            </a:r>
            <a:r>
              <a:rPr lang="fr-FR" dirty="0"/>
              <a:t> présente une interface entre l'utilisateur et le système d’exploitation</a:t>
            </a:r>
            <a:r>
              <a:rPr dirty="0"/>
              <a:t>. </a:t>
            </a:r>
          </a:p>
          <a:p>
            <a:pPr algn="just">
              <a:defRPr sz="2900"/>
            </a:pPr>
            <a:r>
              <a:rPr dirty="0" err="1"/>
              <a:t>Ainsi</a:t>
            </a:r>
            <a:r>
              <a:rPr dirty="0"/>
              <a:t>, le shell </a:t>
            </a:r>
            <a:r>
              <a:rPr dirty="0" err="1"/>
              <a:t>est</a:t>
            </a:r>
            <a:r>
              <a:rPr dirty="0"/>
              <a:t> un </a:t>
            </a:r>
            <a:r>
              <a:rPr dirty="0" err="1"/>
              <a:t>programme</a:t>
            </a:r>
            <a:r>
              <a:rPr dirty="0"/>
              <a:t> qui </a:t>
            </a:r>
            <a:r>
              <a:rPr dirty="0" err="1"/>
              <a:t>permet</a:t>
            </a:r>
            <a:r>
              <a:rPr dirty="0"/>
              <a:t> à </a:t>
            </a:r>
            <a:r>
              <a:rPr dirty="0" err="1"/>
              <a:t>l'utilisateur</a:t>
            </a:r>
            <a:r>
              <a:rPr dirty="0"/>
              <a:t> de dialoguer avec le </a:t>
            </a:r>
            <a:r>
              <a:rPr dirty="0" err="1"/>
              <a:t>coeur</a:t>
            </a:r>
            <a:r>
              <a:rPr dirty="0"/>
              <a:t> du </a:t>
            </a:r>
            <a:r>
              <a:rPr dirty="0" err="1"/>
              <a:t>système</a:t>
            </a:r>
            <a:r>
              <a:rPr dirty="0"/>
              <a:t> (le noyau). </a:t>
            </a:r>
          </a:p>
        </p:txBody>
      </p:sp>
      <p:pic>
        <p:nvPicPr>
          <p:cNvPr id="228" name="Image" descr="Image"/>
          <p:cNvPicPr>
            <a:picLocks noChangeAspect="1"/>
          </p:cNvPicPr>
          <p:nvPr/>
        </p:nvPicPr>
        <p:blipFill>
          <a:blip r:embed="rId2"/>
          <a:srcRect l="17682" t="19268" r="17681" b="19268"/>
          <a:stretch>
            <a:fillRect/>
          </a:stretch>
        </p:blipFill>
        <p:spPr>
          <a:xfrm>
            <a:off x="2941608" y="6869381"/>
            <a:ext cx="2623296" cy="2494518"/>
          </a:xfrm>
          <a:prstGeom prst="rect">
            <a:avLst/>
          </a:prstGeom>
          <a:ln w="12700">
            <a:miter lim="400000"/>
          </a:ln>
        </p:spPr>
      </p:pic>
      <p:sp>
        <p:nvSpPr>
          <p:cNvPr id="229" name="Coquille"/>
          <p:cNvSpPr txBox="1"/>
          <p:nvPr/>
        </p:nvSpPr>
        <p:spPr>
          <a:xfrm>
            <a:off x="3436983" y="9177754"/>
            <a:ext cx="1632680" cy="56635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6200" tIns="56200" rIns="56200" bIns="56200" anchor="ctr">
            <a:spAutoFit/>
          </a:bodyPr>
          <a:lstStyle>
            <a:lvl1pPr>
              <a:defRPr>
                <a:latin typeface="Palatino"/>
                <a:ea typeface="Palatino"/>
                <a:cs typeface="Palatino"/>
                <a:sym typeface="Palatino"/>
              </a:defRPr>
            </a:lvl1pPr>
          </a:lstStyle>
          <a:p>
            <a:r>
              <a:rPr sz="2835"/>
              <a:t>Coquille </a:t>
            </a:r>
          </a:p>
        </p:txBody>
      </p:sp>
      <p:pic>
        <p:nvPicPr>
          <p:cNvPr id="230" name="Capture d’écran 2021-01-27 à 6.26.31 PM.png" descr="Capture d’écran 2021-01-27 à 6.26.31 PM.png"/>
          <p:cNvPicPr>
            <a:picLocks noChangeAspect="1"/>
          </p:cNvPicPr>
          <p:nvPr/>
        </p:nvPicPr>
        <p:blipFill>
          <a:blip r:embed="rId3"/>
          <a:stretch>
            <a:fillRect/>
          </a:stretch>
        </p:blipFill>
        <p:spPr>
          <a:xfrm>
            <a:off x="8716071" y="6648558"/>
            <a:ext cx="3131874" cy="3057084"/>
          </a:xfrm>
          <a:prstGeom prst="rect">
            <a:avLst/>
          </a:prstGeom>
          <a:ln w="12700">
            <a:miter lim="400000"/>
          </a:ln>
        </p:spPr>
      </p:pic>
      <p:sp>
        <p:nvSpPr>
          <p:cNvPr id="231" name="Ligne"/>
          <p:cNvSpPr/>
          <p:nvPr/>
        </p:nvSpPr>
        <p:spPr>
          <a:xfrm>
            <a:off x="5557475" y="8177174"/>
            <a:ext cx="3583713" cy="3"/>
          </a:xfrm>
          <a:prstGeom prst="line">
            <a:avLst/>
          </a:prstGeom>
          <a:ln w="25400">
            <a:solidFill>
              <a:srgbClr val="005493"/>
            </a:solidFill>
            <a:miter lim="400000"/>
            <a:tailEnd type="triangle"/>
          </a:ln>
        </p:spPr>
        <p:txBody>
          <a:bodyPr lIns="50578" tIns="50578" rIns="50578" bIns="50578"/>
          <a:lstStyle/>
          <a:p>
            <a:endParaRPr sz="2835"/>
          </a:p>
        </p:txBody>
      </p:sp>
      <p:sp>
        <p:nvSpPr>
          <p:cNvPr id="232" name="Espace réservé du numéro de diapositive 1"/>
          <p:cNvSpPr txBox="1">
            <a:spLocks noGrp="1"/>
          </p:cNvSpPr>
          <p:nvPr>
            <p:ph type="sldNum" sz="quarter" idx="2"/>
          </p:nvPr>
        </p:nvSpPr>
        <p:spPr>
          <a:xfrm>
            <a:off x="7029967" y="10265453"/>
            <a:ext cx="362740" cy="412859"/>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11</a:t>
            </a:fld>
            <a:endParaRPr/>
          </a:p>
        </p:txBody>
      </p:sp>
    </p:spTree>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34" name="Shell : Interpréteur de commandes"/>
          <p:cNvSpPr txBox="1">
            <a:spLocks noGrp="1"/>
          </p:cNvSpPr>
          <p:nvPr>
            <p:ph type="title"/>
          </p:nvPr>
        </p:nvSpPr>
        <p:spPr>
          <a:prstGeom prst="rect">
            <a:avLst/>
          </a:prstGeom>
        </p:spPr>
        <p:txBody>
          <a:bodyPr/>
          <a:lstStyle>
            <a:lvl1pPr>
              <a:defRPr sz="6000"/>
            </a:lvl1pPr>
          </a:lstStyle>
          <a:p>
            <a:r>
              <a:t>Shell : Interpréteur de commandes</a:t>
            </a:r>
          </a:p>
        </p:txBody>
      </p:sp>
      <p:sp>
        <p:nvSpPr>
          <p:cNvPr id="235" name="Shell interprète des commandes, des programmes ou des fichier exécutables.…"/>
          <p:cNvSpPr txBox="1">
            <a:spLocks noGrp="1"/>
          </p:cNvSpPr>
          <p:nvPr>
            <p:ph type="body" idx="1"/>
          </p:nvPr>
        </p:nvSpPr>
        <p:spPr>
          <a:xfrm>
            <a:off x="586672" y="2765455"/>
            <a:ext cx="13263381" cy="7604312"/>
          </a:xfrm>
          <a:prstGeom prst="rect">
            <a:avLst/>
          </a:prstGeom>
        </p:spPr>
        <p:txBody>
          <a:bodyPr anchor="t"/>
          <a:lstStyle/>
          <a:p>
            <a:pPr marL="493857" indent="-493857" defTabSz="613985">
              <a:spcBef>
                <a:spcPts val="2434"/>
              </a:spcBef>
              <a:defRPr sz="3400"/>
            </a:pPr>
            <a:r>
              <a:t>Shell interprète des commandes, des programmes ou des fichiers exécutables.</a:t>
            </a:r>
          </a:p>
          <a:p>
            <a:pPr marL="493857" indent="-493857" defTabSz="613985">
              <a:spcBef>
                <a:spcPts val="2434"/>
              </a:spcBef>
              <a:defRPr sz="3400"/>
            </a:pPr>
            <a:r>
              <a:t>Il assure : </a:t>
            </a:r>
          </a:p>
          <a:p>
            <a:pPr marL="987714" lvl="1" indent="-493857" defTabSz="613985">
              <a:spcBef>
                <a:spcPts val="2434"/>
              </a:spcBef>
              <a:defRPr sz="3400"/>
            </a:pPr>
            <a:r>
              <a:t>Affichage de l'invite de commande ou prompt ( $ ) d'attente de lecture au clavier. </a:t>
            </a:r>
          </a:p>
          <a:p>
            <a:pPr marL="987714" lvl="1" indent="-493857" defTabSz="613985">
              <a:spcBef>
                <a:spcPts val="2434"/>
              </a:spcBef>
              <a:defRPr sz="3400"/>
            </a:pPr>
            <a:r>
              <a:t>Lecture d'une commande (validée par Return ou Entrée). </a:t>
            </a:r>
          </a:p>
          <a:p>
            <a:pPr marL="987714" lvl="1" indent="-493857" defTabSz="613985">
              <a:spcBef>
                <a:spcPts val="2434"/>
              </a:spcBef>
              <a:defRPr sz="3400"/>
            </a:pPr>
            <a:r>
              <a:t>Analyse syntaxique (découpage en mot). </a:t>
            </a:r>
          </a:p>
          <a:p>
            <a:pPr marL="987714" lvl="1" indent="-493857" defTabSz="613985">
              <a:spcBef>
                <a:spcPts val="2434"/>
              </a:spcBef>
              <a:defRPr sz="3400"/>
            </a:pPr>
            <a:r>
              <a:t>Interprétation des caractères spéciaux. </a:t>
            </a:r>
          </a:p>
          <a:p>
            <a:pPr marL="987714" lvl="1" indent="-493857" defTabSz="613985">
              <a:spcBef>
                <a:spcPts val="2434"/>
              </a:spcBef>
              <a:defRPr sz="3400"/>
            </a:pPr>
            <a:r>
              <a:t>Exécution de la commande et retour au début. </a:t>
            </a:r>
          </a:p>
        </p:txBody>
      </p:sp>
      <p:sp>
        <p:nvSpPr>
          <p:cNvPr id="236" name="Espace réservé du numéro de diapositive 1"/>
          <p:cNvSpPr txBox="1">
            <a:spLocks noGrp="1"/>
          </p:cNvSpPr>
          <p:nvPr>
            <p:ph type="sldNum" sz="quarter" idx="2"/>
          </p:nvPr>
        </p:nvSpPr>
        <p:spPr>
          <a:xfrm>
            <a:off x="7029966" y="10265453"/>
            <a:ext cx="362740" cy="412859"/>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12</a:t>
            </a:fld>
            <a:endParaRPr/>
          </a:p>
        </p:txBody>
      </p:sp>
    </p:spTree>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38" name="Shell : Langage de programmation"/>
          <p:cNvSpPr txBox="1">
            <a:spLocks noGrp="1"/>
          </p:cNvSpPr>
          <p:nvPr>
            <p:ph type="title"/>
          </p:nvPr>
        </p:nvSpPr>
        <p:spPr>
          <a:prstGeom prst="rect">
            <a:avLst/>
          </a:prstGeom>
        </p:spPr>
        <p:txBody>
          <a:bodyPr/>
          <a:lstStyle>
            <a:lvl1pPr>
              <a:defRPr sz="6000"/>
            </a:lvl1pPr>
          </a:lstStyle>
          <a:p>
            <a:r>
              <a:t>Shell : Langage de programmation</a:t>
            </a:r>
          </a:p>
        </p:txBody>
      </p:sp>
      <p:sp>
        <p:nvSpPr>
          <p:cNvPr id="239" name="Shell fournit à l'utilisateur un langage de programmation interprété.…"/>
          <p:cNvSpPr txBox="1">
            <a:spLocks noGrp="1"/>
          </p:cNvSpPr>
          <p:nvPr>
            <p:ph type="body" idx="1"/>
          </p:nvPr>
        </p:nvSpPr>
        <p:spPr>
          <a:xfrm>
            <a:off x="586670" y="2765455"/>
            <a:ext cx="13635398" cy="7604312"/>
          </a:xfrm>
          <a:prstGeom prst="rect">
            <a:avLst/>
          </a:prstGeom>
        </p:spPr>
        <p:txBody>
          <a:bodyPr/>
          <a:lstStyle/>
          <a:p>
            <a:r>
              <a:rPr dirty="0"/>
              <a:t>Shell </a:t>
            </a:r>
            <a:r>
              <a:rPr dirty="0" err="1"/>
              <a:t>fournit</a:t>
            </a:r>
            <a:r>
              <a:rPr dirty="0"/>
              <a:t> à </a:t>
            </a:r>
            <a:r>
              <a:rPr dirty="0" err="1"/>
              <a:t>l'utilisateur</a:t>
            </a:r>
            <a:r>
              <a:rPr dirty="0"/>
              <a:t> un </a:t>
            </a:r>
            <a:r>
              <a:rPr dirty="0" err="1"/>
              <a:t>langage</a:t>
            </a:r>
            <a:r>
              <a:rPr dirty="0"/>
              <a:t> de </a:t>
            </a:r>
            <a:r>
              <a:rPr dirty="0" err="1"/>
              <a:t>programmation</a:t>
            </a:r>
            <a:r>
              <a:rPr dirty="0"/>
              <a:t> </a:t>
            </a:r>
            <a:r>
              <a:rPr dirty="0" err="1"/>
              <a:t>interprété</a:t>
            </a:r>
            <a:r>
              <a:rPr dirty="0"/>
              <a:t>.</a:t>
            </a:r>
          </a:p>
          <a:p>
            <a:r>
              <a:rPr dirty="0"/>
              <a:t>Il </a:t>
            </a:r>
            <a:r>
              <a:rPr dirty="0" err="1"/>
              <a:t>comporte</a:t>
            </a:r>
            <a:r>
              <a:rPr dirty="0"/>
              <a:t> :</a:t>
            </a:r>
          </a:p>
          <a:p>
            <a:pPr lvl="1"/>
            <a:r>
              <a:rPr lang="fr-FR" dirty="0"/>
              <a:t>L</a:t>
            </a:r>
            <a:r>
              <a:rPr dirty="0"/>
              <a:t>es notions de variable, </a:t>
            </a:r>
            <a:r>
              <a:rPr dirty="0" err="1"/>
              <a:t>d’opérateur</a:t>
            </a:r>
            <a:r>
              <a:rPr dirty="0"/>
              <a:t> </a:t>
            </a:r>
            <a:r>
              <a:rPr dirty="0" err="1"/>
              <a:t>arithmétique</a:t>
            </a:r>
            <a:r>
              <a:rPr dirty="0"/>
              <a:t>, de structure de </a:t>
            </a:r>
            <a:r>
              <a:rPr dirty="0" err="1"/>
              <a:t>contrôle</a:t>
            </a:r>
            <a:r>
              <a:rPr dirty="0"/>
              <a:t>, de </a:t>
            </a:r>
            <a:r>
              <a:rPr dirty="0" err="1"/>
              <a:t>fonction</a:t>
            </a:r>
            <a:r>
              <a:rPr dirty="0"/>
              <a:t>, des </a:t>
            </a:r>
            <a:r>
              <a:rPr dirty="0" err="1"/>
              <a:t>opérateurs</a:t>
            </a:r>
            <a:r>
              <a:rPr dirty="0"/>
              <a:t> </a:t>
            </a:r>
            <a:r>
              <a:rPr dirty="0" err="1"/>
              <a:t>spécifiques</a:t>
            </a:r>
            <a:r>
              <a:rPr dirty="0"/>
              <a:t> (|; ).</a:t>
            </a:r>
            <a:br>
              <a:rPr dirty="0"/>
            </a:br>
            <a:endParaRPr dirty="0"/>
          </a:p>
        </p:txBody>
      </p:sp>
      <p:sp>
        <p:nvSpPr>
          <p:cNvPr id="240" name="Espace réservé du numéro de diapositive 1"/>
          <p:cNvSpPr txBox="1">
            <a:spLocks noGrp="1"/>
          </p:cNvSpPr>
          <p:nvPr>
            <p:ph type="sldNum" sz="quarter" idx="2"/>
          </p:nvPr>
        </p:nvSpPr>
        <p:spPr>
          <a:xfrm>
            <a:off x="7029966" y="10265453"/>
            <a:ext cx="362740" cy="412859"/>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13</a:t>
            </a:fld>
            <a:endParaRPr/>
          </a:p>
        </p:txBody>
      </p:sp>
    </p:spTree>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42" name="Différents Shell &amp; Fonctionnalités"/>
          <p:cNvSpPr txBox="1">
            <a:spLocks noGrp="1"/>
          </p:cNvSpPr>
          <p:nvPr>
            <p:ph type="title"/>
          </p:nvPr>
        </p:nvSpPr>
        <p:spPr>
          <a:prstGeom prst="rect">
            <a:avLst/>
          </a:prstGeom>
        </p:spPr>
        <p:txBody>
          <a:bodyPr>
            <a:normAutofit/>
          </a:bodyPr>
          <a:lstStyle/>
          <a:p>
            <a:pPr defTabSz="399026">
              <a:spcBef>
                <a:spcPts val="995"/>
              </a:spcBef>
              <a:defRPr sz="3843"/>
            </a:pPr>
            <a:r>
              <a:rPr lang="fr-FR" sz="6638"/>
              <a:t>Différents Shell &amp; Fonctionnalités </a:t>
            </a:r>
          </a:p>
        </p:txBody>
      </p:sp>
      <p:sp>
        <p:nvSpPr>
          <p:cNvPr id="243" name="Il existe plusieurs Shells, la commande « Cat /etc/shells » liste ces Shells…"/>
          <p:cNvSpPr txBox="1">
            <a:spLocks noGrp="1"/>
          </p:cNvSpPr>
          <p:nvPr>
            <p:ph type="body" idx="1"/>
          </p:nvPr>
        </p:nvSpPr>
        <p:spPr>
          <a:xfrm>
            <a:off x="586672" y="2765455"/>
            <a:ext cx="13263381" cy="7075690"/>
          </a:xfrm>
          <a:prstGeom prst="rect">
            <a:avLst/>
          </a:prstGeom>
        </p:spPr>
        <p:txBody>
          <a:bodyPr/>
          <a:lstStyle/>
          <a:p>
            <a:pPr marL="452269" indent="-452269" algn="just" defTabSz="562281">
              <a:lnSpc>
                <a:spcPct val="90000"/>
              </a:lnSpc>
              <a:spcBef>
                <a:spcPts val="2213"/>
              </a:spcBef>
              <a:defRPr sz="2400"/>
            </a:pPr>
            <a:r>
              <a:rPr dirty="0"/>
              <a:t>Il </a:t>
            </a:r>
            <a:r>
              <a:rPr sz="2766" dirty="0" err="1"/>
              <a:t>existe</a:t>
            </a:r>
            <a:r>
              <a:rPr sz="2766" dirty="0"/>
              <a:t> </a:t>
            </a:r>
            <a:r>
              <a:rPr sz="2766" dirty="0" err="1"/>
              <a:t>plusieurs</a:t>
            </a:r>
            <a:r>
              <a:rPr sz="2766" dirty="0"/>
              <a:t> types de Shells.</a:t>
            </a:r>
          </a:p>
          <a:p>
            <a:pPr marL="452269" indent="-452269" algn="just" defTabSz="562281">
              <a:lnSpc>
                <a:spcPct val="90000"/>
              </a:lnSpc>
              <a:spcBef>
                <a:spcPts val="2213"/>
              </a:spcBef>
              <a:defRPr sz="2500"/>
            </a:pPr>
            <a:r>
              <a:rPr dirty="0"/>
              <a:t>Pour lister les shells </a:t>
            </a:r>
            <a:r>
              <a:rPr dirty="0" err="1"/>
              <a:t>supportés</a:t>
            </a:r>
            <a:r>
              <a:rPr dirty="0"/>
              <a:t> par </a:t>
            </a:r>
            <a:r>
              <a:rPr dirty="0" err="1"/>
              <a:t>votre</a:t>
            </a:r>
            <a:r>
              <a:rPr dirty="0"/>
              <a:t> machine, il </a:t>
            </a:r>
            <a:r>
              <a:rPr dirty="0" err="1"/>
              <a:t>suffit</a:t>
            </a:r>
            <a:r>
              <a:rPr dirty="0"/>
              <a:t> de taper la </a:t>
            </a:r>
            <a:r>
              <a:rPr dirty="0" err="1"/>
              <a:t>commande</a:t>
            </a:r>
            <a:r>
              <a:rPr dirty="0"/>
              <a:t> </a:t>
            </a:r>
            <a:r>
              <a:rPr lang="fr-FR" dirty="0"/>
              <a:t>   </a:t>
            </a:r>
            <a:r>
              <a:rPr dirty="0"/>
              <a:t>«</a:t>
            </a:r>
            <a:r>
              <a:rPr b="1" dirty="0">
                <a:solidFill>
                  <a:srgbClr val="0070C0"/>
                </a:solidFill>
              </a:rPr>
              <a:t> </a:t>
            </a:r>
            <a:r>
              <a:rPr lang="fr-FR" b="1" dirty="0">
                <a:solidFill>
                  <a:srgbClr val="0070C0"/>
                </a:solidFill>
              </a:rPr>
              <a:t>c</a:t>
            </a:r>
            <a:r>
              <a:rPr b="1" dirty="0">
                <a:solidFill>
                  <a:srgbClr val="0070C0"/>
                </a:solidFill>
              </a:rPr>
              <a:t>at </a:t>
            </a:r>
            <a:r>
              <a:rPr lang="fr-FR" b="1" dirty="0">
                <a:solidFill>
                  <a:srgbClr val="0070C0"/>
                </a:solidFill>
              </a:rPr>
              <a:t> </a:t>
            </a:r>
            <a:r>
              <a:rPr b="1" dirty="0">
                <a:solidFill>
                  <a:srgbClr val="0070C0"/>
                </a:solidFill>
              </a:rPr>
              <a:t>/</a:t>
            </a:r>
            <a:r>
              <a:rPr b="1" dirty="0" err="1">
                <a:solidFill>
                  <a:srgbClr val="0070C0"/>
                </a:solidFill>
              </a:rPr>
              <a:t>etc</a:t>
            </a:r>
            <a:r>
              <a:rPr b="1" dirty="0">
                <a:solidFill>
                  <a:srgbClr val="0070C0"/>
                </a:solidFill>
              </a:rPr>
              <a:t>/shells </a:t>
            </a:r>
            <a:r>
              <a:rPr dirty="0"/>
              <a:t>».</a:t>
            </a:r>
            <a:endParaRPr sz="3097" dirty="0"/>
          </a:p>
          <a:p>
            <a:pPr marL="452269" indent="-452269" algn="just" defTabSz="562281">
              <a:lnSpc>
                <a:spcPct val="90000"/>
              </a:lnSpc>
              <a:spcBef>
                <a:spcPts val="2213"/>
              </a:spcBef>
              <a:defRPr sz="2400"/>
            </a:pPr>
            <a:r>
              <a:rPr dirty="0"/>
              <a:t>Parmi les plus courants :</a:t>
            </a:r>
          </a:p>
          <a:p>
            <a:pPr marL="1356809" lvl="2" indent="-452268" algn="just" defTabSz="562281">
              <a:lnSpc>
                <a:spcPct val="90000"/>
              </a:lnSpc>
              <a:spcBef>
                <a:spcPts val="2213"/>
              </a:spcBef>
              <a:defRPr sz="2400"/>
            </a:pPr>
            <a:r>
              <a:rPr b="1" dirty="0" err="1"/>
              <a:t>Bourne</a:t>
            </a:r>
            <a:r>
              <a:rPr b="1" dirty="0"/>
              <a:t> Shell </a:t>
            </a:r>
            <a:r>
              <a:rPr dirty="0"/>
              <a:t>(« /bin/</a:t>
            </a:r>
            <a:r>
              <a:rPr dirty="0" err="1"/>
              <a:t>sh</a:t>
            </a:r>
            <a:r>
              <a:rPr dirty="0"/>
              <a:t> ») : le Shell par </a:t>
            </a:r>
            <a:r>
              <a:rPr dirty="0" err="1"/>
              <a:t>défaut</a:t>
            </a:r>
            <a:r>
              <a:rPr dirty="0"/>
              <a:t> sous Linux </a:t>
            </a:r>
          </a:p>
          <a:p>
            <a:pPr marL="1356809" lvl="2" indent="-452268" algn="just" defTabSz="562281">
              <a:lnSpc>
                <a:spcPct val="90000"/>
              </a:lnSpc>
              <a:spcBef>
                <a:spcPts val="2213"/>
              </a:spcBef>
              <a:defRPr sz="2400"/>
            </a:pPr>
            <a:r>
              <a:rPr b="1" dirty="0"/>
              <a:t>Korn Shell </a:t>
            </a:r>
            <a:r>
              <a:rPr dirty="0"/>
              <a:t>(« /bin/</a:t>
            </a:r>
            <a:r>
              <a:rPr dirty="0" err="1"/>
              <a:t>ksh</a:t>
            </a:r>
            <a:r>
              <a:rPr dirty="0"/>
              <a:t> »)</a:t>
            </a:r>
            <a:r>
              <a:rPr lang="fr-FR" dirty="0"/>
              <a:t> :</a:t>
            </a:r>
            <a:r>
              <a:rPr dirty="0"/>
              <a:t> </a:t>
            </a:r>
            <a:r>
              <a:rPr lang="fr-FR" dirty="0"/>
              <a:t>D</a:t>
            </a:r>
            <a:r>
              <a:rPr dirty="0" err="1"/>
              <a:t>eux</a:t>
            </a:r>
            <a:r>
              <a:rPr dirty="0"/>
              <a:t> versions </a:t>
            </a:r>
            <a:r>
              <a:rPr dirty="0" err="1"/>
              <a:t>majeurs</a:t>
            </a:r>
            <a:r>
              <a:rPr dirty="0"/>
              <a:t> </a:t>
            </a:r>
            <a:r>
              <a:rPr dirty="0" err="1"/>
              <a:t>sont</a:t>
            </a:r>
            <a:r>
              <a:rPr dirty="0"/>
              <a:t> </a:t>
            </a:r>
            <a:r>
              <a:rPr dirty="0" err="1"/>
              <a:t>aujourd'hui</a:t>
            </a:r>
            <a:r>
              <a:rPr dirty="0"/>
              <a:t> </a:t>
            </a:r>
            <a:r>
              <a:rPr dirty="0" err="1"/>
              <a:t>couramment</a:t>
            </a:r>
            <a:r>
              <a:rPr dirty="0"/>
              <a:t> </a:t>
            </a:r>
            <a:r>
              <a:rPr dirty="0" err="1"/>
              <a:t>utilisées</a:t>
            </a:r>
            <a:r>
              <a:rPr dirty="0"/>
              <a:t> (</a:t>
            </a:r>
            <a:r>
              <a:rPr dirty="0" err="1"/>
              <a:t>ksh</a:t>
            </a:r>
            <a:r>
              <a:rPr dirty="0"/>
              <a:t> 88 et </a:t>
            </a:r>
            <a:r>
              <a:rPr dirty="0" err="1"/>
              <a:t>ksh</a:t>
            </a:r>
            <a:r>
              <a:rPr dirty="0"/>
              <a:t> 93) ;</a:t>
            </a:r>
          </a:p>
          <a:p>
            <a:pPr marL="1356809" lvl="2" indent="-452268" algn="just" defTabSz="562281">
              <a:lnSpc>
                <a:spcPct val="90000"/>
              </a:lnSpc>
              <a:spcBef>
                <a:spcPts val="2213"/>
              </a:spcBef>
              <a:defRPr sz="2400"/>
            </a:pPr>
            <a:r>
              <a:rPr b="1" dirty="0" err="1"/>
              <a:t>cShell</a:t>
            </a:r>
            <a:r>
              <a:rPr dirty="0"/>
              <a:t> (« /bin/</a:t>
            </a:r>
            <a:r>
              <a:rPr dirty="0" err="1"/>
              <a:t>csh</a:t>
            </a:r>
            <a:r>
              <a:rPr dirty="0"/>
              <a:t> ») pour les </a:t>
            </a:r>
            <a:r>
              <a:rPr dirty="0" err="1"/>
              <a:t>utilisateurs</a:t>
            </a:r>
            <a:r>
              <a:rPr dirty="0"/>
              <a:t> </a:t>
            </a:r>
            <a:r>
              <a:rPr dirty="0" err="1"/>
              <a:t>préférant</a:t>
            </a:r>
            <a:r>
              <a:rPr dirty="0"/>
              <a:t> un </a:t>
            </a:r>
            <a:r>
              <a:rPr dirty="0" err="1"/>
              <a:t>langage</a:t>
            </a:r>
            <a:r>
              <a:rPr dirty="0"/>
              <a:t> </a:t>
            </a:r>
            <a:r>
              <a:rPr dirty="0" err="1"/>
              <a:t>apparenté</a:t>
            </a:r>
            <a:r>
              <a:rPr dirty="0"/>
              <a:t> au « C » ;</a:t>
            </a:r>
          </a:p>
          <a:p>
            <a:pPr marL="1356809" lvl="2" indent="-452268" algn="just" defTabSz="562281">
              <a:lnSpc>
                <a:spcPct val="90000"/>
              </a:lnSpc>
              <a:spcBef>
                <a:spcPts val="2213"/>
              </a:spcBef>
              <a:defRPr sz="2400"/>
            </a:pPr>
            <a:r>
              <a:rPr b="1" dirty="0"/>
              <a:t>Job</a:t>
            </a:r>
            <a:r>
              <a:rPr lang="fr-FR" b="1" dirty="0"/>
              <a:t> control</a:t>
            </a:r>
            <a:r>
              <a:rPr b="1" dirty="0"/>
              <a:t> Shell </a:t>
            </a:r>
            <a:r>
              <a:rPr dirty="0"/>
              <a:t>(« /bin/</a:t>
            </a:r>
            <a:r>
              <a:rPr dirty="0" err="1"/>
              <a:t>jsh</a:t>
            </a:r>
            <a:r>
              <a:rPr dirty="0"/>
              <a:t> ») ;</a:t>
            </a:r>
          </a:p>
          <a:p>
            <a:pPr marL="1356809" lvl="2" indent="-452268" algn="just" defTabSz="562281">
              <a:lnSpc>
                <a:spcPct val="90000"/>
              </a:lnSpc>
              <a:spcBef>
                <a:spcPts val="2213"/>
              </a:spcBef>
              <a:defRPr sz="2400"/>
            </a:pPr>
            <a:r>
              <a:rPr b="1" dirty="0" err="1"/>
              <a:t>tcShell</a:t>
            </a:r>
            <a:r>
              <a:rPr dirty="0"/>
              <a:t> </a:t>
            </a:r>
            <a:r>
              <a:rPr dirty="0" err="1"/>
              <a:t>amélioré</a:t>
            </a:r>
            <a:r>
              <a:rPr dirty="0"/>
              <a:t> (« /bin/</a:t>
            </a:r>
            <a:r>
              <a:rPr dirty="0" err="1"/>
              <a:t>tcsh</a:t>
            </a:r>
            <a:r>
              <a:rPr dirty="0"/>
              <a:t> ») </a:t>
            </a:r>
            <a:r>
              <a:rPr dirty="0" err="1"/>
              <a:t>améliorant</a:t>
            </a:r>
            <a:r>
              <a:rPr dirty="0"/>
              <a:t> le </a:t>
            </a:r>
            <a:r>
              <a:rPr dirty="0" err="1"/>
              <a:t>cShell</a:t>
            </a:r>
            <a:r>
              <a:rPr dirty="0"/>
              <a:t> tout </a:t>
            </a:r>
            <a:r>
              <a:rPr dirty="0" err="1"/>
              <a:t>en</a:t>
            </a:r>
            <a:r>
              <a:rPr dirty="0"/>
              <a:t> </a:t>
            </a:r>
            <a:r>
              <a:rPr dirty="0" err="1"/>
              <a:t>lui</a:t>
            </a:r>
            <a:r>
              <a:rPr dirty="0"/>
              <a:t> </a:t>
            </a:r>
            <a:r>
              <a:rPr dirty="0" err="1"/>
              <a:t>restant</a:t>
            </a:r>
            <a:r>
              <a:rPr dirty="0"/>
              <a:t> compatible ;</a:t>
            </a:r>
          </a:p>
        </p:txBody>
      </p:sp>
      <p:sp>
        <p:nvSpPr>
          <p:cNvPr id="244" name="Espace réservé du numéro de diapositive 1"/>
          <p:cNvSpPr txBox="1">
            <a:spLocks noGrp="1"/>
          </p:cNvSpPr>
          <p:nvPr>
            <p:ph type="sldNum" sz="quarter" idx="2"/>
          </p:nvPr>
        </p:nvSpPr>
        <p:spPr>
          <a:xfrm>
            <a:off x="7029966" y="10265453"/>
            <a:ext cx="362740" cy="412859"/>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14</a:t>
            </a:fld>
            <a:endParaRPr/>
          </a:p>
        </p:txBody>
      </p:sp>
    </p:spTree>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46" name="Différents Shell &amp; Fonctionnalités"/>
          <p:cNvSpPr txBox="1">
            <a:spLocks noGrp="1"/>
          </p:cNvSpPr>
          <p:nvPr>
            <p:ph type="title"/>
          </p:nvPr>
        </p:nvSpPr>
        <p:spPr>
          <a:prstGeom prst="rect">
            <a:avLst/>
          </a:prstGeom>
        </p:spPr>
        <p:txBody>
          <a:bodyPr/>
          <a:lstStyle>
            <a:lvl1pPr>
              <a:defRPr sz="6300"/>
            </a:lvl1pPr>
          </a:lstStyle>
          <a:p>
            <a:r>
              <a:t>Différents Shell &amp; Fonctionnalités</a:t>
            </a:r>
          </a:p>
        </p:txBody>
      </p:sp>
      <p:sp>
        <p:nvSpPr>
          <p:cNvPr id="247" name="Chaque utilisateur possède un shell par défaut, qui sera lancé à l’ouverture d'une invite de commande.…"/>
          <p:cNvSpPr txBox="1">
            <a:spLocks noGrp="1"/>
          </p:cNvSpPr>
          <p:nvPr>
            <p:ph type="body" idx="1"/>
          </p:nvPr>
        </p:nvSpPr>
        <p:spPr>
          <a:xfrm>
            <a:off x="586672" y="2931253"/>
            <a:ext cx="13263381" cy="7309445"/>
          </a:xfrm>
          <a:prstGeom prst="rect">
            <a:avLst/>
          </a:prstGeom>
        </p:spPr>
        <p:txBody>
          <a:bodyPr/>
          <a:lstStyle/>
          <a:p>
            <a:pPr algn="just"/>
            <a:r>
              <a:rPr dirty="0" err="1"/>
              <a:t>Chaque</a:t>
            </a:r>
            <a:r>
              <a:rPr dirty="0"/>
              <a:t> </a:t>
            </a:r>
            <a:r>
              <a:rPr dirty="0" err="1"/>
              <a:t>utilisateur</a:t>
            </a:r>
            <a:r>
              <a:rPr dirty="0"/>
              <a:t> </a:t>
            </a:r>
            <a:r>
              <a:rPr dirty="0" err="1"/>
              <a:t>possède</a:t>
            </a:r>
            <a:r>
              <a:rPr dirty="0"/>
              <a:t> un shell par </a:t>
            </a:r>
            <a:r>
              <a:rPr dirty="0" err="1"/>
              <a:t>défaut</a:t>
            </a:r>
            <a:r>
              <a:rPr dirty="0"/>
              <a:t>, qui sera </a:t>
            </a:r>
            <a:r>
              <a:rPr dirty="0" err="1"/>
              <a:t>lancé</a:t>
            </a:r>
            <a:r>
              <a:rPr dirty="0"/>
              <a:t> à </a:t>
            </a:r>
            <a:r>
              <a:rPr dirty="0" err="1"/>
              <a:t>l’ouverture</a:t>
            </a:r>
            <a:r>
              <a:rPr dirty="0"/>
              <a:t> </a:t>
            </a:r>
            <a:r>
              <a:rPr dirty="0" err="1"/>
              <a:t>d'une</a:t>
            </a:r>
            <a:r>
              <a:rPr dirty="0"/>
              <a:t> invite de </a:t>
            </a:r>
            <a:r>
              <a:rPr dirty="0" err="1"/>
              <a:t>commande</a:t>
            </a:r>
            <a:r>
              <a:rPr dirty="0"/>
              <a:t>.</a:t>
            </a:r>
          </a:p>
          <a:p>
            <a:pPr algn="just"/>
            <a:r>
              <a:rPr dirty="0"/>
              <a:t>Deux modes </a:t>
            </a:r>
            <a:r>
              <a:rPr dirty="0" err="1"/>
              <a:t>d’utilisation</a:t>
            </a:r>
            <a:r>
              <a:rPr dirty="0"/>
              <a:t> du Shell : </a:t>
            </a:r>
          </a:p>
          <a:p>
            <a:pPr lvl="1" algn="just">
              <a:defRPr b="1" u="sng">
                <a:solidFill>
                  <a:srgbClr val="011993"/>
                </a:solidFill>
              </a:defRPr>
            </a:pPr>
            <a:r>
              <a:rPr dirty="0" err="1"/>
              <a:t>Interactif</a:t>
            </a:r>
            <a:r>
              <a:rPr dirty="0"/>
              <a:t>:</a:t>
            </a:r>
            <a:r>
              <a:rPr b="0" u="none" dirty="0">
                <a:solidFill>
                  <a:schemeClr val="accent2"/>
                </a:solidFill>
              </a:rPr>
              <a:t> </a:t>
            </a:r>
            <a:r>
              <a:rPr b="0" u="none" dirty="0" err="1">
                <a:solidFill>
                  <a:srgbClr val="414141"/>
                </a:solidFill>
              </a:rPr>
              <a:t>l’utilisateur</a:t>
            </a:r>
            <a:r>
              <a:rPr b="0" u="none" dirty="0">
                <a:solidFill>
                  <a:srgbClr val="414141"/>
                </a:solidFill>
              </a:rPr>
              <a:t> </a:t>
            </a:r>
            <a:r>
              <a:rPr b="0" u="none" dirty="0" err="1">
                <a:solidFill>
                  <a:srgbClr val="414141"/>
                </a:solidFill>
              </a:rPr>
              <a:t>saisit</a:t>
            </a:r>
            <a:r>
              <a:rPr b="0" u="none" dirty="0">
                <a:solidFill>
                  <a:srgbClr val="414141"/>
                </a:solidFill>
              </a:rPr>
              <a:t> et </a:t>
            </a:r>
            <a:r>
              <a:rPr b="0" u="none" dirty="0" err="1">
                <a:solidFill>
                  <a:srgbClr val="414141"/>
                </a:solidFill>
              </a:rPr>
              <a:t>exécute</a:t>
            </a:r>
            <a:r>
              <a:rPr b="0" u="none" dirty="0">
                <a:solidFill>
                  <a:srgbClr val="414141"/>
                </a:solidFill>
              </a:rPr>
              <a:t> </a:t>
            </a:r>
            <a:r>
              <a:rPr b="0" u="none" dirty="0" err="1">
                <a:solidFill>
                  <a:srgbClr val="414141"/>
                </a:solidFill>
              </a:rPr>
              <a:t>ses</a:t>
            </a:r>
            <a:r>
              <a:rPr b="0" u="none" dirty="0">
                <a:solidFill>
                  <a:srgbClr val="414141"/>
                </a:solidFill>
              </a:rPr>
              <a:t> </a:t>
            </a:r>
            <a:r>
              <a:rPr b="0" u="none" dirty="0" err="1">
                <a:solidFill>
                  <a:srgbClr val="414141"/>
                </a:solidFill>
              </a:rPr>
              <a:t>lignes</a:t>
            </a:r>
            <a:r>
              <a:rPr b="0" u="none" dirty="0">
                <a:solidFill>
                  <a:srgbClr val="414141"/>
                </a:solidFill>
              </a:rPr>
              <a:t> de </a:t>
            </a:r>
            <a:r>
              <a:rPr b="0" u="none" dirty="0" err="1">
                <a:solidFill>
                  <a:srgbClr val="414141"/>
                </a:solidFill>
              </a:rPr>
              <a:t>commandes</a:t>
            </a:r>
            <a:r>
              <a:rPr b="0" u="none" dirty="0">
                <a:solidFill>
                  <a:srgbClr val="414141"/>
                </a:solidFill>
              </a:rPr>
              <a:t> </a:t>
            </a:r>
            <a:r>
              <a:rPr b="0" u="none" dirty="0" err="1">
                <a:solidFill>
                  <a:srgbClr val="414141"/>
                </a:solidFill>
              </a:rPr>
              <a:t>une</a:t>
            </a:r>
            <a:r>
              <a:rPr b="0" u="none" dirty="0">
                <a:solidFill>
                  <a:srgbClr val="414141"/>
                </a:solidFill>
              </a:rPr>
              <a:t> par </a:t>
            </a:r>
            <a:r>
              <a:rPr b="0" u="none" dirty="0" err="1">
                <a:solidFill>
                  <a:srgbClr val="414141"/>
                </a:solidFill>
              </a:rPr>
              <a:t>une</a:t>
            </a:r>
            <a:r>
              <a:rPr b="0" u="none" dirty="0">
                <a:solidFill>
                  <a:srgbClr val="414141"/>
                </a:solidFill>
              </a:rPr>
              <a:t> dans un terminal ;</a:t>
            </a:r>
          </a:p>
          <a:p>
            <a:pPr lvl="1" algn="just">
              <a:defRPr b="1" u="sng">
                <a:solidFill>
                  <a:srgbClr val="011993"/>
                </a:solidFill>
              </a:defRPr>
            </a:pPr>
            <a:r>
              <a:rPr dirty="0"/>
              <a:t>Non </a:t>
            </a:r>
            <a:r>
              <a:rPr dirty="0" err="1"/>
              <a:t>interactif</a:t>
            </a:r>
            <a:r>
              <a:rPr dirty="0"/>
              <a:t>:</a:t>
            </a:r>
            <a:r>
              <a:rPr b="0" u="none" dirty="0">
                <a:solidFill>
                  <a:schemeClr val="accent2"/>
                </a:solidFill>
              </a:rPr>
              <a:t> </a:t>
            </a:r>
            <a:r>
              <a:rPr b="0" u="none" dirty="0">
                <a:solidFill>
                  <a:srgbClr val="414141"/>
                </a:solidFill>
              </a:rPr>
              <a:t>Shell </a:t>
            </a:r>
            <a:r>
              <a:rPr b="0" u="none" dirty="0" err="1">
                <a:solidFill>
                  <a:srgbClr val="414141"/>
                </a:solidFill>
              </a:rPr>
              <a:t>interprète</a:t>
            </a:r>
            <a:r>
              <a:rPr b="0" u="none" dirty="0">
                <a:solidFill>
                  <a:srgbClr val="414141"/>
                </a:solidFill>
              </a:rPr>
              <a:t> un ensemble de </a:t>
            </a:r>
            <a:r>
              <a:rPr b="0" u="none" dirty="0" err="1">
                <a:solidFill>
                  <a:srgbClr val="414141"/>
                </a:solidFill>
              </a:rPr>
              <a:t>commandes</a:t>
            </a:r>
            <a:r>
              <a:rPr b="0" u="none" dirty="0">
                <a:solidFill>
                  <a:srgbClr val="414141"/>
                </a:solidFill>
              </a:rPr>
              <a:t> à </a:t>
            </a:r>
            <a:r>
              <a:rPr b="0" u="none" dirty="0" err="1">
                <a:solidFill>
                  <a:srgbClr val="414141"/>
                </a:solidFill>
              </a:rPr>
              <a:t>partir</a:t>
            </a:r>
            <a:r>
              <a:rPr b="0" u="none" dirty="0">
                <a:solidFill>
                  <a:srgbClr val="414141"/>
                </a:solidFill>
              </a:rPr>
              <a:t> d’un </a:t>
            </a:r>
            <a:r>
              <a:rPr b="0" u="none" dirty="0" err="1">
                <a:solidFill>
                  <a:srgbClr val="414141"/>
                </a:solidFill>
              </a:rPr>
              <a:t>fichier</a:t>
            </a:r>
            <a:r>
              <a:rPr b="0" u="none" dirty="0">
                <a:solidFill>
                  <a:srgbClr val="414141"/>
                </a:solidFill>
              </a:rPr>
              <a:t> </a:t>
            </a:r>
            <a:r>
              <a:rPr b="0" u="none" dirty="0" err="1">
                <a:solidFill>
                  <a:srgbClr val="414141"/>
                </a:solidFill>
              </a:rPr>
              <a:t>appelé</a:t>
            </a:r>
            <a:r>
              <a:rPr b="0" u="none" dirty="0">
                <a:solidFill>
                  <a:srgbClr val="414141"/>
                </a:solidFill>
              </a:rPr>
              <a:t> </a:t>
            </a:r>
            <a:r>
              <a:rPr b="0" i="1" u="sng" dirty="0">
                <a:solidFill>
                  <a:srgbClr val="414141"/>
                </a:solidFill>
              </a:rPr>
              <a:t>shell script</a:t>
            </a:r>
            <a:r>
              <a:rPr b="0" u="none" dirty="0">
                <a:solidFill>
                  <a:srgbClr val="414141"/>
                </a:solidFill>
              </a:rPr>
              <a:t>. </a:t>
            </a:r>
          </a:p>
        </p:txBody>
      </p:sp>
      <p:sp>
        <p:nvSpPr>
          <p:cNvPr id="248" name="Espace réservé du numéro de diapositive 1"/>
          <p:cNvSpPr txBox="1">
            <a:spLocks noGrp="1"/>
          </p:cNvSpPr>
          <p:nvPr>
            <p:ph type="sldNum" sz="quarter" idx="2"/>
          </p:nvPr>
        </p:nvSpPr>
        <p:spPr>
          <a:xfrm>
            <a:off x="7029966" y="10265453"/>
            <a:ext cx="362740" cy="412859"/>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15</a:t>
            </a:fld>
            <a:endParaRPr/>
          </a:p>
        </p:txBody>
      </p:sp>
    </p:spTree>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0" name="Commandes Shell"/>
          <p:cNvSpPr txBox="1">
            <a:spLocks noGrp="1"/>
          </p:cNvSpPr>
          <p:nvPr>
            <p:ph type="title"/>
          </p:nvPr>
        </p:nvSpPr>
        <p:spPr>
          <a:prstGeom prst="rect">
            <a:avLst/>
          </a:prstGeom>
        </p:spPr>
        <p:txBody>
          <a:bodyPr/>
          <a:lstStyle/>
          <a:p>
            <a:r>
              <a:t>Commandes Shell </a:t>
            </a:r>
          </a:p>
        </p:txBody>
      </p:sp>
      <p:sp>
        <p:nvSpPr>
          <p:cNvPr id="251" name="Une ligne de commande est une chaîne de caractère constituée d'une commande ainsi que des arguments (paramètres) optionnels.…"/>
          <p:cNvSpPr txBox="1">
            <a:spLocks noGrp="1"/>
          </p:cNvSpPr>
          <p:nvPr>
            <p:ph type="body" idx="1"/>
          </p:nvPr>
        </p:nvSpPr>
        <p:spPr>
          <a:xfrm>
            <a:off x="586672" y="2931254"/>
            <a:ext cx="13263381" cy="7322766"/>
          </a:xfrm>
          <a:prstGeom prst="rect">
            <a:avLst/>
          </a:prstGeom>
        </p:spPr>
        <p:txBody>
          <a:bodyPr/>
          <a:lstStyle/>
          <a:p>
            <a:pPr marL="441873" indent="-441873" algn="just" defTabSz="549354">
              <a:spcBef>
                <a:spcPts val="2213"/>
              </a:spcBef>
              <a:defRPr sz="3000"/>
            </a:pPr>
            <a:r>
              <a:rPr dirty="0"/>
              <a:t>Une </a:t>
            </a:r>
            <a:r>
              <a:rPr dirty="0" err="1"/>
              <a:t>ligne</a:t>
            </a:r>
            <a:r>
              <a:rPr dirty="0"/>
              <a:t> de </a:t>
            </a:r>
            <a:r>
              <a:rPr dirty="0" err="1"/>
              <a:t>commande</a:t>
            </a:r>
            <a:r>
              <a:rPr dirty="0"/>
              <a:t> </a:t>
            </a:r>
            <a:r>
              <a:rPr dirty="0" err="1"/>
              <a:t>est</a:t>
            </a:r>
            <a:r>
              <a:rPr dirty="0"/>
              <a:t> </a:t>
            </a:r>
            <a:r>
              <a:rPr dirty="0" err="1"/>
              <a:t>une</a:t>
            </a:r>
            <a:r>
              <a:rPr dirty="0"/>
              <a:t> </a:t>
            </a:r>
            <a:r>
              <a:rPr dirty="0" err="1"/>
              <a:t>chaîne</a:t>
            </a:r>
            <a:r>
              <a:rPr dirty="0"/>
              <a:t> de </a:t>
            </a:r>
            <a:r>
              <a:rPr dirty="0" err="1"/>
              <a:t>caractère</a:t>
            </a:r>
            <a:r>
              <a:rPr dirty="0"/>
              <a:t> </a:t>
            </a:r>
            <a:r>
              <a:rPr dirty="0" err="1"/>
              <a:t>constituée</a:t>
            </a:r>
            <a:r>
              <a:rPr dirty="0"/>
              <a:t> </a:t>
            </a:r>
            <a:r>
              <a:rPr dirty="0" err="1"/>
              <a:t>d'une</a:t>
            </a:r>
            <a:r>
              <a:rPr dirty="0"/>
              <a:t> </a:t>
            </a:r>
            <a:r>
              <a:rPr dirty="0" err="1"/>
              <a:t>commande</a:t>
            </a:r>
            <a:r>
              <a:rPr dirty="0"/>
              <a:t> </a:t>
            </a:r>
            <a:r>
              <a:rPr dirty="0" err="1"/>
              <a:t>ainsi</a:t>
            </a:r>
            <a:r>
              <a:rPr dirty="0"/>
              <a:t> que des arguments (</a:t>
            </a:r>
            <a:r>
              <a:rPr dirty="0" err="1"/>
              <a:t>paramètres</a:t>
            </a:r>
            <a:r>
              <a:rPr dirty="0"/>
              <a:t>) </a:t>
            </a:r>
            <a:r>
              <a:rPr dirty="0" err="1"/>
              <a:t>optionnels</a:t>
            </a:r>
            <a:r>
              <a:rPr dirty="0"/>
              <a:t>.</a:t>
            </a:r>
          </a:p>
          <a:p>
            <a:pPr marL="441873" indent="-441873" algn="just" defTabSz="549354">
              <a:spcBef>
                <a:spcPts val="2213"/>
              </a:spcBef>
              <a:defRPr sz="3000"/>
            </a:pPr>
            <a:r>
              <a:rPr dirty="0"/>
              <a:t>Les </a:t>
            </a:r>
            <a:r>
              <a:rPr dirty="0" err="1"/>
              <a:t>commandes</a:t>
            </a:r>
            <a:r>
              <a:rPr dirty="0"/>
              <a:t> </a:t>
            </a:r>
            <a:r>
              <a:rPr dirty="0" err="1"/>
              <a:t>linux</a:t>
            </a:r>
            <a:r>
              <a:rPr dirty="0"/>
              <a:t> </a:t>
            </a:r>
            <a:r>
              <a:rPr dirty="0" err="1"/>
              <a:t>ont</a:t>
            </a:r>
            <a:r>
              <a:rPr dirty="0"/>
              <a:t> la </a:t>
            </a:r>
            <a:r>
              <a:rPr dirty="0" err="1"/>
              <a:t>syntaxe</a:t>
            </a:r>
            <a:r>
              <a:rPr dirty="0"/>
              <a:t> </a:t>
            </a:r>
            <a:r>
              <a:rPr dirty="0" err="1"/>
              <a:t>générale</a:t>
            </a:r>
            <a:r>
              <a:rPr dirty="0"/>
              <a:t> </a:t>
            </a:r>
            <a:r>
              <a:rPr dirty="0" err="1"/>
              <a:t>suivante</a:t>
            </a:r>
            <a:r>
              <a:rPr dirty="0">
                <a:latin typeface="Times New Roman"/>
                <a:ea typeface="Times New Roman"/>
                <a:cs typeface="Times New Roman"/>
                <a:sym typeface="Times New Roman"/>
              </a:rPr>
              <a:t> </a:t>
            </a:r>
            <a:r>
              <a:rPr dirty="0"/>
              <a:t>:</a:t>
            </a:r>
          </a:p>
          <a:p>
            <a:pPr marL="883745" lvl="2" indent="0" algn="just" defTabSz="549354">
              <a:spcBef>
                <a:spcPts val="2213"/>
              </a:spcBef>
              <a:buNone/>
              <a:defRPr sz="3000" b="1" i="1">
                <a:solidFill>
                  <a:srgbClr val="011993"/>
                </a:solidFill>
              </a:defRPr>
            </a:pPr>
            <a:r>
              <a:rPr lang="fr-FR" dirty="0"/>
              <a:t>                     </a:t>
            </a:r>
            <a:r>
              <a:rPr dirty="0" err="1"/>
              <a:t>Commande</a:t>
            </a:r>
            <a:r>
              <a:rPr dirty="0"/>
              <a:t> [Options] [Argument]</a:t>
            </a:r>
          </a:p>
          <a:p>
            <a:pPr marL="441873" indent="-441873" algn="just" defTabSz="549354">
              <a:spcBef>
                <a:spcPts val="2213"/>
              </a:spcBef>
              <a:defRPr sz="3000" b="1" i="1">
                <a:solidFill>
                  <a:srgbClr val="011993"/>
                </a:solidFill>
              </a:defRPr>
            </a:pPr>
            <a:r>
              <a:rPr dirty="0" err="1"/>
              <a:t>Commande</a:t>
            </a:r>
            <a:r>
              <a:rPr i="0" dirty="0">
                <a:solidFill>
                  <a:srgbClr val="414141"/>
                </a:solidFill>
                <a:latin typeface="Courier"/>
                <a:ea typeface="Courier"/>
                <a:cs typeface="Courier"/>
                <a:sym typeface="Courier"/>
              </a:rPr>
              <a:t> </a:t>
            </a:r>
            <a:r>
              <a:rPr b="0" i="0" dirty="0" err="1">
                <a:solidFill>
                  <a:srgbClr val="414141"/>
                </a:solidFill>
              </a:rPr>
              <a:t>est</a:t>
            </a:r>
            <a:r>
              <a:rPr b="0" i="0" dirty="0">
                <a:solidFill>
                  <a:srgbClr val="414141"/>
                </a:solidFill>
              </a:rPr>
              <a:t> le nom </a:t>
            </a:r>
            <a:r>
              <a:rPr b="0" i="0" dirty="0" err="1">
                <a:solidFill>
                  <a:srgbClr val="414141"/>
                </a:solidFill>
              </a:rPr>
              <a:t>d'une</a:t>
            </a:r>
            <a:r>
              <a:rPr b="0" i="0" dirty="0">
                <a:solidFill>
                  <a:srgbClr val="414141"/>
                </a:solidFill>
              </a:rPr>
              <a:t> </a:t>
            </a:r>
            <a:r>
              <a:rPr b="0" i="0" dirty="0" err="1">
                <a:solidFill>
                  <a:srgbClr val="414141"/>
                </a:solidFill>
              </a:rPr>
              <a:t>commande</a:t>
            </a:r>
            <a:r>
              <a:rPr b="0" i="0" dirty="0">
                <a:solidFill>
                  <a:srgbClr val="414141"/>
                </a:solidFill>
              </a:rPr>
              <a:t> interne </a:t>
            </a:r>
            <a:r>
              <a:rPr b="0" i="0" dirty="0" err="1">
                <a:solidFill>
                  <a:srgbClr val="414141"/>
                </a:solidFill>
              </a:rPr>
              <a:t>ou</a:t>
            </a:r>
            <a:r>
              <a:rPr b="0" i="0" dirty="0">
                <a:solidFill>
                  <a:srgbClr val="414141"/>
                </a:solidFill>
              </a:rPr>
              <a:t> un </a:t>
            </a:r>
            <a:r>
              <a:rPr b="0" i="0" dirty="0" err="1">
                <a:solidFill>
                  <a:srgbClr val="414141"/>
                </a:solidFill>
              </a:rPr>
              <a:t>programme</a:t>
            </a:r>
            <a:r>
              <a:rPr b="0" i="0" dirty="0">
                <a:solidFill>
                  <a:srgbClr val="414141"/>
                </a:solidFill>
              </a:rPr>
              <a:t> </a:t>
            </a:r>
            <a:r>
              <a:rPr b="0" i="0" dirty="0" err="1">
                <a:solidFill>
                  <a:srgbClr val="414141"/>
                </a:solidFill>
              </a:rPr>
              <a:t>exécutable</a:t>
            </a:r>
            <a:r>
              <a:rPr b="0" i="0" dirty="0">
                <a:solidFill>
                  <a:srgbClr val="414141"/>
                </a:solidFill>
              </a:rPr>
              <a:t>.</a:t>
            </a:r>
          </a:p>
          <a:p>
            <a:pPr marL="441873" indent="-441873" algn="just" defTabSz="549354">
              <a:spcBef>
                <a:spcPts val="2213"/>
              </a:spcBef>
              <a:defRPr sz="3000" b="1" i="1">
                <a:solidFill>
                  <a:srgbClr val="011993"/>
                </a:solidFill>
              </a:defRPr>
            </a:pPr>
            <a:r>
              <a:rPr dirty="0"/>
              <a:t>Options</a:t>
            </a:r>
            <a:r>
              <a:rPr i="0" dirty="0">
                <a:solidFill>
                  <a:srgbClr val="414141"/>
                </a:solidFill>
              </a:rPr>
              <a:t> : </a:t>
            </a:r>
            <a:r>
              <a:rPr b="0" i="0" dirty="0">
                <a:solidFill>
                  <a:srgbClr val="414141"/>
                </a:solidFill>
              </a:rPr>
              <a:t>la </a:t>
            </a:r>
            <a:r>
              <a:rPr b="0" i="0" dirty="0" err="1">
                <a:solidFill>
                  <a:srgbClr val="414141"/>
                </a:solidFill>
              </a:rPr>
              <a:t>plupart</a:t>
            </a:r>
            <a:r>
              <a:rPr b="0" i="0" dirty="0">
                <a:solidFill>
                  <a:srgbClr val="414141"/>
                </a:solidFill>
              </a:rPr>
              <a:t> des </a:t>
            </a:r>
            <a:r>
              <a:rPr b="0" i="0" dirty="0" err="1">
                <a:solidFill>
                  <a:srgbClr val="414141"/>
                </a:solidFill>
              </a:rPr>
              <a:t>commandes</a:t>
            </a:r>
            <a:r>
              <a:rPr b="0" i="0" dirty="0">
                <a:solidFill>
                  <a:srgbClr val="414141"/>
                </a:solidFill>
              </a:rPr>
              <a:t> </a:t>
            </a:r>
            <a:r>
              <a:rPr b="0" i="0" dirty="0" err="1">
                <a:solidFill>
                  <a:srgbClr val="414141"/>
                </a:solidFill>
              </a:rPr>
              <a:t>possèdent</a:t>
            </a:r>
            <a:r>
              <a:rPr b="0" i="0" dirty="0">
                <a:solidFill>
                  <a:srgbClr val="414141"/>
                </a:solidFill>
              </a:rPr>
              <a:t> des options </a:t>
            </a:r>
            <a:r>
              <a:rPr b="0" i="0" dirty="0" err="1">
                <a:solidFill>
                  <a:srgbClr val="414141"/>
                </a:solidFill>
              </a:rPr>
              <a:t>facultatives</a:t>
            </a:r>
            <a:r>
              <a:rPr b="0" i="0" dirty="0">
                <a:solidFill>
                  <a:srgbClr val="414141"/>
                </a:solidFill>
              </a:rPr>
              <a:t> qui </a:t>
            </a:r>
            <a:r>
              <a:rPr b="0" i="0" dirty="0" err="1">
                <a:solidFill>
                  <a:srgbClr val="414141"/>
                </a:solidFill>
              </a:rPr>
              <a:t>en</a:t>
            </a:r>
            <a:r>
              <a:rPr b="0" i="0" dirty="0">
                <a:solidFill>
                  <a:srgbClr val="414141"/>
                </a:solidFill>
              </a:rPr>
              <a:t> </a:t>
            </a:r>
            <a:r>
              <a:rPr b="0" i="0" dirty="0" err="1">
                <a:solidFill>
                  <a:srgbClr val="414141"/>
                </a:solidFill>
              </a:rPr>
              <a:t>modifient</a:t>
            </a:r>
            <a:r>
              <a:rPr b="0" i="0" dirty="0">
                <a:solidFill>
                  <a:srgbClr val="414141"/>
                </a:solidFill>
              </a:rPr>
              <a:t> le </a:t>
            </a:r>
            <a:r>
              <a:rPr b="0" i="0" dirty="0" err="1">
                <a:solidFill>
                  <a:srgbClr val="414141"/>
                </a:solidFill>
              </a:rPr>
              <a:t>comportement</a:t>
            </a:r>
            <a:r>
              <a:rPr b="0" i="0" dirty="0">
                <a:solidFill>
                  <a:srgbClr val="414141"/>
                </a:solidFill>
              </a:rPr>
              <a:t>.</a:t>
            </a:r>
          </a:p>
          <a:p>
            <a:pPr marL="441873" indent="-441873" algn="just" defTabSz="549354">
              <a:spcBef>
                <a:spcPts val="2213"/>
              </a:spcBef>
              <a:defRPr sz="3000" b="1" i="1">
                <a:solidFill>
                  <a:srgbClr val="011993"/>
                </a:solidFill>
              </a:defRPr>
            </a:pPr>
            <a:r>
              <a:rPr dirty="0"/>
              <a:t>Arguments/</a:t>
            </a:r>
            <a:r>
              <a:rPr dirty="0" err="1"/>
              <a:t>Paramètres</a:t>
            </a:r>
            <a:r>
              <a:rPr b="0" i="0" dirty="0">
                <a:solidFill>
                  <a:srgbClr val="414141"/>
                </a:solidFill>
              </a:rPr>
              <a:t> </a:t>
            </a:r>
            <a:r>
              <a:rPr b="0" i="0" dirty="0" err="1">
                <a:solidFill>
                  <a:srgbClr val="414141"/>
                </a:solidFill>
              </a:rPr>
              <a:t>sont</a:t>
            </a:r>
            <a:r>
              <a:rPr b="0" i="0" dirty="0">
                <a:solidFill>
                  <a:srgbClr val="414141"/>
                </a:solidFill>
              </a:rPr>
              <a:t> les </a:t>
            </a:r>
            <a:r>
              <a:rPr b="0" i="0" dirty="0" err="1">
                <a:solidFill>
                  <a:srgbClr val="414141"/>
                </a:solidFill>
              </a:rPr>
              <a:t>données</a:t>
            </a:r>
            <a:r>
              <a:rPr b="0" i="0" dirty="0">
                <a:solidFill>
                  <a:srgbClr val="414141"/>
                </a:solidFill>
              </a:rPr>
              <a:t> </a:t>
            </a:r>
            <a:r>
              <a:rPr b="0" i="0" dirty="0" err="1">
                <a:solidFill>
                  <a:srgbClr val="414141"/>
                </a:solidFill>
              </a:rPr>
              <a:t>d'entrées</a:t>
            </a:r>
            <a:r>
              <a:rPr b="0" i="0" dirty="0">
                <a:solidFill>
                  <a:srgbClr val="414141"/>
                </a:solidFill>
              </a:rPr>
              <a:t> à la </a:t>
            </a:r>
            <a:r>
              <a:rPr b="0" i="0" dirty="0" err="1">
                <a:solidFill>
                  <a:srgbClr val="414141"/>
                </a:solidFill>
              </a:rPr>
              <a:t>commande</a:t>
            </a:r>
            <a:r>
              <a:rPr b="0" i="0" dirty="0">
                <a:solidFill>
                  <a:srgbClr val="414141"/>
                </a:solidFill>
              </a:rPr>
              <a:t>.</a:t>
            </a:r>
          </a:p>
        </p:txBody>
      </p:sp>
      <p:sp>
        <p:nvSpPr>
          <p:cNvPr id="252" name="Espace réservé du numéro de diapositive 1"/>
          <p:cNvSpPr txBox="1">
            <a:spLocks noGrp="1"/>
          </p:cNvSpPr>
          <p:nvPr>
            <p:ph type="sldNum" sz="quarter" idx="2"/>
          </p:nvPr>
        </p:nvSpPr>
        <p:spPr>
          <a:xfrm>
            <a:off x="7029966" y="10265453"/>
            <a:ext cx="362740" cy="412859"/>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16</a:t>
            </a:fld>
            <a:endParaRPr/>
          </a:p>
        </p:txBody>
      </p:sp>
    </p:spTree>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4" name="Commandes Shell"/>
          <p:cNvSpPr txBox="1">
            <a:spLocks noGrp="1"/>
          </p:cNvSpPr>
          <p:nvPr>
            <p:ph type="title"/>
          </p:nvPr>
        </p:nvSpPr>
        <p:spPr>
          <a:prstGeom prst="rect">
            <a:avLst/>
          </a:prstGeom>
        </p:spPr>
        <p:txBody>
          <a:bodyPr/>
          <a:lstStyle/>
          <a:p>
            <a:r>
              <a:t>Commandes Shell </a:t>
            </a:r>
          </a:p>
        </p:txBody>
      </p:sp>
      <p:sp>
        <p:nvSpPr>
          <p:cNvPr id="255" name="Le shell distingue deux sortes de commandes : Commandes internes / Commandes externes.…"/>
          <p:cNvSpPr txBox="1">
            <a:spLocks noGrp="1"/>
          </p:cNvSpPr>
          <p:nvPr>
            <p:ph type="body" idx="1"/>
          </p:nvPr>
        </p:nvSpPr>
        <p:spPr>
          <a:xfrm>
            <a:off x="586672" y="2931254"/>
            <a:ext cx="13263381" cy="7322766"/>
          </a:xfrm>
          <a:prstGeom prst="rect">
            <a:avLst/>
          </a:prstGeom>
        </p:spPr>
        <p:txBody>
          <a:bodyPr/>
          <a:lstStyle/>
          <a:p>
            <a:pPr marL="462667" indent="-462667" algn="just" defTabSz="575207">
              <a:spcBef>
                <a:spcPts val="2323"/>
              </a:spcBef>
              <a:defRPr sz="3200">
                <a:solidFill>
                  <a:srgbClr val="212121"/>
                </a:solidFill>
              </a:defRPr>
            </a:pPr>
            <a:r>
              <a:rPr dirty="0"/>
              <a:t>Le shell distingue deux </a:t>
            </a:r>
            <a:r>
              <a:rPr dirty="0" err="1"/>
              <a:t>sortes</a:t>
            </a:r>
            <a:r>
              <a:rPr dirty="0"/>
              <a:t> de </a:t>
            </a:r>
            <a:r>
              <a:rPr dirty="0" err="1"/>
              <a:t>commandes</a:t>
            </a:r>
            <a:r>
              <a:rPr dirty="0"/>
              <a:t> : </a:t>
            </a:r>
            <a:r>
              <a:rPr dirty="0" err="1"/>
              <a:t>Commandes</a:t>
            </a:r>
            <a:r>
              <a:rPr dirty="0"/>
              <a:t> internes</a:t>
            </a:r>
            <a:r>
              <a:rPr lang="fr-FR" dirty="0"/>
              <a:t> &amp; </a:t>
            </a:r>
            <a:r>
              <a:rPr dirty="0" err="1"/>
              <a:t>Commandes</a:t>
            </a:r>
            <a:r>
              <a:rPr dirty="0"/>
              <a:t> </a:t>
            </a:r>
            <a:r>
              <a:rPr dirty="0" err="1"/>
              <a:t>externes</a:t>
            </a:r>
            <a:r>
              <a:rPr dirty="0"/>
              <a:t>. </a:t>
            </a:r>
          </a:p>
          <a:p>
            <a:pPr marL="925334" lvl="1" indent="-462667" algn="just" defTabSz="575207">
              <a:spcBef>
                <a:spcPts val="2323"/>
              </a:spcBef>
              <a:defRPr sz="3000" b="1" i="1" u="sng">
                <a:solidFill>
                  <a:srgbClr val="011993"/>
                </a:solidFill>
              </a:defRPr>
            </a:pPr>
            <a:r>
              <a:rPr dirty="0" err="1"/>
              <a:t>Commande</a:t>
            </a:r>
            <a:r>
              <a:rPr dirty="0"/>
              <a:t> interne</a:t>
            </a:r>
            <a:r>
              <a:rPr u="none" dirty="0"/>
              <a:t>: </a:t>
            </a:r>
            <a:r>
              <a:rPr sz="3541" dirty="0" err="1">
                <a:solidFill>
                  <a:srgbClr val="212121"/>
                </a:solidFill>
              </a:rPr>
              <a:t>Commande</a:t>
            </a:r>
            <a:r>
              <a:rPr sz="3541" dirty="0">
                <a:solidFill>
                  <a:srgbClr val="212121"/>
                </a:solidFill>
              </a:rPr>
              <a:t> </a:t>
            </a:r>
            <a:r>
              <a:rPr sz="3541" dirty="0" err="1">
                <a:solidFill>
                  <a:srgbClr val="212121"/>
                </a:solidFill>
              </a:rPr>
              <a:t>dont</a:t>
            </a:r>
            <a:r>
              <a:rPr sz="3541" dirty="0">
                <a:solidFill>
                  <a:srgbClr val="212121"/>
                </a:solidFill>
              </a:rPr>
              <a:t> le code </a:t>
            </a:r>
            <a:r>
              <a:rPr sz="3541" dirty="0" err="1">
                <a:solidFill>
                  <a:srgbClr val="212121"/>
                </a:solidFill>
              </a:rPr>
              <a:t>est</a:t>
            </a:r>
            <a:r>
              <a:rPr sz="3541" dirty="0">
                <a:solidFill>
                  <a:srgbClr val="212121"/>
                </a:solidFill>
              </a:rPr>
              <a:t> </a:t>
            </a:r>
            <a:r>
              <a:rPr sz="3541" dirty="0" err="1">
                <a:solidFill>
                  <a:srgbClr val="212121"/>
                </a:solidFill>
              </a:rPr>
              <a:t>implanté</a:t>
            </a:r>
            <a:r>
              <a:rPr sz="3541" dirty="0">
                <a:solidFill>
                  <a:srgbClr val="212121"/>
                </a:solidFill>
              </a:rPr>
              <a:t> au sein de  </a:t>
            </a:r>
            <a:r>
              <a:rPr sz="3541" dirty="0" err="1">
                <a:solidFill>
                  <a:srgbClr val="212121"/>
                </a:solidFill>
              </a:rPr>
              <a:t>l’interpréteur</a:t>
            </a:r>
            <a:r>
              <a:rPr sz="3541" dirty="0">
                <a:solidFill>
                  <a:srgbClr val="212121"/>
                </a:solidFill>
              </a:rPr>
              <a:t> de </a:t>
            </a:r>
            <a:r>
              <a:rPr sz="3541" dirty="0" err="1">
                <a:solidFill>
                  <a:srgbClr val="212121"/>
                </a:solidFill>
              </a:rPr>
              <a:t>commande</a:t>
            </a:r>
            <a:r>
              <a:rPr sz="3541" dirty="0">
                <a:solidFill>
                  <a:srgbClr val="212121"/>
                </a:solidFill>
              </a:rPr>
              <a:t>. </a:t>
            </a:r>
            <a:endParaRPr sz="3541" dirty="0"/>
          </a:p>
          <a:p>
            <a:pPr marL="1388001" lvl="2" indent="-462667" algn="just" defTabSz="575207">
              <a:spcBef>
                <a:spcPts val="2323"/>
              </a:spcBef>
              <a:defRPr sz="3200">
                <a:solidFill>
                  <a:srgbClr val="212121"/>
                </a:solidFill>
              </a:defRPr>
            </a:pPr>
            <a:r>
              <a:rPr dirty="0" err="1"/>
              <a:t>Exemples</a:t>
            </a:r>
            <a:r>
              <a:rPr dirty="0"/>
              <a:t> de </a:t>
            </a:r>
            <a:r>
              <a:rPr dirty="0" err="1"/>
              <a:t>commandes</a:t>
            </a:r>
            <a:r>
              <a:rPr dirty="0"/>
              <a:t> internes : cd , echo , </a:t>
            </a:r>
            <a:r>
              <a:rPr dirty="0" err="1"/>
              <a:t>pwd</a:t>
            </a:r>
            <a:endParaRPr dirty="0"/>
          </a:p>
          <a:p>
            <a:pPr marL="925334" lvl="1" indent="-462667" algn="just" defTabSz="575207">
              <a:spcBef>
                <a:spcPts val="2323"/>
              </a:spcBef>
              <a:defRPr sz="3000" b="1" i="1" u="sng">
                <a:solidFill>
                  <a:srgbClr val="011993"/>
                </a:solidFill>
              </a:defRPr>
            </a:pPr>
            <a:r>
              <a:rPr dirty="0" err="1"/>
              <a:t>Commande</a:t>
            </a:r>
            <a:r>
              <a:rPr dirty="0"/>
              <a:t> </a:t>
            </a:r>
            <a:r>
              <a:rPr dirty="0" err="1"/>
              <a:t>externe</a:t>
            </a:r>
            <a:r>
              <a:rPr u="none" dirty="0"/>
              <a:t>: </a:t>
            </a:r>
            <a:r>
              <a:rPr sz="3541" dirty="0" err="1">
                <a:solidFill>
                  <a:srgbClr val="212121"/>
                </a:solidFill>
              </a:rPr>
              <a:t>Commande</a:t>
            </a:r>
            <a:r>
              <a:rPr sz="3541" dirty="0">
                <a:solidFill>
                  <a:srgbClr val="212121"/>
                </a:solidFill>
              </a:rPr>
              <a:t> </a:t>
            </a:r>
            <a:r>
              <a:rPr sz="3541" dirty="0" err="1">
                <a:solidFill>
                  <a:srgbClr val="212121"/>
                </a:solidFill>
              </a:rPr>
              <a:t>dont</a:t>
            </a:r>
            <a:r>
              <a:rPr sz="3541" dirty="0">
                <a:solidFill>
                  <a:srgbClr val="212121"/>
                </a:solidFill>
              </a:rPr>
              <a:t> le code se </a:t>
            </a:r>
            <a:r>
              <a:rPr sz="3541" dirty="0" err="1">
                <a:solidFill>
                  <a:srgbClr val="212121"/>
                </a:solidFill>
              </a:rPr>
              <a:t>trouve</a:t>
            </a:r>
            <a:r>
              <a:rPr sz="3541" dirty="0">
                <a:solidFill>
                  <a:srgbClr val="212121"/>
                </a:solidFill>
              </a:rPr>
              <a:t> dans un </a:t>
            </a:r>
            <a:r>
              <a:rPr sz="3541" dirty="0" err="1">
                <a:solidFill>
                  <a:srgbClr val="212121"/>
                </a:solidFill>
              </a:rPr>
              <a:t>fichier</a:t>
            </a:r>
            <a:r>
              <a:rPr sz="3541" dirty="0">
                <a:solidFill>
                  <a:srgbClr val="212121"/>
                </a:solidFill>
              </a:rPr>
              <a:t>.</a:t>
            </a:r>
            <a:endParaRPr sz="3541" dirty="0"/>
          </a:p>
          <a:p>
            <a:pPr marL="1388001" lvl="2" indent="-462667" algn="just" defTabSz="575207">
              <a:spcBef>
                <a:spcPts val="2323"/>
              </a:spcBef>
              <a:defRPr sz="3200">
                <a:solidFill>
                  <a:srgbClr val="212121"/>
                </a:solidFill>
              </a:defRPr>
            </a:pPr>
            <a:r>
              <a:rPr dirty="0"/>
              <a:t>La </a:t>
            </a:r>
            <a:r>
              <a:rPr dirty="0" err="1"/>
              <a:t>localisation</a:t>
            </a:r>
            <a:r>
              <a:rPr dirty="0"/>
              <a:t> du code </a:t>
            </a:r>
            <a:r>
              <a:rPr dirty="0" err="1"/>
              <a:t>d'une</a:t>
            </a:r>
            <a:r>
              <a:rPr dirty="0"/>
              <a:t> </a:t>
            </a:r>
            <a:r>
              <a:rPr dirty="0" err="1"/>
              <a:t>commande</a:t>
            </a:r>
            <a:r>
              <a:rPr dirty="0"/>
              <a:t> </a:t>
            </a:r>
            <a:r>
              <a:rPr dirty="0" err="1"/>
              <a:t>externe</a:t>
            </a:r>
            <a:r>
              <a:rPr dirty="0"/>
              <a:t> doit </a:t>
            </a:r>
            <a:r>
              <a:rPr dirty="0" err="1"/>
              <a:t>être</a:t>
            </a:r>
            <a:r>
              <a:rPr dirty="0"/>
              <a:t> </a:t>
            </a:r>
            <a:r>
              <a:rPr dirty="0" err="1"/>
              <a:t>connue</a:t>
            </a:r>
            <a:r>
              <a:rPr dirty="0"/>
              <a:t> du shell pour </a:t>
            </a:r>
            <a:r>
              <a:rPr dirty="0" err="1"/>
              <a:t>qu'il</a:t>
            </a:r>
            <a:r>
              <a:rPr dirty="0"/>
              <a:t> </a:t>
            </a:r>
            <a:r>
              <a:rPr dirty="0" err="1"/>
              <a:t>puisse</a:t>
            </a:r>
            <a:r>
              <a:rPr dirty="0"/>
              <a:t> </a:t>
            </a:r>
            <a:r>
              <a:rPr dirty="0" err="1"/>
              <a:t>exécuter</a:t>
            </a:r>
            <a:r>
              <a:rPr dirty="0"/>
              <a:t> </a:t>
            </a:r>
            <a:r>
              <a:rPr dirty="0" err="1"/>
              <a:t>cette</a:t>
            </a:r>
            <a:r>
              <a:rPr dirty="0"/>
              <a:t> </a:t>
            </a:r>
            <a:r>
              <a:rPr dirty="0" err="1"/>
              <a:t>commande</a:t>
            </a:r>
            <a:r>
              <a:rPr dirty="0"/>
              <a:t>. </a:t>
            </a:r>
          </a:p>
        </p:txBody>
      </p:sp>
      <p:sp>
        <p:nvSpPr>
          <p:cNvPr id="256" name="Espace réservé du numéro de diapositive 1"/>
          <p:cNvSpPr txBox="1">
            <a:spLocks noGrp="1"/>
          </p:cNvSpPr>
          <p:nvPr>
            <p:ph type="sldNum" sz="quarter" idx="2"/>
          </p:nvPr>
        </p:nvSpPr>
        <p:spPr>
          <a:xfrm>
            <a:off x="7029966" y="10265453"/>
            <a:ext cx="362740" cy="412859"/>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17</a:t>
            </a:fld>
            <a:endParaRPr/>
          </a:p>
        </p:txBody>
      </p:sp>
    </p:spTree>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8" name="Commandes Shell : Utilitaires d’aide"/>
          <p:cNvSpPr txBox="1">
            <a:spLocks noGrp="1"/>
          </p:cNvSpPr>
          <p:nvPr>
            <p:ph type="title"/>
          </p:nvPr>
        </p:nvSpPr>
        <p:spPr>
          <a:prstGeom prst="rect">
            <a:avLst/>
          </a:prstGeom>
        </p:spPr>
        <p:txBody>
          <a:bodyPr/>
          <a:lstStyle/>
          <a:p>
            <a:pPr defTabSz="620447">
              <a:spcBef>
                <a:spcPts val="1660"/>
              </a:spcBef>
              <a:defRPr sz="5400"/>
            </a:pPr>
            <a:r>
              <a:t>Commandes Shell : Utilitaires d’aide</a:t>
            </a:r>
            <a:r>
              <a:rPr sz="6638"/>
              <a:t> </a:t>
            </a:r>
          </a:p>
        </p:txBody>
      </p:sp>
      <p:sp>
        <p:nvSpPr>
          <p:cNvPr id="259" name="Il existe une multitude de commandes sous linux. Il est difficile de se rappeler de l’intégralité de ces dernières.…"/>
          <p:cNvSpPr txBox="1">
            <a:spLocks noGrp="1"/>
          </p:cNvSpPr>
          <p:nvPr>
            <p:ph type="body" idx="1"/>
          </p:nvPr>
        </p:nvSpPr>
        <p:spPr>
          <a:xfrm>
            <a:off x="586672" y="2931254"/>
            <a:ext cx="13263381" cy="7322766"/>
          </a:xfrm>
          <a:prstGeom prst="rect">
            <a:avLst/>
          </a:prstGeom>
        </p:spPr>
        <p:txBody>
          <a:bodyPr anchor="t"/>
          <a:lstStyle/>
          <a:p>
            <a:pPr algn="just"/>
            <a:endParaRPr/>
          </a:p>
          <a:p>
            <a:pPr algn="just"/>
            <a:r>
              <a:t>Il existe une multitude de commandes sous linux. Il est difficile de se rappeler de l’intégralité de ces dernières. </a:t>
            </a:r>
            <a:endParaRPr sz="1328">
              <a:latin typeface="Times Roman"/>
              <a:ea typeface="Times Roman"/>
              <a:cs typeface="Times Roman"/>
              <a:sym typeface="Times Roman"/>
            </a:endParaRPr>
          </a:p>
          <a:p>
            <a:pPr algn="just"/>
            <a:r>
              <a:t> Un ensemble d’utilitaires d’aide ont été mis à la disposition des utilisateurs pour faciliter la manipulation de cet environnement. </a:t>
            </a:r>
          </a:p>
        </p:txBody>
      </p:sp>
      <p:sp>
        <p:nvSpPr>
          <p:cNvPr id="260" name="Espace réservé du numéro de diapositive 1"/>
          <p:cNvSpPr txBox="1">
            <a:spLocks noGrp="1"/>
          </p:cNvSpPr>
          <p:nvPr>
            <p:ph type="sldNum" sz="quarter" idx="2"/>
          </p:nvPr>
        </p:nvSpPr>
        <p:spPr>
          <a:xfrm>
            <a:off x="7029966" y="10265453"/>
            <a:ext cx="362740" cy="412859"/>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18</a:t>
            </a:fld>
            <a:endParaRPr/>
          </a:p>
        </p:txBody>
      </p:sp>
    </p:spTree>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62" name="Commandes Shell : Utilitaires d’aide"/>
          <p:cNvSpPr txBox="1">
            <a:spLocks noGrp="1"/>
          </p:cNvSpPr>
          <p:nvPr>
            <p:ph type="title"/>
          </p:nvPr>
        </p:nvSpPr>
        <p:spPr>
          <a:prstGeom prst="rect">
            <a:avLst/>
          </a:prstGeom>
        </p:spPr>
        <p:txBody>
          <a:bodyPr/>
          <a:lstStyle>
            <a:lvl1pPr defTabSz="560830">
              <a:spcBef>
                <a:spcPts val="1500"/>
              </a:spcBef>
              <a:defRPr sz="5400"/>
            </a:lvl1pPr>
          </a:lstStyle>
          <a:p>
            <a:r>
              <a:t>Commandes Shell : Utilitaires d’aide </a:t>
            </a:r>
          </a:p>
        </p:txBody>
      </p:sp>
      <p:sp>
        <p:nvSpPr>
          <p:cNvPr id="263" name="Pages manuelles (Man)…"/>
          <p:cNvSpPr txBox="1">
            <a:spLocks noGrp="1"/>
          </p:cNvSpPr>
          <p:nvPr>
            <p:ph type="body" idx="1"/>
          </p:nvPr>
        </p:nvSpPr>
        <p:spPr>
          <a:xfrm>
            <a:off x="586672" y="2931254"/>
            <a:ext cx="13263381" cy="7322766"/>
          </a:xfrm>
          <a:prstGeom prst="rect">
            <a:avLst/>
          </a:prstGeom>
        </p:spPr>
        <p:txBody>
          <a:bodyPr anchor="t"/>
          <a:lstStyle/>
          <a:p>
            <a:pPr marL="0" indent="0" algn="ctr" defTabSz="908859">
              <a:spcBef>
                <a:spcPts val="3651"/>
              </a:spcBef>
              <a:buSzTx/>
              <a:buNone/>
              <a:defRPr sz="3400" b="1" i="1">
                <a:solidFill>
                  <a:srgbClr val="B0564E"/>
                </a:solidFill>
              </a:defRPr>
            </a:pPr>
            <a:r>
              <a:rPr lang="fr-FR" dirty="0">
                <a:solidFill>
                  <a:srgbClr val="0070C0"/>
                </a:solidFill>
              </a:rPr>
              <a:t>m</a:t>
            </a:r>
            <a:r>
              <a:rPr dirty="0">
                <a:solidFill>
                  <a:srgbClr val="0070C0"/>
                </a:solidFill>
              </a:rPr>
              <a:t>an</a:t>
            </a:r>
            <a:r>
              <a:rPr lang="fr-FR" dirty="0">
                <a:solidFill>
                  <a:srgbClr val="0070C0"/>
                </a:solidFill>
              </a:rPr>
              <a:t>  [Commande]</a:t>
            </a:r>
            <a:r>
              <a:rPr dirty="0">
                <a:solidFill>
                  <a:srgbClr val="0070C0"/>
                </a:solidFill>
              </a:rPr>
              <a:t> </a:t>
            </a:r>
          </a:p>
          <a:p>
            <a:pPr marL="722014" indent="-722014" defTabSz="908859">
              <a:spcBef>
                <a:spcPts val="3651"/>
              </a:spcBef>
              <a:defRPr sz="3400"/>
            </a:pPr>
            <a:r>
              <a:rPr dirty="0"/>
              <a:t>La </a:t>
            </a:r>
            <a:r>
              <a:rPr dirty="0" err="1"/>
              <a:t>commande</a:t>
            </a:r>
            <a:r>
              <a:rPr dirty="0"/>
              <a:t> « </a:t>
            </a:r>
            <a:r>
              <a:rPr b="1" dirty="0"/>
              <a:t>man</a:t>
            </a:r>
            <a:r>
              <a:rPr dirty="0"/>
              <a:t> » </a:t>
            </a:r>
            <a:r>
              <a:rPr dirty="0" err="1"/>
              <a:t>permet</a:t>
            </a:r>
            <a:r>
              <a:rPr dirty="0"/>
              <a:t> de </a:t>
            </a:r>
            <a:r>
              <a:rPr dirty="0" err="1"/>
              <a:t>fournir</a:t>
            </a:r>
            <a:r>
              <a:rPr dirty="0"/>
              <a:t> </a:t>
            </a:r>
            <a:r>
              <a:rPr dirty="0" err="1"/>
              <a:t>une</a:t>
            </a:r>
            <a:r>
              <a:rPr dirty="0"/>
              <a:t> page </a:t>
            </a:r>
            <a:r>
              <a:rPr dirty="0" err="1"/>
              <a:t>manuelle</a:t>
            </a:r>
            <a:r>
              <a:rPr dirty="0"/>
              <a:t> </a:t>
            </a:r>
            <a:r>
              <a:rPr dirty="0" err="1"/>
              <a:t>d’une</a:t>
            </a:r>
            <a:r>
              <a:rPr dirty="0"/>
              <a:t> </a:t>
            </a:r>
            <a:r>
              <a:rPr dirty="0" err="1"/>
              <a:t>commande</a:t>
            </a:r>
            <a:r>
              <a:rPr dirty="0"/>
              <a:t> </a:t>
            </a:r>
            <a:r>
              <a:rPr dirty="0" err="1"/>
              <a:t>envoyée</a:t>
            </a:r>
            <a:r>
              <a:rPr dirty="0"/>
              <a:t> </a:t>
            </a:r>
            <a:r>
              <a:rPr dirty="0" err="1"/>
              <a:t>en</a:t>
            </a:r>
            <a:r>
              <a:rPr dirty="0"/>
              <a:t> argument. </a:t>
            </a:r>
          </a:p>
        </p:txBody>
      </p:sp>
      <p:pic>
        <p:nvPicPr>
          <p:cNvPr id="264" name="Capture d’écran 2021-01-28 à 1.34.49 PM.png" descr="Capture d’écran 2021-01-28 à 1.34.49 PM.png"/>
          <p:cNvPicPr>
            <a:picLocks noChangeAspect="1"/>
          </p:cNvPicPr>
          <p:nvPr/>
        </p:nvPicPr>
        <p:blipFill>
          <a:blip r:embed="rId2"/>
          <a:srcRect l="1625"/>
          <a:stretch>
            <a:fillRect/>
          </a:stretch>
        </p:blipFill>
        <p:spPr>
          <a:xfrm>
            <a:off x="2670310" y="5798142"/>
            <a:ext cx="9752703" cy="4275564"/>
          </a:xfrm>
          <a:prstGeom prst="rect">
            <a:avLst/>
          </a:prstGeom>
          <a:ln w="12700">
            <a:miter lim="400000"/>
          </a:ln>
        </p:spPr>
      </p:pic>
      <p:sp>
        <p:nvSpPr>
          <p:cNvPr id="265" name="Espace réservé du numéro de diapositive 1"/>
          <p:cNvSpPr txBox="1">
            <a:spLocks noGrp="1"/>
          </p:cNvSpPr>
          <p:nvPr>
            <p:ph type="sldNum" sz="quarter" idx="2"/>
          </p:nvPr>
        </p:nvSpPr>
        <p:spPr>
          <a:xfrm>
            <a:off x="7029966" y="10265453"/>
            <a:ext cx="362740" cy="412859"/>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19</a:t>
            </a:fld>
            <a:endParaRPr/>
          </a:p>
        </p:txBody>
      </p:sp>
    </p:spTree>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67" name="Commandes Shell : Utilitaires d’aide"/>
          <p:cNvSpPr txBox="1">
            <a:spLocks noGrp="1"/>
          </p:cNvSpPr>
          <p:nvPr>
            <p:ph type="title"/>
          </p:nvPr>
        </p:nvSpPr>
        <p:spPr>
          <a:prstGeom prst="rect">
            <a:avLst/>
          </a:prstGeom>
        </p:spPr>
        <p:txBody>
          <a:bodyPr/>
          <a:lstStyle/>
          <a:p>
            <a:pPr defTabSz="620447">
              <a:spcBef>
                <a:spcPts val="1660"/>
              </a:spcBef>
              <a:defRPr sz="5400"/>
            </a:pPr>
            <a:r>
              <a:t>Commandes Shell : Utilitaires d’aide</a:t>
            </a:r>
            <a:r>
              <a:rPr sz="6638"/>
              <a:t> </a:t>
            </a:r>
          </a:p>
        </p:txBody>
      </p:sp>
      <p:sp>
        <p:nvSpPr>
          <p:cNvPr id="268" name="Pages infos (info)…"/>
          <p:cNvSpPr txBox="1">
            <a:spLocks noGrp="1"/>
          </p:cNvSpPr>
          <p:nvPr>
            <p:ph type="body" idx="1"/>
          </p:nvPr>
        </p:nvSpPr>
        <p:spPr>
          <a:xfrm>
            <a:off x="586672" y="2931254"/>
            <a:ext cx="13263381" cy="7322766"/>
          </a:xfrm>
          <a:prstGeom prst="rect">
            <a:avLst/>
          </a:prstGeom>
        </p:spPr>
        <p:txBody>
          <a:bodyPr anchor="t"/>
          <a:lstStyle/>
          <a:p>
            <a:pPr marL="0" indent="0" algn="ctr" defTabSz="908859">
              <a:spcBef>
                <a:spcPts val="3651"/>
              </a:spcBef>
              <a:buSzTx/>
              <a:buNone/>
              <a:defRPr sz="3500" b="1" i="1">
                <a:solidFill>
                  <a:srgbClr val="B0564E"/>
                </a:solidFill>
              </a:defRPr>
            </a:pPr>
            <a:r>
              <a:rPr lang="fr-FR" dirty="0">
                <a:solidFill>
                  <a:srgbClr val="0070C0"/>
                </a:solidFill>
              </a:rPr>
              <a:t>i</a:t>
            </a:r>
            <a:r>
              <a:rPr dirty="0" err="1">
                <a:solidFill>
                  <a:srgbClr val="0070C0"/>
                </a:solidFill>
              </a:rPr>
              <a:t>nfo</a:t>
            </a:r>
            <a:r>
              <a:rPr lang="fr-FR" dirty="0">
                <a:solidFill>
                  <a:srgbClr val="0070C0"/>
                </a:solidFill>
              </a:rPr>
              <a:t> [commande]</a:t>
            </a:r>
            <a:r>
              <a:rPr dirty="0">
                <a:solidFill>
                  <a:srgbClr val="0070C0"/>
                </a:solidFill>
              </a:rPr>
              <a:t> </a:t>
            </a:r>
          </a:p>
          <a:p>
            <a:pPr defTabSz="908859">
              <a:spcBef>
                <a:spcPts val="3651"/>
              </a:spcBef>
              <a:defRPr sz="3500"/>
            </a:pPr>
            <a:r>
              <a:rPr dirty="0"/>
              <a:t>La </a:t>
            </a:r>
            <a:r>
              <a:rPr dirty="0" err="1"/>
              <a:t>commande</a:t>
            </a:r>
            <a:r>
              <a:rPr dirty="0"/>
              <a:t> « </a:t>
            </a:r>
            <a:r>
              <a:rPr b="1" dirty="0"/>
              <a:t>info</a:t>
            </a:r>
            <a:r>
              <a:rPr dirty="0"/>
              <a:t> » </a:t>
            </a:r>
            <a:r>
              <a:rPr dirty="0" err="1"/>
              <a:t>permet</a:t>
            </a:r>
            <a:r>
              <a:rPr dirty="0"/>
              <a:t> de </a:t>
            </a:r>
            <a:r>
              <a:rPr dirty="0" err="1"/>
              <a:t>fournir</a:t>
            </a:r>
            <a:r>
              <a:rPr dirty="0"/>
              <a:t> </a:t>
            </a:r>
            <a:r>
              <a:rPr dirty="0" err="1"/>
              <a:t>une</a:t>
            </a:r>
            <a:r>
              <a:rPr dirty="0"/>
              <a:t> page info </a:t>
            </a:r>
            <a:r>
              <a:rPr dirty="0" err="1"/>
              <a:t>d’une</a:t>
            </a:r>
            <a:r>
              <a:rPr dirty="0"/>
              <a:t> </a:t>
            </a:r>
            <a:r>
              <a:rPr dirty="0" err="1"/>
              <a:t>commande</a:t>
            </a:r>
            <a:r>
              <a:rPr dirty="0"/>
              <a:t> </a:t>
            </a:r>
            <a:r>
              <a:rPr dirty="0" err="1"/>
              <a:t>envoyée</a:t>
            </a:r>
            <a:r>
              <a:rPr dirty="0"/>
              <a:t> </a:t>
            </a:r>
            <a:r>
              <a:rPr dirty="0" err="1"/>
              <a:t>en</a:t>
            </a:r>
            <a:r>
              <a:rPr dirty="0"/>
              <a:t> argument. </a:t>
            </a:r>
          </a:p>
        </p:txBody>
      </p:sp>
      <p:pic>
        <p:nvPicPr>
          <p:cNvPr id="269" name="Capture d’écran 2021-01-28 à 1.43.12 PM.png" descr="Capture d’écran 2021-01-28 à 1.43.12 PM.png"/>
          <p:cNvPicPr>
            <a:picLocks noChangeAspect="1"/>
          </p:cNvPicPr>
          <p:nvPr/>
        </p:nvPicPr>
        <p:blipFill>
          <a:blip r:embed="rId2"/>
          <a:stretch>
            <a:fillRect/>
          </a:stretch>
        </p:blipFill>
        <p:spPr>
          <a:xfrm>
            <a:off x="2682955" y="6019463"/>
            <a:ext cx="9695412" cy="4178224"/>
          </a:xfrm>
          <a:prstGeom prst="rect">
            <a:avLst/>
          </a:prstGeom>
          <a:ln w="12700">
            <a:miter lim="400000"/>
          </a:ln>
        </p:spPr>
      </p:pic>
      <p:sp>
        <p:nvSpPr>
          <p:cNvPr id="270" name="Espace réservé du numéro de diapositive 1"/>
          <p:cNvSpPr txBox="1">
            <a:spLocks noGrp="1"/>
          </p:cNvSpPr>
          <p:nvPr>
            <p:ph type="sldNum" sz="quarter" idx="2"/>
          </p:nvPr>
        </p:nvSpPr>
        <p:spPr>
          <a:xfrm>
            <a:off x="7029966" y="10265453"/>
            <a:ext cx="362740" cy="412859"/>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20</a:t>
            </a:fld>
            <a:endParaRPr/>
          </a:p>
        </p:txBody>
      </p:sp>
    </p:spTree>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72" name="Commandes Shell : Utilitaires d’aide"/>
          <p:cNvSpPr txBox="1">
            <a:spLocks noGrp="1"/>
          </p:cNvSpPr>
          <p:nvPr>
            <p:ph type="title"/>
          </p:nvPr>
        </p:nvSpPr>
        <p:spPr>
          <a:prstGeom prst="rect">
            <a:avLst/>
          </a:prstGeom>
        </p:spPr>
        <p:txBody>
          <a:bodyPr/>
          <a:lstStyle>
            <a:lvl1pPr defTabSz="560830">
              <a:spcBef>
                <a:spcPts val="1500"/>
              </a:spcBef>
              <a:defRPr sz="5400"/>
            </a:lvl1pPr>
          </a:lstStyle>
          <a:p>
            <a:r>
              <a:t>Commandes Shell : Utilitaires d’aide </a:t>
            </a:r>
          </a:p>
        </p:txBody>
      </p:sp>
      <p:sp>
        <p:nvSpPr>
          <p:cNvPr id="273" name="Commande (apropos)…"/>
          <p:cNvSpPr txBox="1">
            <a:spLocks noGrp="1"/>
          </p:cNvSpPr>
          <p:nvPr>
            <p:ph type="body" idx="1"/>
          </p:nvPr>
        </p:nvSpPr>
        <p:spPr>
          <a:xfrm>
            <a:off x="586670" y="2931253"/>
            <a:ext cx="12842704" cy="6744092"/>
          </a:xfrm>
          <a:prstGeom prst="rect">
            <a:avLst/>
          </a:prstGeom>
        </p:spPr>
        <p:txBody>
          <a:bodyPr anchor="t"/>
          <a:lstStyle/>
          <a:p>
            <a:pPr marL="0" indent="0" algn="ctr" defTabSz="908859">
              <a:spcBef>
                <a:spcPts val="3651"/>
              </a:spcBef>
              <a:buSzTx/>
              <a:buNone/>
              <a:defRPr sz="3500" b="1" i="1">
                <a:solidFill>
                  <a:srgbClr val="B0564E"/>
                </a:solidFill>
              </a:defRPr>
            </a:pPr>
            <a:r>
              <a:rPr lang="fr-FR" dirty="0" err="1">
                <a:solidFill>
                  <a:srgbClr val="0070C0"/>
                </a:solidFill>
              </a:rPr>
              <a:t>apropos</a:t>
            </a:r>
            <a:r>
              <a:rPr lang="fr-FR" dirty="0">
                <a:solidFill>
                  <a:srgbClr val="0070C0"/>
                </a:solidFill>
              </a:rPr>
              <a:t>  [</a:t>
            </a:r>
            <a:r>
              <a:rPr dirty="0" err="1">
                <a:solidFill>
                  <a:srgbClr val="0070C0"/>
                </a:solidFill>
              </a:rPr>
              <a:t>Commande</a:t>
            </a:r>
            <a:r>
              <a:rPr lang="fr-FR" dirty="0">
                <a:solidFill>
                  <a:srgbClr val="0070C0"/>
                </a:solidFill>
              </a:rPr>
              <a:t>]</a:t>
            </a:r>
          </a:p>
          <a:p>
            <a:pPr defTabSz="908859">
              <a:spcBef>
                <a:spcPts val="3651"/>
              </a:spcBef>
              <a:defRPr sz="3500"/>
            </a:pPr>
            <a:r>
              <a:rPr lang="fr-FR" dirty="0"/>
              <a:t>La commande « </a:t>
            </a:r>
            <a:r>
              <a:rPr lang="fr-FR" b="1" dirty="0" err="1"/>
              <a:t>apropos</a:t>
            </a:r>
            <a:r>
              <a:rPr lang="fr-FR" dirty="0"/>
              <a:t> » est une commande POSIX qui permet de lister les manuels dont la  description comprend les mots passés en arguments. </a:t>
            </a:r>
          </a:p>
        </p:txBody>
      </p:sp>
      <p:pic>
        <p:nvPicPr>
          <p:cNvPr id="274" name="Capture d’écran 2021-01-28 à 1.45.53 PM.png" descr="Capture d’écran 2021-01-28 à 1.45.53 PM.png"/>
          <p:cNvPicPr>
            <a:picLocks noChangeAspect="1"/>
          </p:cNvPicPr>
          <p:nvPr/>
        </p:nvPicPr>
        <p:blipFill>
          <a:blip r:embed="rId2"/>
          <a:stretch>
            <a:fillRect/>
          </a:stretch>
        </p:blipFill>
        <p:spPr>
          <a:xfrm>
            <a:off x="2768909" y="6494914"/>
            <a:ext cx="8898909" cy="3579340"/>
          </a:xfrm>
          <a:prstGeom prst="rect">
            <a:avLst/>
          </a:prstGeom>
          <a:ln w="12700">
            <a:miter lim="400000"/>
          </a:ln>
        </p:spPr>
      </p:pic>
      <p:sp>
        <p:nvSpPr>
          <p:cNvPr id="275" name="Espace réservé du numéro de diapositive 1"/>
          <p:cNvSpPr txBox="1">
            <a:spLocks noGrp="1"/>
          </p:cNvSpPr>
          <p:nvPr>
            <p:ph type="sldNum" sz="quarter" idx="2"/>
          </p:nvPr>
        </p:nvSpPr>
        <p:spPr>
          <a:xfrm>
            <a:off x="7029966" y="10265453"/>
            <a:ext cx="362740" cy="412859"/>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21</a:t>
            </a:fld>
            <a:endParaRPr/>
          </a:p>
        </p:txBody>
      </p:sp>
    </p:spTree>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77" name="Commandes Shell : Utilitaires divers"/>
          <p:cNvSpPr txBox="1">
            <a:spLocks noGrp="1"/>
          </p:cNvSpPr>
          <p:nvPr>
            <p:ph type="title"/>
          </p:nvPr>
        </p:nvSpPr>
        <p:spPr>
          <a:prstGeom prst="rect">
            <a:avLst/>
          </a:prstGeom>
        </p:spPr>
        <p:txBody>
          <a:bodyPr/>
          <a:lstStyle>
            <a:lvl1pPr defTabSz="566673">
              <a:spcBef>
                <a:spcPts val="1500"/>
              </a:spcBef>
              <a:defRPr sz="5400"/>
            </a:lvl1pPr>
          </a:lstStyle>
          <a:p>
            <a:r>
              <a:t>Commandes Shell : Utilitaires divers </a:t>
            </a:r>
          </a:p>
        </p:txBody>
      </p:sp>
      <p:sp>
        <p:nvSpPr>
          <p:cNvPr id="278" name="date : affiche la date,…"/>
          <p:cNvSpPr txBox="1">
            <a:spLocks noGrp="1"/>
          </p:cNvSpPr>
          <p:nvPr>
            <p:ph type="body" idx="1"/>
          </p:nvPr>
        </p:nvSpPr>
        <p:spPr>
          <a:xfrm>
            <a:off x="586672" y="2931254"/>
            <a:ext cx="13263381" cy="7322766"/>
          </a:xfrm>
          <a:prstGeom prst="rect">
            <a:avLst/>
          </a:prstGeom>
        </p:spPr>
        <p:txBody>
          <a:bodyPr anchor="t"/>
          <a:lstStyle/>
          <a:p>
            <a:pPr marL="368225" indent="-368225" algn="just" defTabSz="484725">
              <a:spcBef>
                <a:spcPts val="1991"/>
              </a:spcBef>
              <a:defRPr sz="2500" b="1" i="1">
                <a:solidFill>
                  <a:srgbClr val="B0564E"/>
                </a:solidFill>
              </a:defRPr>
            </a:pPr>
            <a:r>
              <a:rPr dirty="0"/>
              <a:t>date</a:t>
            </a:r>
            <a:r>
              <a:rPr sz="2987" dirty="0"/>
              <a:t> : affiche la date, </a:t>
            </a:r>
          </a:p>
          <a:p>
            <a:pPr marL="368225" indent="-368225" algn="just" defTabSz="484725">
              <a:spcBef>
                <a:spcPts val="1991"/>
              </a:spcBef>
              <a:defRPr sz="2500" b="1" i="1">
                <a:solidFill>
                  <a:srgbClr val="B0564E"/>
                </a:solidFill>
              </a:defRPr>
            </a:pPr>
            <a:r>
              <a:rPr dirty="0" err="1"/>
              <a:t>cal</a:t>
            </a:r>
            <a:r>
              <a:rPr sz="2987" dirty="0"/>
              <a:t> : affiche le </a:t>
            </a:r>
            <a:r>
              <a:rPr sz="2987" dirty="0" err="1"/>
              <a:t>calendrier</a:t>
            </a:r>
            <a:r>
              <a:rPr sz="2987" dirty="0"/>
              <a:t>, </a:t>
            </a:r>
          </a:p>
          <a:p>
            <a:pPr marL="368225" indent="-368225" algn="just" defTabSz="484725">
              <a:spcBef>
                <a:spcPts val="1991"/>
              </a:spcBef>
              <a:defRPr sz="2500" b="1" i="1">
                <a:solidFill>
                  <a:srgbClr val="B0564E"/>
                </a:solidFill>
              </a:defRPr>
            </a:pPr>
            <a:r>
              <a:rPr dirty="0"/>
              <a:t>who</a:t>
            </a:r>
            <a:r>
              <a:rPr sz="2987" dirty="0"/>
              <a:t> : affiche les </a:t>
            </a:r>
            <a:r>
              <a:rPr sz="2987" dirty="0" err="1"/>
              <a:t>utilisateurs</a:t>
            </a:r>
            <a:r>
              <a:rPr sz="2987" dirty="0"/>
              <a:t> </a:t>
            </a:r>
            <a:r>
              <a:rPr sz="2987" dirty="0" err="1"/>
              <a:t>connectés</a:t>
            </a:r>
            <a:r>
              <a:rPr sz="2987" dirty="0"/>
              <a:t>, </a:t>
            </a:r>
          </a:p>
          <a:p>
            <a:pPr marL="368225" indent="-368225" algn="just" defTabSz="484725">
              <a:spcBef>
                <a:spcPts val="1991"/>
              </a:spcBef>
              <a:defRPr sz="2500" b="1" i="1">
                <a:solidFill>
                  <a:srgbClr val="B0564E"/>
                </a:solidFill>
              </a:defRPr>
            </a:pPr>
            <a:r>
              <a:rPr dirty="0" err="1"/>
              <a:t>whoami</a:t>
            </a:r>
            <a:r>
              <a:rPr sz="2987" dirty="0"/>
              <a:t> : affiche </a:t>
            </a:r>
            <a:r>
              <a:rPr sz="2987" dirty="0" err="1"/>
              <a:t>votre</a:t>
            </a:r>
            <a:r>
              <a:rPr sz="2987" dirty="0"/>
              <a:t> nom </a:t>
            </a:r>
            <a:r>
              <a:rPr sz="2987" dirty="0" err="1"/>
              <a:t>d'utilisateur</a:t>
            </a:r>
            <a:r>
              <a:rPr sz="2987" dirty="0"/>
              <a:t>, </a:t>
            </a:r>
          </a:p>
          <a:p>
            <a:pPr marL="368225" indent="-368225" algn="just" defTabSz="484725">
              <a:spcBef>
                <a:spcPts val="1991"/>
              </a:spcBef>
              <a:defRPr sz="2500" b="1" i="1">
                <a:solidFill>
                  <a:srgbClr val="B0564E"/>
                </a:solidFill>
              </a:defRPr>
            </a:pPr>
            <a:r>
              <a:rPr dirty="0" err="1"/>
              <a:t>uname</a:t>
            </a:r>
            <a:r>
              <a:rPr dirty="0"/>
              <a:t> -a </a:t>
            </a:r>
            <a:r>
              <a:rPr sz="2987" dirty="0"/>
              <a:t>: affiche </a:t>
            </a:r>
            <a:r>
              <a:rPr sz="2987" dirty="0" err="1"/>
              <a:t>toutes</a:t>
            </a:r>
            <a:r>
              <a:rPr sz="2987" dirty="0"/>
              <a:t> les </a:t>
            </a:r>
            <a:r>
              <a:rPr sz="2987" dirty="0" err="1"/>
              <a:t>informations</a:t>
            </a:r>
            <a:r>
              <a:rPr sz="2987" dirty="0"/>
              <a:t> sur le </a:t>
            </a:r>
            <a:r>
              <a:rPr sz="2987" dirty="0" err="1"/>
              <a:t>système</a:t>
            </a:r>
            <a:r>
              <a:rPr sz="2987" dirty="0"/>
              <a:t>, </a:t>
            </a:r>
          </a:p>
          <a:p>
            <a:pPr marL="368225" indent="-368225" algn="just" defTabSz="484725">
              <a:spcBef>
                <a:spcPts val="1991"/>
              </a:spcBef>
              <a:defRPr sz="2500" b="1" i="1">
                <a:solidFill>
                  <a:srgbClr val="B0564E"/>
                </a:solidFill>
              </a:defRPr>
            </a:pPr>
            <a:r>
              <a:rPr dirty="0" err="1"/>
              <a:t>whatis</a:t>
            </a:r>
            <a:r>
              <a:rPr sz="2987" dirty="0"/>
              <a:t> : affiche </a:t>
            </a:r>
            <a:r>
              <a:rPr sz="2987" dirty="0" err="1"/>
              <a:t>une</a:t>
            </a:r>
            <a:r>
              <a:rPr sz="2987" dirty="0"/>
              <a:t> description de la </a:t>
            </a:r>
            <a:r>
              <a:rPr sz="2987" dirty="0" err="1"/>
              <a:t>commande</a:t>
            </a:r>
            <a:r>
              <a:rPr sz="2987" dirty="0"/>
              <a:t>, </a:t>
            </a:r>
          </a:p>
          <a:p>
            <a:pPr marL="368225" indent="-368225" algn="just" defTabSz="484725">
              <a:spcBef>
                <a:spcPts val="1991"/>
              </a:spcBef>
              <a:defRPr sz="2500" b="1" i="1">
                <a:solidFill>
                  <a:srgbClr val="B0564E"/>
                </a:solidFill>
              </a:defRPr>
            </a:pPr>
            <a:r>
              <a:rPr dirty="0"/>
              <a:t>hostname</a:t>
            </a:r>
            <a:r>
              <a:rPr sz="2987" dirty="0"/>
              <a:t>: </a:t>
            </a:r>
            <a:r>
              <a:rPr sz="2987" dirty="0" err="1"/>
              <a:t>afficher</a:t>
            </a:r>
            <a:r>
              <a:rPr sz="2987" dirty="0"/>
              <a:t> le nom de la machine, </a:t>
            </a:r>
          </a:p>
          <a:p>
            <a:pPr marL="368225" indent="-368225" algn="just" defTabSz="484725">
              <a:spcBef>
                <a:spcPts val="1991"/>
              </a:spcBef>
              <a:defRPr sz="2500" b="1" i="1">
                <a:solidFill>
                  <a:srgbClr val="B0564E"/>
                </a:solidFill>
              </a:defRPr>
            </a:pPr>
            <a:r>
              <a:rPr dirty="0"/>
              <a:t>halt </a:t>
            </a:r>
            <a:r>
              <a:rPr dirty="0" err="1"/>
              <a:t>ou</a:t>
            </a:r>
            <a:r>
              <a:rPr dirty="0"/>
              <a:t> shutdown -h now </a:t>
            </a:r>
            <a:r>
              <a:rPr dirty="0" err="1"/>
              <a:t>ou</a:t>
            </a:r>
            <a:r>
              <a:rPr dirty="0"/>
              <a:t> </a:t>
            </a:r>
            <a:r>
              <a:rPr dirty="0" err="1"/>
              <a:t>init</a:t>
            </a:r>
            <a:r>
              <a:rPr dirty="0"/>
              <a:t> 0</a:t>
            </a:r>
            <a:r>
              <a:rPr sz="2987" dirty="0"/>
              <a:t>: </a:t>
            </a:r>
            <a:r>
              <a:rPr sz="2987" dirty="0" err="1"/>
              <a:t>éteindre</a:t>
            </a:r>
            <a:r>
              <a:rPr sz="2987" dirty="0"/>
              <a:t> </a:t>
            </a:r>
            <a:r>
              <a:rPr sz="2987" dirty="0" err="1"/>
              <a:t>l’ordinateur</a:t>
            </a:r>
            <a:r>
              <a:rPr sz="2987" dirty="0"/>
              <a:t>,</a:t>
            </a:r>
          </a:p>
          <a:p>
            <a:pPr marL="368225" indent="-368225" algn="just" defTabSz="484725">
              <a:spcBef>
                <a:spcPts val="1991"/>
              </a:spcBef>
              <a:defRPr sz="2500" b="1" i="1">
                <a:solidFill>
                  <a:srgbClr val="B0564E"/>
                </a:solidFill>
              </a:defRPr>
            </a:pPr>
            <a:r>
              <a:rPr dirty="0"/>
              <a:t>reboot </a:t>
            </a:r>
            <a:r>
              <a:rPr dirty="0" err="1"/>
              <a:t>ou</a:t>
            </a:r>
            <a:r>
              <a:rPr dirty="0"/>
              <a:t> shutdown -r now </a:t>
            </a:r>
            <a:r>
              <a:rPr dirty="0" err="1"/>
              <a:t>ou</a:t>
            </a:r>
            <a:r>
              <a:rPr dirty="0"/>
              <a:t> </a:t>
            </a:r>
            <a:r>
              <a:rPr dirty="0" err="1"/>
              <a:t>init</a:t>
            </a:r>
            <a:r>
              <a:rPr dirty="0"/>
              <a:t> 6:</a:t>
            </a:r>
            <a:r>
              <a:rPr sz="2987" dirty="0"/>
              <a:t> </a:t>
            </a:r>
            <a:r>
              <a:rPr sz="2987" dirty="0" err="1"/>
              <a:t>rebooter</a:t>
            </a:r>
            <a:r>
              <a:rPr sz="2987" dirty="0"/>
              <a:t> </a:t>
            </a:r>
            <a:r>
              <a:rPr sz="2987" dirty="0" err="1"/>
              <a:t>l’ordinateur</a:t>
            </a:r>
            <a:r>
              <a:rPr sz="2987" dirty="0"/>
              <a:t>,</a:t>
            </a:r>
          </a:p>
          <a:p>
            <a:pPr marL="368225" indent="-368225" algn="just" defTabSz="484725">
              <a:spcBef>
                <a:spcPts val="1991"/>
              </a:spcBef>
              <a:defRPr sz="2500" b="1" i="1">
                <a:solidFill>
                  <a:srgbClr val="B0564E"/>
                </a:solidFill>
              </a:defRPr>
            </a:pPr>
            <a:r>
              <a:rPr dirty="0" err="1"/>
              <a:t>lsb_release</a:t>
            </a:r>
            <a:r>
              <a:rPr dirty="0"/>
              <a:t> –d</a:t>
            </a:r>
            <a:r>
              <a:rPr sz="2987" dirty="0"/>
              <a:t> : </a:t>
            </a:r>
            <a:r>
              <a:rPr sz="2987" dirty="0" err="1"/>
              <a:t>afficher</a:t>
            </a:r>
            <a:r>
              <a:rPr sz="2987" dirty="0"/>
              <a:t> le nom de la distribution.</a:t>
            </a:r>
          </a:p>
        </p:txBody>
      </p:sp>
      <p:sp>
        <p:nvSpPr>
          <p:cNvPr id="279" name="Espace réservé du numéro de diapositive 1"/>
          <p:cNvSpPr txBox="1">
            <a:spLocks noGrp="1"/>
          </p:cNvSpPr>
          <p:nvPr>
            <p:ph type="sldNum" sz="quarter" idx="2"/>
          </p:nvPr>
        </p:nvSpPr>
        <p:spPr>
          <a:xfrm>
            <a:off x="7029966" y="10265453"/>
            <a:ext cx="362740" cy="412859"/>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22</a:t>
            </a:fld>
            <a:endParaRPr/>
          </a:p>
        </p:txBody>
      </p:sp>
    </p:spTree>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81" name="Commandes Shell d’identification"/>
          <p:cNvSpPr txBox="1">
            <a:spLocks noGrp="1"/>
          </p:cNvSpPr>
          <p:nvPr>
            <p:ph type="title"/>
          </p:nvPr>
        </p:nvSpPr>
        <p:spPr>
          <a:prstGeom prst="rect">
            <a:avLst/>
          </a:prstGeom>
        </p:spPr>
        <p:txBody>
          <a:bodyPr/>
          <a:lstStyle/>
          <a:p>
            <a:pPr>
              <a:defRPr sz="6000"/>
            </a:pPr>
            <a:r>
              <a:t>Commandes Shell d’identification </a:t>
            </a:r>
            <a:r>
              <a:rPr sz="6970"/>
              <a:t> </a:t>
            </a:r>
          </a:p>
        </p:txBody>
      </p:sp>
      <p:sp>
        <p:nvSpPr>
          <p:cNvPr id="282" name="Commande (type)…"/>
          <p:cNvSpPr txBox="1">
            <a:spLocks noGrp="1"/>
          </p:cNvSpPr>
          <p:nvPr>
            <p:ph type="body" idx="1"/>
          </p:nvPr>
        </p:nvSpPr>
        <p:spPr>
          <a:xfrm>
            <a:off x="586670" y="2931253"/>
            <a:ext cx="12842704" cy="6744092"/>
          </a:xfrm>
          <a:prstGeom prst="rect">
            <a:avLst/>
          </a:prstGeom>
        </p:spPr>
        <p:txBody>
          <a:bodyPr anchor="t"/>
          <a:lstStyle/>
          <a:p>
            <a:pPr marL="0" indent="0" algn="ctr" defTabSz="819426">
              <a:lnSpc>
                <a:spcPct val="90000"/>
              </a:lnSpc>
              <a:spcBef>
                <a:spcPts val="3318"/>
              </a:spcBef>
              <a:buSzTx/>
              <a:buNone/>
              <a:defRPr sz="2842" b="1" i="1">
                <a:solidFill>
                  <a:srgbClr val="B0564E"/>
                </a:solidFill>
              </a:defRPr>
            </a:pPr>
            <a:r>
              <a:rPr lang="fr-FR" dirty="0">
                <a:solidFill>
                  <a:srgbClr val="0070C0"/>
                </a:solidFill>
              </a:rPr>
              <a:t>type  [C</a:t>
            </a:r>
            <a:r>
              <a:rPr dirty="0" err="1">
                <a:solidFill>
                  <a:srgbClr val="0070C0"/>
                </a:solidFill>
              </a:rPr>
              <a:t>ommande</a:t>
            </a:r>
            <a:r>
              <a:rPr lang="fr-FR" dirty="0">
                <a:solidFill>
                  <a:srgbClr val="0070C0"/>
                </a:solidFill>
              </a:rPr>
              <a:t>]</a:t>
            </a:r>
            <a:endParaRPr dirty="0">
              <a:solidFill>
                <a:srgbClr val="0070C0"/>
              </a:solidFill>
            </a:endParaRPr>
          </a:p>
          <a:p>
            <a:pPr marL="468696" indent="-468696" algn="just" defTabSz="819426">
              <a:spcBef>
                <a:spcPts val="3318"/>
              </a:spcBef>
              <a:defRPr sz="2842"/>
            </a:pPr>
            <a:r>
              <a:rPr dirty="0"/>
              <a:t>La </a:t>
            </a:r>
            <a:r>
              <a:rPr dirty="0" err="1"/>
              <a:t>commande</a:t>
            </a:r>
            <a:r>
              <a:rPr dirty="0"/>
              <a:t> </a:t>
            </a:r>
            <a:r>
              <a:rPr b="1" dirty="0"/>
              <a:t>« type » </a:t>
            </a:r>
            <a:r>
              <a:rPr dirty="0" err="1"/>
              <a:t>permet</a:t>
            </a:r>
            <a:r>
              <a:rPr dirty="0"/>
              <a:t> de </a:t>
            </a:r>
            <a:r>
              <a:rPr dirty="0" err="1"/>
              <a:t>retourner</a:t>
            </a:r>
            <a:r>
              <a:rPr dirty="0"/>
              <a:t> le chemin </a:t>
            </a:r>
            <a:r>
              <a:rPr dirty="0" err="1"/>
              <a:t>absolu</a:t>
            </a:r>
            <a:r>
              <a:rPr dirty="0"/>
              <a:t> </a:t>
            </a:r>
            <a:r>
              <a:rPr dirty="0" err="1"/>
              <a:t>d‘une</a:t>
            </a:r>
            <a:r>
              <a:rPr dirty="0"/>
              <a:t> </a:t>
            </a:r>
            <a:r>
              <a:rPr dirty="0" err="1"/>
              <a:t>commande</a:t>
            </a:r>
            <a:r>
              <a:rPr dirty="0"/>
              <a:t> </a:t>
            </a:r>
            <a:r>
              <a:rPr dirty="0" err="1"/>
              <a:t>externe</a:t>
            </a:r>
            <a:r>
              <a:rPr dirty="0"/>
              <a:t> </a:t>
            </a:r>
            <a:r>
              <a:rPr dirty="0" err="1"/>
              <a:t>ou</a:t>
            </a:r>
            <a:r>
              <a:rPr dirty="0"/>
              <a:t> </a:t>
            </a:r>
            <a:r>
              <a:rPr dirty="0" err="1"/>
              <a:t>d’indiquer</a:t>
            </a:r>
            <a:r>
              <a:rPr dirty="0"/>
              <a:t> </a:t>
            </a:r>
            <a:r>
              <a:rPr dirty="0" err="1"/>
              <a:t>qu’il</a:t>
            </a:r>
            <a:r>
              <a:rPr dirty="0"/>
              <a:t> </a:t>
            </a:r>
            <a:r>
              <a:rPr dirty="0" err="1"/>
              <a:t>s’agit</a:t>
            </a:r>
            <a:r>
              <a:rPr dirty="0"/>
              <a:t> </a:t>
            </a:r>
            <a:r>
              <a:rPr dirty="0" err="1"/>
              <a:t>d’une</a:t>
            </a:r>
            <a:r>
              <a:rPr dirty="0"/>
              <a:t> </a:t>
            </a:r>
            <a:r>
              <a:rPr dirty="0" err="1"/>
              <a:t>commande</a:t>
            </a:r>
            <a:r>
              <a:rPr dirty="0"/>
              <a:t> interne (shell </a:t>
            </a:r>
            <a:r>
              <a:rPr dirty="0" err="1"/>
              <a:t>builtin</a:t>
            </a:r>
            <a:r>
              <a:rPr dirty="0"/>
              <a:t>).</a:t>
            </a:r>
          </a:p>
          <a:p>
            <a:pPr marL="468696" indent="-468696" algn="just" defTabSz="819426">
              <a:lnSpc>
                <a:spcPct val="90000"/>
              </a:lnSpc>
              <a:spcBef>
                <a:spcPts val="3318"/>
              </a:spcBef>
              <a:defRPr sz="1078">
                <a:latin typeface="Times Roman"/>
                <a:ea typeface="Times Roman"/>
                <a:cs typeface="Times Roman"/>
                <a:sym typeface="Times Roman"/>
              </a:defRPr>
            </a:pPr>
            <a:endParaRPr dirty="0"/>
          </a:p>
          <a:p>
            <a:pPr marL="0" indent="0" algn="ctr" defTabSz="890683">
              <a:lnSpc>
                <a:spcPct val="90000"/>
              </a:lnSpc>
              <a:spcBef>
                <a:spcPts val="3541"/>
              </a:spcBef>
              <a:buSzTx/>
              <a:buNone/>
              <a:defRPr sz="2842" b="1" i="1">
                <a:solidFill>
                  <a:srgbClr val="B0564E"/>
                </a:solidFill>
              </a:defRPr>
            </a:pPr>
            <a:r>
              <a:rPr lang="fr-FR" dirty="0" err="1">
                <a:solidFill>
                  <a:srgbClr val="0070C0"/>
                </a:solidFill>
              </a:rPr>
              <a:t>which</a:t>
            </a:r>
            <a:r>
              <a:rPr lang="fr-FR" dirty="0">
                <a:solidFill>
                  <a:srgbClr val="0070C0"/>
                </a:solidFill>
              </a:rPr>
              <a:t>  [</a:t>
            </a:r>
            <a:r>
              <a:rPr dirty="0" err="1">
                <a:solidFill>
                  <a:srgbClr val="0070C0"/>
                </a:solidFill>
              </a:rPr>
              <a:t>Commande</a:t>
            </a:r>
            <a:r>
              <a:rPr lang="fr-FR" dirty="0">
                <a:solidFill>
                  <a:srgbClr val="0070C0"/>
                </a:solidFill>
              </a:rPr>
              <a:t>]</a:t>
            </a:r>
            <a:endParaRPr lang="fr-FR" sz="3469" dirty="0">
              <a:solidFill>
                <a:srgbClr val="0070C0"/>
              </a:solidFill>
            </a:endParaRPr>
          </a:p>
          <a:p>
            <a:pPr marL="509454" indent="-509454" algn="just" defTabSz="890683">
              <a:spcBef>
                <a:spcPts val="3541"/>
              </a:spcBef>
              <a:defRPr sz="2842"/>
            </a:pPr>
            <a:r>
              <a:rPr lang="fr-FR" dirty="0"/>
              <a:t>La commande </a:t>
            </a:r>
            <a:r>
              <a:rPr lang="fr-FR" b="1" dirty="0"/>
              <a:t>« </a:t>
            </a:r>
            <a:r>
              <a:rPr lang="fr-FR" b="1" dirty="0" err="1"/>
              <a:t>which</a:t>
            </a:r>
            <a:r>
              <a:rPr lang="fr-FR" b="1" dirty="0"/>
              <a:t> » </a:t>
            </a:r>
            <a:r>
              <a:rPr lang="fr-FR" dirty="0"/>
              <a:t>recherche les exécutables des commandes selon les chemins indiqués au niveau de la variable PATH. Elle retourne le chemin absolu de la commande externe. S’il s’agit d’une commande interne, elle indique qu’il n’y a pas de chemin.</a:t>
            </a:r>
          </a:p>
        </p:txBody>
      </p:sp>
      <p:sp>
        <p:nvSpPr>
          <p:cNvPr id="283" name="Espace réservé du numéro de diapositive 1"/>
          <p:cNvSpPr txBox="1">
            <a:spLocks noGrp="1"/>
          </p:cNvSpPr>
          <p:nvPr>
            <p:ph type="sldNum" sz="quarter" idx="2"/>
          </p:nvPr>
        </p:nvSpPr>
        <p:spPr>
          <a:xfrm>
            <a:off x="7029966" y="10265453"/>
            <a:ext cx="362740" cy="412859"/>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23</a:t>
            </a:fld>
            <a:endParaRPr/>
          </a:p>
        </p:txBody>
      </p:sp>
    </p:spTree>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85" name="Commandes Shell d’identification"/>
          <p:cNvSpPr txBox="1">
            <a:spLocks noGrp="1"/>
          </p:cNvSpPr>
          <p:nvPr>
            <p:ph type="title"/>
          </p:nvPr>
        </p:nvSpPr>
        <p:spPr>
          <a:prstGeom prst="rect">
            <a:avLst/>
          </a:prstGeom>
        </p:spPr>
        <p:txBody>
          <a:bodyPr/>
          <a:lstStyle/>
          <a:p>
            <a:pPr>
              <a:defRPr sz="6000"/>
            </a:pPr>
            <a:r>
              <a:t>Commandes Shell d’identification </a:t>
            </a:r>
            <a:r>
              <a:rPr sz="6970"/>
              <a:t> </a:t>
            </a:r>
          </a:p>
        </p:txBody>
      </p:sp>
      <p:sp>
        <p:nvSpPr>
          <p:cNvPr id="286" name="Commande (which)…"/>
          <p:cNvSpPr txBox="1">
            <a:spLocks noGrp="1"/>
          </p:cNvSpPr>
          <p:nvPr>
            <p:ph type="body" idx="1"/>
          </p:nvPr>
        </p:nvSpPr>
        <p:spPr>
          <a:xfrm>
            <a:off x="586670" y="2931253"/>
            <a:ext cx="12842704" cy="6744092"/>
          </a:xfrm>
          <a:prstGeom prst="rect">
            <a:avLst/>
          </a:prstGeom>
        </p:spPr>
        <p:txBody>
          <a:bodyPr anchor="t"/>
          <a:lstStyle/>
          <a:p>
            <a:pPr marL="0" indent="0" algn="ctr" defTabSz="836149">
              <a:spcBef>
                <a:spcPts val="3430"/>
              </a:spcBef>
              <a:buSzTx/>
              <a:buNone/>
              <a:defRPr sz="3000" b="1" i="1">
                <a:solidFill>
                  <a:srgbClr val="B0564E"/>
                </a:solidFill>
              </a:defRPr>
            </a:pPr>
            <a:endParaRPr dirty="0"/>
          </a:p>
          <a:p>
            <a:pPr marL="0" indent="0" algn="ctr" defTabSz="836149">
              <a:spcBef>
                <a:spcPts val="3430"/>
              </a:spcBef>
              <a:buSzTx/>
              <a:buNone/>
              <a:defRPr sz="3000" b="1" i="1">
                <a:solidFill>
                  <a:srgbClr val="B0564E"/>
                </a:solidFill>
              </a:defRPr>
            </a:pPr>
            <a:r>
              <a:rPr lang="fr-FR" dirty="0" err="1">
                <a:solidFill>
                  <a:srgbClr val="0070C0"/>
                </a:solidFill>
              </a:rPr>
              <a:t>whereis</a:t>
            </a:r>
            <a:r>
              <a:rPr lang="fr-FR" dirty="0">
                <a:solidFill>
                  <a:srgbClr val="0070C0"/>
                </a:solidFill>
              </a:rPr>
              <a:t>  [</a:t>
            </a:r>
            <a:r>
              <a:rPr dirty="0" err="1">
                <a:solidFill>
                  <a:srgbClr val="0070C0"/>
                </a:solidFill>
              </a:rPr>
              <a:t>Commande</a:t>
            </a:r>
            <a:r>
              <a:rPr lang="fr-FR" dirty="0">
                <a:solidFill>
                  <a:srgbClr val="0070C0"/>
                </a:solidFill>
              </a:rPr>
              <a:t>]</a:t>
            </a:r>
            <a:endParaRPr sz="3541" dirty="0">
              <a:solidFill>
                <a:srgbClr val="0070C0"/>
              </a:solidFill>
            </a:endParaRPr>
          </a:p>
          <a:p>
            <a:pPr marL="478263" indent="-478263" algn="just" defTabSz="836149">
              <a:spcBef>
                <a:spcPts val="3430"/>
              </a:spcBef>
              <a:defRPr sz="3000"/>
            </a:pPr>
            <a:r>
              <a:rPr dirty="0"/>
              <a:t>La </a:t>
            </a:r>
            <a:r>
              <a:rPr dirty="0" err="1"/>
              <a:t>commande</a:t>
            </a:r>
            <a:r>
              <a:rPr dirty="0"/>
              <a:t> </a:t>
            </a:r>
            <a:r>
              <a:rPr b="1" dirty="0"/>
              <a:t>« </a:t>
            </a:r>
            <a:r>
              <a:rPr b="1" dirty="0" err="1"/>
              <a:t>whereis</a:t>
            </a:r>
            <a:r>
              <a:rPr b="1" dirty="0"/>
              <a:t> » </a:t>
            </a:r>
            <a:r>
              <a:rPr dirty="0"/>
              <a:t>a le </a:t>
            </a:r>
            <a:r>
              <a:rPr dirty="0" err="1"/>
              <a:t>même</a:t>
            </a:r>
            <a:r>
              <a:rPr dirty="0"/>
              <a:t> </a:t>
            </a:r>
            <a:r>
              <a:rPr dirty="0" err="1"/>
              <a:t>fonctionnement</a:t>
            </a:r>
            <a:r>
              <a:rPr dirty="0"/>
              <a:t> que la </a:t>
            </a:r>
            <a:r>
              <a:rPr dirty="0" err="1"/>
              <a:t>commande</a:t>
            </a:r>
            <a:r>
              <a:rPr dirty="0"/>
              <a:t> « which ». </a:t>
            </a:r>
            <a:r>
              <a:rPr dirty="0" err="1"/>
              <a:t>En</a:t>
            </a:r>
            <a:r>
              <a:rPr dirty="0"/>
              <a:t> </a:t>
            </a:r>
            <a:r>
              <a:rPr dirty="0" err="1"/>
              <a:t>outre</a:t>
            </a:r>
            <a:r>
              <a:rPr dirty="0"/>
              <a:t>, </a:t>
            </a:r>
            <a:r>
              <a:rPr dirty="0" err="1"/>
              <a:t>elle</a:t>
            </a:r>
            <a:r>
              <a:rPr dirty="0"/>
              <a:t> affiche le chemin </a:t>
            </a:r>
            <a:r>
              <a:rPr dirty="0" err="1"/>
              <a:t>vers</a:t>
            </a:r>
            <a:r>
              <a:rPr dirty="0"/>
              <a:t> les pages </a:t>
            </a:r>
            <a:r>
              <a:rPr dirty="0" err="1"/>
              <a:t>manuelles</a:t>
            </a:r>
            <a:r>
              <a:rPr dirty="0"/>
              <a:t> des </a:t>
            </a:r>
            <a:r>
              <a:rPr dirty="0" err="1"/>
              <a:t>commandes</a:t>
            </a:r>
            <a:r>
              <a:rPr dirty="0"/>
              <a:t>.</a:t>
            </a:r>
          </a:p>
        </p:txBody>
      </p:sp>
      <p:sp>
        <p:nvSpPr>
          <p:cNvPr id="287" name="Espace réservé du numéro de diapositive 1"/>
          <p:cNvSpPr txBox="1">
            <a:spLocks noGrp="1"/>
          </p:cNvSpPr>
          <p:nvPr>
            <p:ph type="sldNum" sz="quarter" idx="2"/>
          </p:nvPr>
        </p:nvSpPr>
        <p:spPr>
          <a:xfrm>
            <a:off x="7029966" y="10265453"/>
            <a:ext cx="362740" cy="412859"/>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24</a:t>
            </a:fld>
            <a:endParaRPr/>
          </a:p>
        </p:txBody>
      </p:sp>
    </p:spTree>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89" name="Manipulation des Fichiers &amp; Répertoires : FHS"/>
          <p:cNvSpPr txBox="1">
            <a:spLocks noGrp="1"/>
          </p:cNvSpPr>
          <p:nvPr>
            <p:ph type="title"/>
          </p:nvPr>
        </p:nvSpPr>
        <p:spPr>
          <a:xfrm>
            <a:off x="586672" y="908025"/>
            <a:ext cx="13464046" cy="1524891"/>
          </a:xfrm>
          <a:prstGeom prst="rect">
            <a:avLst/>
          </a:prstGeom>
        </p:spPr>
        <p:txBody>
          <a:bodyPr>
            <a:normAutofit fontScale="90000"/>
          </a:bodyPr>
          <a:lstStyle>
            <a:lvl1pPr defTabSz="514095">
              <a:spcBef>
                <a:spcPts val="1400"/>
              </a:spcBef>
              <a:defRPr sz="5280"/>
            </a:lvl1pPr>
          </a:lstStyle>
          <a:p>
            <a:r>
              <a:t>Manipulation des Fichiers &amp; Répertoires : FHS  </a:t>
            </a:r>
          </a:p>
        </p:txBody>
      </p:sp>
      <p:pic>
        <p:nvPicPr>
          <p:cNvPr id="290" name="Image" descr="Image"/>
          <p:cNvPicPr>
            <a:picLocks noChangeAspect="1"/>
          </p:cNvPicPr>
          <p:nvPr/>
        </p:nvPicPr>
        <p:blipFill>
          <a:blip r:embed="rId3"/>
          <a:stretch>
            <a:fillRect/>
          </a:stretch>
        </p:blipFill>
        <p:spPr>
          <a:xfrm>
            <a:off x="671412" y="3437649"/>
            <a:ext cx="13094044" cy="6680635"/>
          </a:xfrm>
          <a:prstGeom prst="rect">
            <a:avLst/>
          </a:prstGeom>
          <a:ln w="12700">
            <a:miter lim="400000"/>
          </a:ln>
        </p:spPr>
      </p:pic>
      <p:sp>
        <p:nvSpPr>
          <p:cNvPr id="291" name="Espace réservé du numéro de diapositive 1"/>
          <p:cNvSpPr txBox="1">
            <a:spLocks noGrp="1"/>
          </p:cNvSpPr>
          <p:nvPr>
            <p:ph type="sldNum" sz="quarter" idx="2"/>
          </p:nvPr>
        </p:nvSpPr>
        <p:spPr>
          <a:xfrm>
            <a:off x="7029966" y="10265453"/>
            <a:ext cx="362740" cy="412859"/>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25</a:t>
            </a:fld>
            <a:endParaRPr/>
          </a:p>
        </p:txBody>
      </p:sp>
      <p:sp>
        <p:nvSpPr>
          <p:cNvPr id="6" name="ZoneTexte 5">
            <a:extLst>
              <a:ext uri="{FF2B5EF4-FFF2-40B4-BE49-F238E27FC236}">
                <a16:creationId xmlns:a16="http://schemas.microsoft.com/office/drawing/2014/main" xmlns="" id="{B3872F04-37E5-46CC-B28E-00867E21AD6E}"/>
              </a:ext>
            </a:extLst>
          </p:cNvPr>
          <p:cNvSpPr txBox="1"/>
          <p:nvPr/>
        </p:nvSpPr>
        <p:spPr>
          <a:xfrm>
            <a:off x="605457" y="2517890"/>
            <a:ext cx="8684156" cy="69679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fr-FR" sz="3762" b="1" dirty="0">
                <a:latin typeface="Palatino"/>
                <a:sym typeface="Palatino"/>
              </a:rPr>
              <a:t>FHS: Filesystem </a:t>
            </a:r>
            <a:r>
              <a:rPr lang="fr-FR" sz="3762" b="1" dirty="0" err="1">
                <a:latin typeface="Palatino"/>
                <a:sym typeface="Palatino"/>
              </a:rPr>
              <a:t>Hierarchy</a:t>
            </a:r>
            <a:r>
              <a:rPr lang="fr-FR" sz="3762" b="1" dirty="0">
                <a:latin typeface="Palatino"/>
                <a:sym typeface="Palatino"/>
              </a:rPr>
              <a:t> Standard </a:t>
            </a:r>
          </a:p>
        </p:txBody>
      </p:sp>
    </p:spTree>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93" name="Manipulation des Fichiers &amp; Répertoires : FHS"/>
          <p:cNvSpPr txBox="1">
            <a:spLocks noGrp="1"/>
          </p:cNvSpPr>
          <p:nvPr>
            <p:ph type="title"/>
          </p:nvPr>
        </p:nvSpPr>
        <p:spPr>
          <a:prstGeom prst="rect">
            <a:avLst/>
          </a:prstGeom>
        </p:spPr>
        <p:txBody>
          <a:bodyPr>
            <a:normAutofit fontScale="90000"/>
          </a:bodyPr>
          <a:lstStyle>
            <a:lvl1pPr defTabSz="502412">
              <a:spcBef>
                <a:spcPts val="1300"/>
              </a:spcBef>
              <a:defRPr sz="5160"/>
            </a:lvl1pPr>
          </a:lstStyle>
          <a:p>
            <a:r>
              <a:t>Manipulation des Fichiers &amp; Répertoires : FHS  </a:t>
            </a:r>
          </a:p>
        </p:txBody>
      </p:sp>
      <p:sp>
        <p:nvSpPr>
          <p:cNvPr id="294" name="/ : est le répertoire racine par analogie aux racines d’un arbre, représentant l’arborescence des répertoires et fichiers qui va se développer à partir de ce point.  C’est donc le point de départ de toute la hiérarchie du système de fichiers.…"/>
          <p:cNvSpPr txBox="1">
            <a:spLocks noGrp="1"/>
          </p:cNvSpPr>
          <p:nvPr>
            <p:ph type="body" idx="1"/>
          </p:nvPr>
        </p:nvSpPr>
        <p:spPr>
          <a:prstGeom prst="rect">
            <a:avLst/>
          </a:prstGeom>
        </p:spPr>
        <p:txBody>
          <a:bodyPr/>
          <a:lstStyle/>
          <a:p>
            <a:pPr marL="577611" indent="-577611" algn="just">
              <a:defRPr sz="3400" b="1" i="1">
                <a:solidFill>
                  <a:srgbClr val="011993"/>
                </a:solidFill>
              </a:defRPr>
            </a:pPr>
            <a:r>
              <a:rPr dirty="0"/>
              <a:t>/</a:t>
            </a:r>
            <a:r>
              <a:rPr b="0" i="0" dirty="0"/>
              <a:t> </a:t>
            </a:r>
            <a:r>
              <a:rPr b="0" i="0" dirty="0">
                <a:solidFill>
                  <a:srgbClr val="414141"/>
                </a:solidFill>
              </a:rPr>
              <a:t>: </a:t>
            </a:r>
            <a:r>
              <a:rPr b="0" i="0" dirty="0" err="1">
                <a:solidFill>
                  <a:srgbClr val="414141"/>
                </a:solidFill>
              </a:rPr>
              <a:t>est</a:t>
            </a:r>
            <a:r>
              <a:rPr b="0" i="0" dirty="0">
                <a:solidFill>
                  <a:srgbClr val="414141"/>
                </a:solidFill>
              </a:rPr>
              <a:t> le </a:t>
            </a:r>
            <a:r>
              <a:rPr b="0" i="0" dirty="0" err="1">
                <a:solidFill>
                  <a:srgbClr val="414141"/>
                </a:solidFill>
              </a:rPr>
              <a:t>répertoire</a:t>
            </a:r>
            <a:r>
              <a:rPr b="0" i="0" dirty="0">
                <a:solidFill>
                  <a:srgbClr val="414141"/>
                </a:solidFill>
              </a:rPr>
              <a:t> </a:t>
            </a:r>
            <a:r>
              <a:rPr b="0" i="0" dirty="0" err="1">
                <a:solidFill>
                  <a:srgbClr val="414141"/>
                </a:solidFill>
              </a:rPr>
              <a:t>racine</a:t>
            </a:r>
            <a:r>
              <a:rPr b="0" i="0" dirty="0">
                <a:solidFill>
                  <a:srgbClr val="414141"/>
                </a:solidFill>
              </a:rPr>
              <a:t> par </a:t>
            </a:r>
            <a:r>
              <a:rPr b="0" i="0" dirty="0" err="1">
                <a:solidFill>
                  <a:srgbClr val="414141"/>
                </a:solidFill>
              </a:rPr>
              <a:t>analogie</a:t>
            </a:r>
            <a:r>
              <a:rPr b="0" i="0" dirty="0">
                <a:solidFill>
                  <a:srgbClr val="414141"/>
                </a:solidFill>
              </a:rPr>
              <a:t> aux </a:t>
            </a:r>
            <a:r>
              <a:rPr b="0" i="0" dirty="0" err="1">
                <a:solidFill>
                  <a:srgbClr val="414141"/>
                </a:solidFill>
              </a:rPr>
              <a:t>racines</a:t>
            </a:r>
            <a:r>
              <a:rPr b="0" i="0" dirty="0">
                <a:solidFill>
                  <a:srgbClr val="414141"/>
                </a:solidFill>
              </a:rPr>
              <a:t> d’un </a:t>
            </a:r>
            <a:r>
              <a:rPr b="0" i="0" dirty="0" err="1">
                <a:solidFill>
                  <a:srgbClr val="414141"/>
                </a:solidFill>
              </a:rPr>
              <a:t>arbre</a:t>
            </a:r>
            <a:r>
              <a:rPr b="0" i="0" dirty="0">
                <a:solidFill>
                  <a:srgbClr val="414141"/>
                </a:solidFill>
              </a:rPr>
              <a:t>, </a:t>
            </a:r>
            <a:r>
              <a:rPr b="0" i="0" dirty="0" err="1">
                <a:solidFill>
                  <a:srgbClr val="414141"/>
                </a:solidFill>
              </a:rPr>
              <a:t>représentant</a:t>
            </a:r>
            <a:r>
              <a:rPr b="0" i="0" dirty="0">
                <a:solidFill>
                  <a:srgbClr val="414141"/>
                </a:solidFill>
              </a:rPr>
              <a:t> </a:t>
            </a:r>
            <a:r>
              <a:rPr b="0" i="0" dirty="0" err="1">
                <a:solidFill>
                  <a:srgbClr val="414141"/>
                </a:solidFill>
              </a:rPr>
              <a:t>l’arborescence</a:t>
            </a:r>
            <a:r>
              <a:rPr b="0" i="0" dirty="0">
                <a:solidFill>
                  <a:srgbClr val="414141"/>
                </a:solidFill>
              </a:rPr>
              <a:t> des </a:t>
            </a:r>
            <a:r>
              <a:rPr b="0" i="0" dirty="0" err="1">
                <a:solidFill>
                  <a:srgbClr val="414141"/>
                </a:solidFill>
              </a:rPr>
              <a:t>répertoires</a:t>
            </a:r>
            <a:r>
              <a:rPr b="0" i="0" dirty="0">
                <a:solidFill>
                  <a:srgbClr val="414141"/>
                </a:solidFill>
              </a:rPr>
              <a:t> et </a:t>
            </a:r>
            <a:r>
              <a:rPr b="0" i="0" dirty="0" err="1">
                <a:solidFill>
                  <a:srgbClr val="414141"/>
                </a:solidFill>
              </a:rPr>
              <a:t>fichiers</a:t>
            </a:r>
            <a:r>
              <a:rPr b="0" i="0" dirty="0">
                <a:solidFill>
                  <a:srgbClr val="414141"/>
                </a:solidFill>
              </a:rPr>
              <a:t> qui </a:t>
            </a:r>
            <a:r>
              <a:rPr b="0" i="0" dirty="0" err="1">
                <a:solidFill>
                  <a:srgbClr val="414141"/>
                </a:solidFill>
              </a:rPr>
              <a:t>va</a:t>
            </a:r>
            <a:r>
              <a:rPr b="0" i="0" dirty="0">
                <a:solidFill>
                  <a:srgbClr val="414141"/>
                </a:solidFill>
              </a:rPr>
              <a:t> se </a:t>
            </a:r>
            <a:r>
              <a:rPr b="0" i="0" dirty="0" err="1">
                <a:solidFill>
                  <a:srgbClr val="414141"/>
                </a:solidFill>
              </a:rPr>
              <a:t>développer</a:t>
            </a:r>
            <a:r>
              <a:rPr b="0" i="0" dirty="0">
                <a:solidFill>
                  <a:srgbClr val="414141"/>
                </a:solidFill>
              </a:rPr>
              <a:t> à </a:t>
            </a:r>
            <a:r>
              <a:rPr b="0" i="0" dirty="0" err="1">
                <a:solidFill>
                  <a:srgbClr val="414141"/>
                </a:solidFill>
              </a:rPr>
              <a:t>partir</a:t>
            </a:r>
            <a:r>
              <a:rPr b="0" i="0" dirty="0">
                <a:solidFill>
                  <a:srgbClr val="414141"/>
                </a:solidFill>
              </a:rPr>
              <a:t> de </a:t>
            </a:r>
            <a:r>
              <a:rPr b="0" i="0" dirty="0" err="1">
                <a:solidFill>
                  <a:srgbClr val="414141"/>
                </a:solidFill>
              </a:rPr>
              <a:t>ce</a:t>
            </a:r>
            <a:r>
              <a:rPr b="0" i="0" dirty="0">
                <a:solidFill>
                  <a:srgbClr val="414141"/>
                </a:solidFill>
              </a:rPr>
              <a:t> point. </a:t>
            </a:r>
            <a:r>
              <a:rPr b="0" i="0" dirty="0">
                <a:solidFill>
                  <a:srgbClr val="414141"/>
                </a:solidFill>
                <a:latin typeface="Times Roman"/>
                <a:ea typeface="Times Roman"/>
                <a:cs typeface="Times Roman"/>
                <a:sym typeface="Times Roman"/>
              </a:rPr>
              <a:t> </a:t>
            </a:r>
            <a:r>
              <a:rPr b="0" i="0" dirty="0" err="1">
                <a:solidFill>
                  <a:srgbClr val="414141"/>
                </a:solidFill>
              </a:rPr>
              <a:t>C’est</a:t>
            </a:r>
            <a:r>
              <a:rPr b="0" i="0" dirty="0">
                <a:solidFill>
                  <a:srgbClr val="414141"/>
                </a:solidFill>
              </a:rPr>
              <a:t> </a:t>
            </a:r>
            <a:r>
              <a:rPr b="0" i="0" dirty="0" err="1">
                <a:solidFill>
                  <a:srgbClr val="414141"/>
                </a:solidFill>
              </a:rPr>
              <a:t>donc</a:t>
            </a:r>
            <a:r>
              <a:rPr b="0" i="0" dirty="0">
                <a:solidFill>
                  <a:srgbClr val="414141"/>
                </a:solidFill>
              </a:rPr>
              <a:t> le point de </a:t>
            </a:r>
            <a:r>
              <a:rPr b="0" i="0" dirty="0" err="1">
                <a:solidFill>
                  <a:srgbClr val="414141"/>
                </a:solidFill>
              </a:rPr>
              <a:t>départ</a:t>
            </a:r>
            <a:r>
              <a:rPr b="0" i="0" dirty="0">
                <a:solidFill>
                  <a:srgbClr val="414141"/>
                </a:solidFill>
              </a:rPr>
              <a:t> de </a:t>
            </a:r>
            <a:r>
              <a:rPr b="0" i="0" dirty="0" err="1">
                <a:solidFill>
                  <a:srgbClr val="414141"/>
                </a:solidFill>
              </a:rPr>
              <a:t>toute</a:t>
            </a:r>
            <a:r>
              <a:rPr b="0" i="0" dirty="0">
                <a:solidFill>
                  <a:srgbClr val="414141"/>
                </a:solidFill>
              </a:rPr>
              <a:t> la </a:t>
            </a:r>
            <a:r>
              <a:rPr b="0" i="0" dirty="0" err="1">
                <a:solidFill>
                  <a:srgbClr val="414141"/>
                </a:solidFill>
              </a:rPr>
              <a:t>hiérarchie</a:t>
            </a:r>
            <a:r>
              <a:rPr b="0" i="0" dirty="0">
                <a:solidFill>
                  <a:srgbClr val="414141"/>
                </a:solidFill>
              </a:rPr>
              <a:t> du </a:t>
            </a:r>
            <a:r>
              <a:rPr b="0" i="0" dirty="0" err="1">
                <a:solidFill>
                  <a:srgbClr val="414141"/>
                </a:solidFill>
              </a:rPr>
              <a:t>système</a:t>
            </a:r>
            <a:r>
              <a:rPr b="0" i="0" dirty="0">
                <a:solidFill>
                  <a:srgbClr val="414141"/>
                </a:solidFill>
              </a:rPr>
              <a:t> de </a:t>
            </a:r>
            <a:r>
              <a:rPr b="0" i="0" dirty="0" err="1">
                <a:solidFill>
                  <a:srgbClr val="414141"/>
                </a:solidFill>
              </a:rPr>
              <a:t>fichiers</a:t>
            </a:r>
            <a:r>
              <a:rPr lang="fr-FR" b="0" i="0" dirty="0">
                <a:solidFill>
                  <a:srgbClr val="414141"/>
                </a:solidFill>
              </a:rPr>
              <a:t>.</a:t>
            </a:r>
            <a:endParaRPr dirty="0">
              <a:latin typeface="Times Roman"/>
              <a:ea typeface="Times Roman"/>
              <a:cs typeface="Times Roman"/>
              <a:sym typeface="Times Roman"/>
            </a:endParaRPr>
          </a:p>
          <a:p>
            <a:pPr marL="595114" indent="-595114" algn="just">
              <a:defRPr sz="3300" b="1" i="1">
                <a:solidFill>
                  <a:srgbClr val="011993"/>
                </a:solidFill>
              </a:defRPr>
            </a:pPr>
            <a:r>
              <a:rPr sz="3762" dirty="0"/>
              <a:t>/bin</a:t>
            </a:r>
            <a:r>
              <a:rPr sz="3762" dirty="0">
                <a:solidFill>
                  <a:srgbClr val="4F81BD"/>
                </a:solidFill>
              </a:rPr>
              <a:t> </a:t>
            </a:r>
            <a:r>
              <a:rPr sz="3762" dirty="0"/>
              <a:t>: </a:t>
            </a:r>
            <a:r>
              <a:rPr sz="3400" dirty="0" err="1">
                <a:solidFill>
                  <a:schemeClr val="tx1">
                    <a:lumMod val="75000"/>
                  </a:schemeClr>
                </a:solidFill>
              </a:rPr>
              <a:t>est</a:t>
            </a:r>
            <a:r>
              <a:rPr sz="3400" dirty="0">
                <a:solidFill>
                  <a:schemeClr val="tx1">
                    <a:lumMod val="75000"/>
                  </a:schemeClr>
                </a:solidFill>
              </a:rPr>
              <a:t> le </a:t>
            </a:r>
            <a:r>
              <a:rPr sz="3400" dirty="0" err="1">
                <a:solidFill>
                  <a:schemeClr val="tx1">
                    <a:lumMod val="75000"/>
                  </a:schemeClr>
                </a:solidFill>
              </a:rPr>
              <a:t>répertoire</a:t>
            </a:r>
            <a:r>
              <a:rPr sz="3400" dirty="0">
                <a:solidFill>
                  <a:schemeClr val="tx1">
                    <a:lumMod val="75000"/>
                  </a:schemeClr>
                </a:solidFill>
              </a:rPr>
              <a:t> </a:t>
            </a:r>
            <a:r>
              <a:rPr sz="3400" dirty="0" err="1">
                <a:solidFill>
                  <a:schemeClr val="tx1">
                    <a:lumMod val="75000"/>
                  </a:schemeClr>
                </a:solidFill>
              </a:rPr>
              <a:t>contenant</a:t>
            </a:r>
            <a:r>
              <a:rPr sz="3400" dirty="0">
                <a:solidFill>
                  <a:schemeClr val="tx1">
                    <a:lumMod val="75000"/>
                  </a:schemeClr>
                </a:solidFill>
              </a:rPr>
              <a:t> les </a:t>
            </a:r>
            <a:r>
              <a:rPr sz="3400" dirty="0" err="1">
                <a:solidFill>
                  <a:schemeClr val="tx1">
                    <a:lumMod val="75000"/>
                  </a:schemeClr>
                </a:solidFill>
              </a:rPr>
              <a:t>commandes</a:t>
            </a:r>
            <a:r>
              <a:rPr sz="3400" dirty="0">
                <a:solidFill>
                  <a:schemeClr val="tx1">
                    <a:lumMod val="75000"/>
                  </a:schemeClr>
                </a:solidFill>
              </a:rPr>
              <a:t> de base </a:t>
            </a:r>
            <a:r>
              <a:rPr sz="3400" dirty="0" err="1">
                <a:solidFill>
                  <a:schemeClr val="tx1">
                    <a:lumMod val="75000"/>
                  </a:schemeClr>
                </a:solidFill>
              </a:rPr>
              <a:t>accessibles</a:t>
            </a:r>
            <a:r>
              <a:rPr sz="3400" dirty="0">
                <a:solidFill>
                  <a:schemeClr val="tx1">
                    <a:lumMod val="75000"/>
                  </a:schemeClr>
                </a:solidFill>
              </a:rPr>
              <a:t> par </a:t>
            </a:r>
            <a:r>
              <a:rPr sz="3400" dirty="0" err="1">
                <a:solidFill>
                  <a:schemeClr val="tx1">
                    <a:lumMod val="75000"/>
                  </a:schemeClr>
                </a:solidFill>
              </a:rPr>
              <a:t>défaut</a:t>
            </a:r>
            <a:r>
              <a:rPr sz="3400" dirty="0">
                <a:solidFill>
                  <a:schemeClr val="tx1">
                    <a:lumMod val="75000"/>
                  </a:schemeClr>
                </a:solidFill>
              </a:rPr>
              <a:t> à </a:t>
            </a:r>
            <a:r>
              <a:rPr sz="3400" dirty="0" err="1">
                <a:solidFill>
                  <a:schemeClr val="tx1">
                    <a:lumMod val="75000"/>
                  </a:schemeClr>
                </a:solidFill>
              </a:rPr>
              <a:t>tous</a:t>
            </a:r>
            <a:r>
              <a:rPr sz="3400" dirty="0">
                <a:solidFill>
                  <a:schemeClr val="tx1">
                    <a:lumMod val="75000"/>
                  </a:schemeClr>
                </a:solidFill>
              </a:rPr>
              <a:t> les </a:t>
            </a:r>
            <a:r>
              <a:rPr sz="3400" dirty="0" err="1">
                <a:solidFill>
                  <a:schemeClr val="tx1">
                    <a:lumMod val="75000"/>
                  </a:schemeClr>
                </a:solidFill>
              </a:rPr>
              <a:t>utilisateurs</a:t>
            </a:r>
            <a:r>
              <a:rPr sz="3400" dirty="0">
                <a:solidFill>
                  <a:schemeClr val="tx1">
                    <a:lumMod val="75000"/>
                  </a:schemeClr>
                </a:solidFill>
              </a:rPr>
              <a:t>, bin pour binary, </a:t>
            </a:r>
            <a:r>
              <a:rPr sz="3400" dirty="0" err="1">
                <a:solidFill>
                  <a:schemeClr val="tx1">
                    <a:lumMod val="75000"/>
                  </a:schemeClr>
                </a:solidFill>
              </a:rPr>
              <a:t>c'est</a:t>
            </a:r>
            <a:r>
              <a:rPr sz="3400" dirty="0">
                <a:solidFill>
                  <a:schemeClr val="tx1">
                    <a:lumMod val="75000"/>
                  </a:schemeClr>
                </a:solidFill>
              </a:rPr>
              <a:t> à dire </a:t>
            </a:r>
            <a:r>
              <a:rPr sz="3400" dirty="0" err="1">
                <a:solidFill>
                  <a:schemeClr val="tx1">
                    <a:lumMod val="75000"/>
                  </a:schemeClr>
                </a:solidFill>
              </a:rPr>
              <a:t>fichier</a:t>
            </a:r>
            <a:r>
              <a:rPr sz="3400" dirty="0">
                <a:solidFill>
                  <a:schemeClr val="tx1">
                    <a:lumMod val="75000"/>
                  </a:schemeClr>
                </a:solidFill>
              </a:rPr>
              <a:t> </a:t>
            </a:r>
            <a:r>
              <a:rPr sz="3400" dirty="0" err="1">
                <a:solidFill>
                  <a:schemeClr val="tx1">
                    <a:lumMod val="75000"/>
                  </a:schemeClr>
                </a:solidFill>
              </a:rPr>
              <a:t>exécutable</a:t>
            </a:r>
            <a:r>
              <a:rPr sz="3400" dirty="0">
                <a:solidFill>
                  <a:schemeClr val="tx1">
                    <a:lumMod val="75000"/>
                  </a:schemeClr>
                </a:solidFill>
              </a:rPr>
              <a:t>. </a:t>
            </a:r>
          </a:p>
        </p:txBody>
      </p:sp>
      <p:sp>
        <p:nvSpPr>
          <p:cNvPr id="295" name="Espace réservé du numéro de diapositive 1"/>
          <p:cNvSpPr txBox="1">
            <a:spLocks noGrp="1"/>
          </p:cNvSpPr>
          <p:nvPr>
            <p:ph type="sldNum" sz="quarter" idx="2"/>
          </p:nvPr>
        </p:nvSpPr>
        <p:spPr>
          <a:xfrm>
            <a:off x="7029966" y="10265453"/>
            <a:ext cx="362740" cy="412859"/>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26</a:t>
            </a:fld>
            <a:endParaRPr/>
          </a:p>
        </p:txBody>
      </p:sp>
    </p:spTree>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97" name="Manipulation des Fichiers &amp; Répertoires : FHS"/>
          <p:cNvSpPr txBox="1">
            <a:spLocks noGrp="1"/>
          </p:cNvSpPr>
          <p:nvPr>
            <p:ph type="title"/>
          </p:nvPr>
        </p:nvSpPr>
        <p:spPr>
          <a:prstGeom prst="rect">
            <a:avLst/>
          </a:prstGeom>
        </p:spPr>
        <p:txBody>
          <a:bodyPr>
            <a:normAutofit fontScale="90000"/>
          </a:bodyPr>
          <a:lstStyle>
            <a:lvl1pPr defTabSz="514095">
              <a:spcBef>
                <a:spcPts val="1400"/>
              </a:spcBef>
              <a:defRPr sz="5280"/>
            </a:lvl1pPr>
          </a:lstStyle>
          <a:p>
            <a:r>
              <a:t>Manipulation des Fichiers &amp; Répertoires : FHS </a:t>
            </a:r>
          </a:p>
        </p:txBody>
      </p:sp>
      <p:sp>
        <p:nvSpPr>
          <p:cNvPr id="298" name="/boot est un fichier statiques du chargeur d'amorçage. Il contient les fichiers nécessaires au démarrage du système (notamment Grub)…"/>
          <p:cNvSpPr txBox="1">
            <a:spLocks noGrp="1"/>
          </p:cNvSpPr>
          <p:nvPr>
            <p:ph type="body" idx="1"/>
          </p:nvPr>
        </p:nvSpPr>
        <p:spPr>
          <a:prstGeom prst="rect">
            <a:avLst/>
          </a:prstGeom>
        </p:spPr>
        <p:txBody>
          <a:bodyPr/>
          <a:lstStyle/>
          <a:p>
            <a:pPr marL="548729" indent="-548729" algn="just" defTabSz="613985">
              <a:spcBef>
                <a:spcPts val="2434"/>
              </a:spcBef>
              <a:defRPr sz="3800" b="1" i="1">
                <a:solidFill>
                  <a:srgbClr val="011993"/>
                </a:solidFill>
              </a:defRPr>
            </a:pPr>
            <a:r>
              <a:rPr lang="fr-FR" dirty="0"/>
              <a:t>/boot</a:t>
            </a:r>
            <a:r>
              <a:rPr lang="fr-FR" sz="3762" dirty="0">
                <a:solidFill>
                  <a:srgbClr val="4F81BD"/>
                </a:solidFill>
              </a:rPr>
              <a:t> </a:t>
            </a:r>
            <a:r>
              <a:rPr lang="fr-FR" sz="3400" dirty="0">
                <a:solidFill>
                  <a:schemeClr val="tx1">
                    <a:lumMod val="75000"/>
                  </a:schemeClr>
                </a:solidFill>
              </a:rPr>
              <a:t>est un fichier statique du chargeur d'amorçage. Il contient les fichiers nécessaires au démarrage du système (notamment Grub)</a:t>
            </a:r>
            <a:endParaRPr lang="fr-FR" sz="3400" dirty="0">
              <a:solidFill>
                <a:schemeClr val="tx1">
                  <a:lumMod val="75000"/>
                </a:schemeClr>
              </a:solidFill>
              <a:latin typeface="Times Roman"/>
              <a:ea typeface="Times Roman"/>
              <a:cs typeface="Times Roman"/>
              <a:sym typeface="Times Roman"/>
            </a:endParaRPr>
          </a:p>
          <a:p>
            <a:pPr marL="548729" indent="-548729" algn="just" defTabSz="613985">
              <a:spcBef>
                <a:spcPts val="2434"/>
              </a:spcBef>
              <a:defRPr sz="3800" b="1" i="1">
                <a:solidFill>
                  <a:srgbClr val="011993"/>
                </a:solidFill>
              </a:defRPr>
            </a:pPr>
            <a:r>
              <a:rPr lang="fr-FR" dirty="0"/>
              <a:t>/dev</a:t>
            </a:r>
            <a:r>
              <a:rPr lang="fr-FR" sz="3762" dirty="0">
                <a:solidFill>
                  <a:srgbClr val="4F81BD"/>
                </a:solidFill>
              </a:rPr>
              <a:t> </a:t>
            </a:r>
            <a:r>
              <a:rPr lang="fr-FR" sz="3400" dirty="0">
                <a:solidFill>
                  <a:schemeClr val="tx1">
                    <a:lumMod val="75000"/>
                  </a:schemeClr>
                </a:solidFill>
              </a:rPr>
              <a:t>désigne </a:t>
            </a:r>
            <a:r>
              <a:rPr lang="fr-FR" sz="3400" i="1" dirty="0">
                <a:solidFill>
                  <a:schemeClr val="tx1">
                    <a:lumMod val="75000"/>
                  </a:schemeClr>
                </a:solidFill>
              </a:rPr>
              <a:t>"</a:t>
            </a:r>
            <a:r>
              <a:rPr lang="fr-FR" sz="3400" i="1" dirty="0" err="1">
                <a:solidFill>
                  <a:schemeClr val="tx1">
                    <a:lumMod val="75000"/>
                  </a:schemeClr>
                </a:solidFill>
              </a:rPr>
              <a:t>device</a:t>
            </a:r>
            <a:r>
              <a:rPr lang="fr-FR" sz="3400" i="1" dirty="0">
                <a:solidFill>
                  <a:schemeClr val="tx1">
                    <a:lumMod val="75000"/>
                  </a:schemeClr>
                </a:solidFill>
              </a:rPr>
              <a:t>" </a:t>
            </a:r>
            <a:r>
              <a:rPr lang="fr-FR" sz="3400" dirty="0">
                <a:solidFill>
                  <a:schemeClr val="tx1">
                    <a:lumMod val="75000"/>
                  </a:schemeClr>
                </a:solidFill>
              </a:rPr>
              <a:t>ou périphérique. Ce dossier contient des fichiers spéciaux qui assurent la communication entre le système et les périphériques</a:t>
            </a:r>
            <a:endParaRPr lang="fr-FR" sz="3400" dirty="0">
              <a:solidFill>
                <a:schemeClr val="tx1">
                  <a:lumMod val="75000"/>
                </a:schemeClr>
              </a:solidFill>
              <a:latin typeface="Times Roman"/>
              <a:ea typeface="Times Roman"/>
              <a:cs typeface="Times Roman"/>
              <a:sym typeface="Times Roman"/>
            </a:endParaRPr>
          </a:p>
          <a:p>
            <a:pPr marL="548729" indent="-548729" algn="just" defTabSz="613985">
              <a:spcBef>
                <a:spcPts val="2434"/>
              </a:spcBef>
              <a:defRPr sz="3800" b="1" i="1">
                <a:solidFill>
                  <a:srgbClr val="011993"/>
                </a:solidFill>
              </a:defRPr>
            </a:pPr>
            <a:r>
              <a:rPr lang="fr-FR" dirty="0"/>
              <a:t>/</a:t>
            </a:r>
            <a:r>
              <a:rPr lang="fr-FR" dirty="0" err="1"/>
              <a:t>etc</a:t>
            </a:r>
            <a:r>
              <a:rPr lang="fr-FR" sz="3762" dirty="0">
                <a:solidFill>
                  <a:srgbClr val="4F81BD"/>
                </a:solidFill>
              </a:rPr>
              <a:t> </a:t>
            </a:r>
            <a:r>
              <a:rPr lang="fr-FR" sz="3400" dirty="0">
                <a:solidFill>
                  <a:schemeClr val="tx1">
                    <a:lumMod val="75000"/>
                  </a:schemeClr>
                </a:solidFill>
              </a:rPr>
              <a:t>présente des répertoires de fichiers de configuration au format textuel de plusieurs programmes et services sous Unix.</a:t>
            </a:r>
          </a:p>
        </p:txBody>
      </p:sp>
      <p:sp>
        <p:nvSpPr>
          <p:cNvPr id="299" name="Espace réservé du numéro de diapositive 1"/>
          <p:cNvSpPr txBox="1">
            <a:spLocks noGrp="1"/>
          </p:cNvSpPr>
          <p:nvPr>
            <p:ph type="sldNum" sz="quarter" idx="2"/>
          </p:nvPr>
        </p:nvSpPr>
        <p:spPr>
          <a:xfrm>
            <a:off x="7029966" y="10265453"/>
            <a:ext cx="362740" cy="412859"/>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27</a:t>
            </a:fld>
            <a:endParaRPr/>
          </a:p>
        </p:txBody>
      </p:sp>
    </p:spTree>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01" name="Manipulation des Fichiers &amp; Répertoires : FHS"/>
          <p:cNvSpPr txBox="1">
            <a:spLocks noGrp="1"/>
          </p:cNvSpPr>
          <p:nvPr>
            <p:ph type="title"/>
          </p:nvPr>
        </p:nvSpPr>
        <p:spPr>
          <a:prstGeom prst="rect">
            <a:avLst/>
          </a:prstGeom>
        </p:spPr>
        <p:txBody>
          <a:bodyPr>
            <a:normAutofit fontScale="90000"/>
          </a:bodyPr>
          <a:lstStyle>
            <a:lvl1pPr defTabSz="502412">
              <a:spcBef>
                <a:spcPts val="1300"/>
              </a:spcBef>
              <a:defRPr sz="5160"/>
            </a:lvl1pPr>
          </a:lstStyle>
          <a:p>
            <a:r>
              <a:t>Manipulation des Fichiers &amp; Répertoires : FHS  </a:t>
            </a:r>
          </a:p>
        </p:txBody>
      </p:sp>
      <p:graphicFrame>
        <p:nvGraphicFramePr>
          <p:cNvPr id="302" name="Tableau"/>
          <p:cNvGraphicFramePr/>
          <p:nvPr>
            <p:extLst>
              <p:ext uri="{D42A27DB-BD31-4B8C-83A1-F6EECF244321}">
                <p14:modId xmlns:p14="http://schemas.microsoft.com/office/powerpoint/2010/main" val="4057435742"/>
              </p:ext>
            </p:extLst>
          </p:nvPr>
        </p:nvGraphicFramePr>
        <p:xfrm>
          <a:off x="2278726" y="2432472"/>
          <a:ext cx="10834731" cy="8366178"/>
        </p:xfrm>
        <a:graphic>
          <a:graphicData uri="http://schemas.openxmlformats.org/drawingml/2006/table">
            <a:tbl>
              <a:tblPr bandRow="1">
                <a:tableStyleId>{4C3C2611-4C71-4FC5-86AE-919BDF0F9419}</a:tableStyleId>
              </a:tblPr>
              <a:tblGrid>
                <a:gridCol w="2268728">
                  <a:extLst>
                    <a:ext uri="{9D8B030D-6E8A-4147-A177-3AD203B41FA5}">
                      <a16:colId xmlns:a16="http://schemas.microsoft.com/office/drawing/2014/main" xmlns="" val="20000"/>
                    </a:ext>
                  </a:extLst>
                </a:gridCol>
                <a:gridCol w="8566003">
                  <a:extLst>
                    <a:ext uri="{9D8B030D-6E8A-4147-A177-3AD203B41FA5}">
                      <a16:colId xmlns:a16="http://schemas.microsoft.com/office/drawing/2014/main" xmlns="" val="20001"/>
                    </a:ext>
                  </a:extLst>
                </a:gridCol>
              </a:tblGrid>
              <a:tr h="758042">
                <a:tc>
                  <a:txBody>
                    <a:bodyPr/>
                    <a:lstStyle/>
                    <a:p>
                      <a:pPr algn="l" defTabSz="457200">
                        <a:lnSpc>
                          <a:spcPts val="5700"/>
                        </a:lnSpc>
                        <a:defRPr>
                          <a:solidFill>
                            <a:srgbClr val="000000"/>
                          </a:solidFill>
                        </a:defRPr>
                      </a:pPr>
                      <a:r>
                        <a:rPr sz="2100" b="1">
                          <a:latin typeface="Calibri"/>
                          <a:ea typeface="Calibri"/>
                          <a:cs typeface="Calibri"/>
                          <a:sym typeface="Calibri"/>
                        </a:rPr>
                        <a:t>/bin</a:t>
                      </a:r>
                    </a:p>
                  </a:txBody>
                  <a:tcPr marL="21778" marR="21778" marT="21778" marB="21778" anchor="ctr" horzOverflow="overflow">
                    <a:lnL w="12700">
                      <a:solidFill>
                        <a:srgbClr val="C9C3BA"/>
                      </a:solidFill>
                      <a:miter lim="400000"/>
                    </a:lnL>
                    <a:lnR w="12700">
                      <a:solidFill>
                        <a:srgbClr val="C9C3BA"/>
                      </a:solidFill>
                      <a:miter lim="400000"/>
                    </a:lnR>
                    <a:lnT w="12700">
                      <a:solidFill>
                        <a:srgbClr val="C9C3BA"/>
                      </a:solidFill>
                      <a:miter lim="400000"/>
                    </a:lnT>
                    <a:lnB w="12700">
                      <a:solidFill>
                        <a:srgbClr val="C9C3BA"/>
                      </a:solidFill>
                      <a:miter lim="400000"/>
                    </a:lnB>
                  </a:tcPr>
                </a:tc>
                <a:tc>
                  <a:txBody>
                    <a:bodyPr/>
                    <a:lstStyle/>
                    <a:p>
                      <a:pPr algn="l" defTabSz="457200">
                        <a:lnSpc>
                          <a:spcPts val="5100"/>
                        </a:lnSpc>
                        <a:defRPr>
                          <a:solidFill>
                            <a:srgbClr val="000000"/>
                          </a:solidFill>
                        </a:defRPr>
                      </a:pPr>
                      <a:r>
                        <a:rPr sz="2100">
                          <a:latin typeface="Calibri"/>
                          <a:ea typeface="Calibri"/>
                          <a:cs typeface="Calibri"/>
                          <a:sym typeface="Calibri"/>
                        </a:rPr>
                        <a:t>Les commandes système</a:t>
                      </a:r>
                    </a:p>
                  </a:txBody>
                  <a:tcPr marL="21778" marR="21778" marT="21778" marB="21778" anchor="ctr" horzOverflow="overflow">
                    <a:lnL w="12700">
                      <a:solidFill>
                        <a:srgbClr val="C9C3BA"/>
                      </a:solidFill>
                      <a:miter lim="400000"/>
                    </a:lnL>
                    <a:lnR w="12700">
                      <a:solidFill>
                        <a:srgbClr val="C9C3BA"/>
                      </a:solidFill>
                      <a:miter lim="400000"/>
                    </a:lnR>
                    <a:lnT w="12700">
                      <a:solidFill>
                        <a:srgbClr val="C9C3BA"/>
                      </a:solidFill>
                      <a:miter lim="400000"/>
                    </a:lnT>
                    <a:lnB w="12700">
                      <a:solidFill>
                        <a:srgbClr val="C9C3BA"/>
                      </a:solidFill>
                      <a:miter lim="400000"/>
                    </a:lnB>
                  </a:tcPr>
                </a:tc>
                <a:extLst>
                  <a:ext uri="{0D108BD9-81ED-4DB2-BD59-A6C34878D82A}">
                    <a16:rowId xmlns:a16="http://schemas.microsoft.com/office/drawing/2014/main" xmlns="" val="10000"/>
                  </a:ext>
                </a:extLst>
              </a:tr>
              <a:tr h="758042">
                <a:tc>
                  <a:txBody>
                    <a:bodyPr/>
                    <a:lstStyle/>
                    <a:p>
                      <a:pPr algn="l" defTabSz="457200">
                        <a:lnSpc>
                          <a:spcPts val="5700"/>
                        </a:lnSpc>
                        <a:defRPr>
                          <a:solidFill>
                            <a:srgbClr val="000000"/>
                          </a:solidFill>
                        </a:defRPr>
                      </a:pPr>
                      <a:r>
                        <a:rPr sz="2100" b="1">
                          <a:latin typeface="Calibri"/>
                          <a:ea typeface="Calibri"/>
                          <a:cs typeface="Calibri"/>
                          <a:sym typeface="Calibri"/>
                        </a:rPr>
                        <a:t>/boot</a:t>
                      </a:r>
                    </a:p>
                  </a:txBody>
                  <a:tcPr marL="21778" marR="21778" marT="21778" marB="21778" anchor="ctr" horzOverflow="overflow">
                    <a:lnL w="12700">
                      <a:solidFill>
                        <a:srgbClr val="C9C3BA"/>
                      </a:solidFill>
                      <a:miter lim="400000"/>
                    </a:lnL>
                    <a:lnR w="12700">
                      <a:solidFill>
                        <a:srgbClr val="C9C3BA"/>
                      </a:solidFill>
                      <a:miter lim="400000"/>
                    </a:lnR>
                    <a:lnT w="12700">
                      <a:solidFill>
                        <a:srgbClr val="C9C3BA"/>
                      </a:solidFill>
                      <a:miter lim="400000"/>
                    </a:lnT>
                    <a:lnB w="12700">
                      <a:solidFill>
                        <a:srgbClr val="C9C3BA"/>
                      </a:solidFill>
                      <a:miter lim="400000"/>
                    </a:lnB>
                  </a:tcPr>
                </a:tc>
                <a:tc>
                  <a:txBody>
                    <a:bodyPr/>
                    <a:lstStyle/>
                    <a:p>
                      <a:pPr algn="l" defTabSz="457200">
                        <a:lnSpc>
                          <a:spcPts val="5100"/>
                        </a:lnSpc>
                        <a:defRPr>
                          <a:solidFill>
                            <a:srgbClr val="000000"/>
                          </a:solidFill>
                        </a:defRPr>
                      </a:pPr>
                      <a:r>
                        <a:rPr sz="2100">
                          <a:latin typeface="Calibri"/>
                          <a:ea typeface="Calibri"/>
                          <a:cs typeface="Calibri"/>
                          <a:sym typeface="Calibri"/>
                        </a:rPr>
                        <a:t>Les fichiers de démarrage du noyau (Grub, Lilo)</a:t>
                      </a:r>
                    </a:p>
                  </a:txBody>
                  <a:tcPr marL="21778" marR="21778" marT="21778" marB="21778" anchor="ctr" horzOverflow="overflow">
                    <a:lnL w="12700">
                      <a:solidFill>
                        <a:srgbClr val="C9C3BA"/>
                      </a:solidFill>
                      <a:miter lim="400000"/>
                    </a:lnL>
                    <a:lnR w="12700">
                      <a:solidFill>
                        <a:srgbClr val="C9C3BA"/>
                      </a:solidFill>
                      <a:miter lim="400000"/>
                    </a:lnR>
                    <a:lnT w="12700">
                      <a:solidFill>
                        <a:srgbClr val="C9C3BA"/>
                      </a:solidFill>
                      <a:miter lim="400000"/>
                    </a:lnT>
                    <a:lnB w="12700">
                      <a:solidFill>
                        <a:srgbClr val="C9C3BA"/>
                      </a:solidFill>
                      <a:miter lim="400000"/>
                    </a:lnB>
                  </a:tcPr>
                </a:tc>
                <a:extLst>
                  <a:ext uri="{0D108BD9-81ED-4DB2-BD59-A6C34878D82A}">
                    <a16:rowId xmlns:a16="http://schemas.microsoft.com/office/drawing/2014/main" xmlns="" val="10001"/>
                  </a:ext>
                </a:extLst>
              </a:tr>
              <a:tr h="758042">
                <a:tc>
                  <a:txBody>
                    <a:bodyPr/>
                    <a:lstStyle/>
                    <a:p>
                      <a:pPr algn="l" defTabSz="457200">
                        <a:lnSpc>
                          <a:spcPts val="5700"/>
                        </a:lnSpc>
                        <a:defRPr>
                          <a:solidFill>
                            <a:srgbClr val="000000"/>
                          </a:solidFill>
                        </a:defRPr>
                      </a:pPr>
                      <a:r>
                        <a:rPr sz="2100" b="1">
                          <a:latin typeface="Calibri"/>
                          <a:ea typeface="Calibri"/>
                          <a:cs typeface="Calibri"/>
                          <a:sym typeface="Calibri"/>
                        </a:rPr>
                        <a:t>/dev</a:t>
                      </a:r>
                    </a:p>
                  </a:txBody>
                  <a:tcPr marL="21778" marR="21778" marT="21778" marB="21778" anchor="ctr" horzOverflow="overflow">
                    <a:lnL w="12700">
                      <a:solidFill>
                        <a:srgbClr val="C9C3BA"/>
                      </a:solidFill>
                      <a:miter lim="400000"/>
                    </a:lnL>
                    <a:lnR w="12700">
                      <a:solidFill>
                        <a:srgbClr val="C9C3BA"/>
                      </a:solidFill>
                      <a:miter lim="400000"/>
                    </a:lnR>
                    <a:lnT w="12700">
                      <a:solidFill>
                        <a:srgbClr val="C9C3BA"/>
                      </a:solidFill>
                      <a:miter lim="400000"/>
                    </a:lnT>
                    <a:lnB w="12700">
                      <a:solidFill>
                        <a:srgbClr val="C9C3BA"/>
                      </a:solidFill>
                      <a:miter lim="400000"/>
                    </a:lnB>
                  </a:tcPr>
                </a:tc>
                <a:tc>
                  <a:txBody>
                    <a:bodyPr/>
                    <a:lstStyle/>
                    <a:p>
                      <a:pPr algn="l" defTabSz="457200">
                        <a:lnSpc>
                          <a:spcPts val="5100"/>
                        </a:lnSpc>
                        <a:defRPr>
                          <a:solidFill>
                            <a:srgbClr val="000000"/>
                          </a:solidFill>
                        </a:defRPr>
                      </a:pPr>
                      <a:r>
                        <a:rPr sz="2100">
                          <a:latin typeface="Calibri"/>
                          <a:ea typeface="Calibri"/>
                          <a:cs typeface="Calibri"/>
                          <a:sym typeface="Calibri"/>
                        </a:rPr>
                        <a:t>Les fichiers utilisés par les périphériques</a:t>
                      </a:r>
                    </a:p>
                  </a:txBody>
                  <a:tcPr marL="21778" marR="21778" marT="21778" marB="21778" anchor="ctr" horzOverflow="overflow">
                    <a:lnL w="12700">
                      <a:solidFill>
                        <a:srgbClr val="C9C3BA"/>
                      </a:solidFill>
                      <a:miter lim="400000"/>
                    </a:lnL>
                    <a:lnR w="12700">
                      <a:solidFill>
                        <a:srgbClr val="C9C3BA"/>
                      </a:solidFill>
                      <a:miter lim="400000"/>
                    </a:lnR>
                    <a:lnT w="12700">
                      <a:solidFill>
                        <a:srgbClr val="C9C3BA"/>
                      </a:solidFill>
                      <a:miter lim="400000"/>
                    </a:lnT>
                    <a:lnB w="12700">
                      <a:solidFill>
                        <a:srgbClr val="C9C3BA"/>
                      </a:solidFill>
                      <a:miter lim="400000"/>
                    </a:lnB>
                  </a:tcPr>
                </a:tc>
                <a:extLst>
                  <a:ext uri="{0D108BD9-81ED-4DB2-BD59-A6C34878D82A}">
                    <a16:rowId xmlns:a16="http://schemas.microsoft.com/office/drawing/2014/main" xmlns="" val="10002"/>
                  </a:ext>
                </a:extLst>
              </a:tr>
              <a:tr h="758042">
                <a:tc>
                  <a:txBody>
                    <a:bodyPr/>
                    <a:lstStyle/>
                    <a:p>
                      <a:pPr algn="l" defTabSz="457200">
                        <a:lnSpc>
                          <a:spcPts val="5700"/>
                        </a:lnSpc>
                        <a:defRPr>
                          <a:solidFill>
                            <a:srgbClr val="000000"/>
                          </a:solidFill>
                        </a:defRPr>
                      </a:pPr>
                      <a:r>
                        <a:rPr sz="2100" b="1">
                          <a:latin typeface="Calibri"/>
                          <a:ea typeface="Calibri"/>
                          <a:cs typeface="Calibri"/>
                          <a:sym typeface="Calibri"/>
                        </a:rPr>
                        <a:t>/etc</a:t>
                      </a:r>
                    </a:p>
                  </a:txBody>
                  <a:tcPr marL="21778" marR="21778" marT="21778" marB="21778" anchor="ctr" horzOverflow="overflow">
                    <a:lnL w="12700">
                      <a:solidFill>
                        <a:srgbClr val="C9C3BA"/>
                      </a:solidFill>
                      <a:miter lim="400000"/>
                    </a:lnL>
                    <a:lnR w="12700">
                      <a:solidFill>
                        <a:srgbClr val="C9C3BA"/>
                      </a:solidFill>
                      <a:miter lim="400000"/>
                    </a:lnR>
                    <a:lnT w="12700">
                      <a:solidFill>
                        <a:srgbClr val="C9C3BA"/>
                      </a:solidFill>
                      <a:miter lim="400000"/>
                    </a:lnT>
                    <a:lnB w="12700">
                      <a:solidFill>
                        <a:srgbClr val="C9C3BA"/>
                      </a:solidFill>
                      <a:miter lim="400000"/>
                    </a:lnB>
                  </a:tcPr>
                </a:tc>
                <a:tc>
                  <a:txBody>
                    <a:bodyPr/>
                    <a:lstStyle/>
                    <a:p>
                      <a:pPr algn="l" defTabSz="457200">
                        <a:lnSpc>
                          <a:spcPts val="5100"/>
                        </a:lnSpc>
                        <a:defRPr>
                          <a:solidFill>
                            <a:srgbClr val="000000"/>
                          </a:solidFill>
                        </a:defRPr>
                      </a:pPr>
                      <a:r>
                        <a:rPr sz="2100">
                          <a:latin typeface="Calibri"/>
                          <a:ea typeface="Calibri"/>
                          <a:cs typeface="Calibri"/>
                          <a:sym typeface="Calibri"/>
                        </a:rPr>
                        <a:t>Les fichiers de configuration locale</a:t>
                      </a:r>
                    </a:p>
                  </a:txBody>
                  <a:tcPr marL="21778" marR="21778" marT="21778" marB="21778" anchor="ctr" horzOverflow="overflow">
                    <a:lnL w="12700">
                      <a:solidFill>
                        <a:srgbClr val="C9C3BA"/>
                      </a:solidFill>
                      <a:miter lim="400000"/>
                    </a:lnL>
                    <a:lnR w="12700">
                      <a:solidFill>
                        <a:srgbClr val="C9C3BA"/>
                      </a:solidFill>
                      <a:miter lim="400000"/>
                    </a:lnR>
                    <a:lnT w="12700">
                      <a:solidFill>
                        <a:srgbClr val="C9C3BA"/>
                      </a:solidFill>
                      <a:miter lim="400000"/>
                    </a:lnT>
                    <a:lnB w="12700">
                      <a:solidFill>
                        <a:srgbClr val="C9C3BA"/>
                      </a:solidFill>
                      <a:miter lim="400000"/>
                    </a:lnB>
                  </a:tcPr>
                </a:tc>
                <a:extLst>
                  <a:ext uri="{0D108BD9-81ED-4DB2-BD59-A6C34878D82A}">
                    <a16:rowId xmlns:a16="http://schemas.microsoft.com/office/drawing/2014/main" xmlns="" val="10003"/>
                  </a:ext>
                </a:extLst>
              </a:tr>
              <a:tr h="785758">
                <a:tc>
                  <a:txBody>
                    <a:bodyPr/>
                    <a:lstStyle/>
                    <a:p>
                      <a:pPr algn="l" defTabSz="457200">
                        <a:lnSpc>
                          <a:spcPts val="5700"/>
                        </a:lnSpc>
                        <a:defRPr sz="1900">
                          <a:solidFill>
                            <a:srgbClr val="000000"/>
                          </a:solidFill>
                          <a:latin typeface="Calibri"/>
                          <a:ea typeface="Calibri"/>
                          <a:cs typeface="Calibri"/>
                          <a:sym typeface="Calibri"/>
                        </a:defRPr>
                      </a:pPr>
                      <a:r>
                        <a:rPr sz="2100"/>
                        <a:t>/</a:t>
                      </a:r>
                      <a:r>
                        <a:rPr sz="2100" b="1"/>
                        <a:t>home</a:t>
                      </a:r>
                    </a:p>
                  </a:txBody>
                  <a:tcPr marL="21778" marR="21778" marT="21778" marB="21778" anchor="ctr" horzOverflow="overflow">
                    <a:lnL w="12700">
                      <a:solidFill>
                        <a:srgbClr val="C9C3BA"/>
                      </a:solidFill>
                      <a:miter lim="400000"/>
                    </a:lnL>
                    <a:lnR w="12700">
                      <a:solidFill>
                        <a:srgbClr val="C9C3BA"/>
                      </a:solidFill>
                      <a:miter lim="400000"/>
                    </a:lnR>
                    <a:lnT w="12700">
                      <a:solidFill>
                        <a:srgbClr val="C9C3BA"/>
                      </a:solidFill>
                      <a:miter lim="400000"/>
                    </a:lnT>
                    <a:lnB w="12700">
                      <a:solidFill>
                        <a:srgbClr val="C9C3BA"/>
                      </a:solidFill>
                      <a:miter lim="400000"/>
                    </a:lnB>
                  </a:tcPr>
                </a:tc>
                <a:tc>
                  <a:txBody>
                    <a:bodyPr/>
                    <a:lstStyle/>
                    <a:p>
                      <a:pPr algn="l" defTabSz="457200">
                        <a:lnSpc>
                          <a:spcPts val="5100"/>
                        </a:lnSpc>
                        <a:defRPr>
                          <a:solidFill>
                            <a:srgbClr val="000000"/>
                          </a:solidFill>
                        </a:defRPr>
                      </a:pPr>
                      <a:r>
                        <a:rPr sz="2100">
                          <a:latin typeface="Calibri"/>
                          <a:ea typeface="Calibri"/>
                          <a:cs typeface="Calibri"/>
                          <a:sym typeface="Calibri"/>
                        </a:rPr>
                        <a:t>Contient tous les répertoires des utilisateurs</a:t>
                      </a:r>
                    </a:p>
                  </a:txBody>
                  <a:tcPr marL="21778" marR="21778" marT="21778" marB="21778" anchor="ctr" horzOverflow="overflow">
                    <a:lnL w="12700">
                      <a:solidFill>
                        <a:srgbClr val="C9C3BA"/>
                      </a:solidFill>
                      <a:miter lim="400000"/>
                    </a:lnL>
                    <a:lnR w="12700">
                      <a:solidFill>
                        <a:srgbClr val="C9C3BA"/>
                      </a:solidFill>
                      <a:miter lim="400000"/>
                    </a:lnR>
                    <a:lnT w="12700">
                      <a:solidFill>
                        <a:srgbClr val="C9C3BA"/>
                      </a:solidFill>
                      <a:miter lim="400000"/>
                    </a:lnT>
                    <a:lnB w="12700">
                      <a:solidFill>
                        <a:srgbClr val="C9C3BA"/>
                      </a:solidFill>
                      <a:miter lim="400000"/>
                    </a:lnB>
                  </a:tcPr>
                </a:tc>
                <a:extLst>
                  <a:ext uri="{0D108BD9-81ED-4DB2-BD59-A6C34878D82A}">
                    <a16:rowId xmlns:a16="http://schemas.microsoft.com/office/drawing/2014/main" xmlns="" val="10004"/>
                  </a:ext>
                </a:extLst>
              </a:tr>
              <a:tr h="758042">
                <a:tc>
                  <a:txBody>
                    <a:bodyPr/>
                    <a:lstStyle/>
                    <a:p>
                      <a:pPr algn="l" defTabSz="457200">
                        <a:lnSpc>
                          <a:spcPts val="5700"/>
                        </a:lnSpc>
                        <a:defRPr>
                          <a:solidFill>
                            <a:srgbClr val="000000"/>
                          </a:solidFill>
                        </a:defRPr>
                      </a:pPr>
                      <a:r>
                        <a:rPr sz="2100" b="1">
                          <a:latin typeface="Calibri"/>
                          <a:ea typeface="Calibri"/>
                          <a:cs typeface="Calibri"/>
                          <a:sym typeface="Calibri"/>
                        </a:rPr>
                        <a:t>/lib</a:t>
                      </a:r>
                    </a:p>
                  </a:txBody>
                  <a:tcPr marL="21778" marR="21778" marT="21778" marB="21778" anchor="ctr" horzOverflow="overflow">
                    <a:lnL w="12700">
                      <a:solidFill>
                        <a:srgbClr val="C9C3BA"/>
                      </a:solidFill>
                      <a:miter lim="400000"/>
                    </a:lnL>
                    <a:lnR w="12700">
                      <a:solidFill>
                        <a:srgbClr val="C9C3BA"/>
                      </a:solidFill>
                      <a:miter lim="400000"/>
                    </a:lnR>
                    <a:lnT w="12700">
                      <a:solidFill>
                        <a:srgbClr val="C9C3BA"/>
                      </a:solidFill>
                      <a:miter lim="400000"/>
                    </a:lnT>
                    <a:lnB w="12700">
                      <a:solidFill>
                        <a:srgbClr val="C9C3BA"/>
                      </a:solidFill>
                      <a:miter lim="400000"/>
                    </a:lnB>
                  </a:tcPr>
                </a:tc>
                <a:tc>
                  <a:txBody>
                    <a:bodyPr/>
                    <a:lstStyle/>
                    <a:p>
                      <a:pPr algn="l" defTabSz="457200">
                        <a:lnSpc>
                          <a:spcPts val="5100"/>
                        </a:lnSpc>
                        <a:defRPr sz="1900">
                          <a:solidFill>
                            <a:srgbClr val="000000"/>
                          </a:solidFill>
                          <a:latin typeface="Calibri"/>
                          <a:ea typeface="Calibri"/>
                          <a:cs typeface="Calibri"/>
                          <a:sym typeface="Calibri"/>
                        </a:defRPr>
                      </a:pPr>
                      <a:r>
                        <a:rPr sz="2100"/>
                        <a:t>Des bibliothèques partagées entre les fonctionnalités du système</a:t>
                      </a:r>
                    </a:p>
                  </a:txBody>
                  <a:tcPr marL="21778" marR="21778" marT="21778" marB="21778" anchor="ctr" horzOverflow="overflow">
                    <a:lnL w="12700">
                      <a:solidFill>
                        <a:srgbClr val="C9C3BA"/>
                      </a:solidFill>
                      <a:miter lim="400000"/>
                    </a:lnL>
                    <a:lnR w="12700">
                      <a:solidFill>
                        <a:srgbClr val="C9C3BA"/>
                      </a:solidFill>
                      <a:miter lim="400000"/>
                    </a:lnR>
                    <a:lnT w="12700">
                      <a:solidFill>
                        <a:srgbClr val="C9C3BA"/>
                      </a:solidFill>
                      <a:miter lim="400000"/>
                    </a:lnT>
                    <a:lnB w="12700">
                      <a:solidFill>
                        <a:srgbClr val="C9C3BA"/>
                      </a:solidFill>
                      <a:miter lim="400000"/>
                    </a:lnB>
                  </a:tcPr>
                </a:tc>
                <a:extLst>
                  <a:ext uri="{0D108BD9-81ED-4DB2-BD59-A6C34878D82A}">
                    <a16:rowId xmlns:a16="http://schemas.microsoft.com/office/drawing/2014/main" xmlns="" val="10005"/>
                  </a:ext>
                </a:extLst>
              </a:tr>
              <a:tr h="758042">
                <a:tc>
                  <a:txBody>
                    <a:bodyPr/>
                    <a:lstStyle/>
                    <a:p>
                      <a:pPr algn="l" defTabSz="457200">
                        <a:lnSpc>
                          <a:spcPts val="5700"/>
                        </a:lnSpc>
                        <a:defRPr>
                          <a:solidFill>
                            <a:srgbClr val="000000"/>
                          </a:solidFill>
                        </a:defRPr>
                      </a:pPr>
                      <a:r>
                        <a:rPr sz="2100" b="1">
                          <a:latin typeface="Calibri"/>
                          <a:ea typeface="Calibri"/>
                          <a:cs typeface="Calibri"/>
                          <a:sym typeface="Calibri"/>
                        </a:rPr>
                        <a:t>/mnt</a:t>
                      </a:r>
                    </a:p>
                  </a:txBody>
                  <a:tcPr marL="21778" marR="21778" marT="21778" marB="21778" anchor="ctr" horzOverflow="overflow">
                    <a:lnL w="12700">
                      <a:solidFill>
                        <a:srgbClr val="C9C3BA"/>
                      </a:solidFill>
                      <a:miter lim="400000"/>
                    </a:lnL>
                    <a:lnR w="12700">
                      <a:solidFill>
                        <a:srgbClr val="C9C3BA"/>
                      </a:solidFill>
                      <a:miter lim="400000"/>
                    </a:lnR>
                    <a:lnT w="12700">
                      <a:solidFill>
                        <a:srgbClr val="C9C3BA"/>
                      </a:solidFill>
                      <a:miter lim="400000"/>
                    </a:lnT>
                    <a:lnB w="12700">
                      <a:solidFill>
                        <a:srgbClr val="C9C3BA"/>
                      </a:solidFill>
                      <a:miter lim="400000"/>
                    </a:lnB>
                  </a:tcPr>
                </a:tc>
                <a:tc>
                  <a:txBody>
                    <a:bodyPr/>
                    <a:lstStyle/>
                    <a:p>
                      <a:pPr algn="l" defTabSz="457200">
                        <a:lnSpc>
                          <a:spcPts val="5100"/>
                        </a:lnSpc>
                        <a:defRPr>
                          <a:solidFill>
                            <a:srgbClr val="000000"/>
                          </a:solidFill>
                        </a:defRPr>
                      </a:pPr>
                      <a:r>
                        <a:rPr sz="2100">
                          <a:latin typeface="Calibri"/>
                          <a:ea typeface="Calibri"/>
                          <a:cs typeface="Calibri"/>
                          <a:sym typeface="Calibri"/>
                        </a:rPr>
                        <a:t>Points de montages de périphériques temporaires</a:t>
                      </a:r>
                    </a:p>
                  </a:txBody>
                  <a:tcPr marL="21778" marR="21778" marT="21778" marB="21778" anchor="ctr" horzOverflow="overflow">
                    <a:lnL w="12700">
                      <a:solidFill>
                        <a:srgbClr val="C9C3BA"/>
                      </a:solidFill>
                      <a:miter lim="400000"/>
                    </a:lnL>
                    <a:lnR w="12700">
                      <a:solidFill>
                        <a:srgbClr val="C9C3BA"/>
                      </a:solidFill>
                      <a:miter lim="400000"/>
                    </a:lnR>
                    <a:lnT w="12700">
                      <a:solidFill>
                        <a:srgbClr val="C9C3BA"/>
                      </a:solidFill>
                      <a:miter lim="400000"/>
                    </a:lnT>
                    <a:lnB w="12700">
                      <a:solidFill>
                        <a:srgbClr val="C9C3BA"/>
                      </a:solidFill>
                      <a:miter lim="400000"/>
                    </a:lnB>
                  </a:tcPr>
                </a:tc>
                <a:extLst>
                  <a:ext uri="{0D108BD9-81ED-4DB2-BD59-A6C34878D82A}">
                    <a16:rowId xmlns:a16="http://schemas.microsoft.com/office/drawing/2014/main" xmlns="" val="10006"/>
                  </a:ext>
                </a:extLst>
              </a:tr>
              <a:tr h="758042">
                <a:tc>
                  <a:txBody>
                    <a:bodyPr/>
                    <a:lstStyle/>
                    <a:p>
                      <a:pPr algn="l" defTabSz="457200">
                        <a:lnSpc>
                          <a:spcPts val="5700"/>
                        </a:lnSpc>
                        <a:defRPr>
                          <a:solidFill>
                            <a:srgbClr val="000000"/>
                          </a:solidFill>
                        </a:defRPr>
                      </a:pPr>
                      <a:r>
                        <a:rPr sz="2100" b="1">
                          <a:latin typeface="Calibri"/>
                          <a:ea typeface="Calibri"/>
                          <a:cs typeface="Calibri"/>
                          <a:sym typeface="Calibri"/>
                        </a:rPr>
                        <a:t>/sbin</a:t>
                      </a:r>
                    </a:p>
                  </a:txBody>
                  <a:tcPr marL="21778" marR="21778" marT="21778" marB="21778" anchor="ctr" horzOverflow="overflow">
                    <a:lnL w="12700">
                      <a:solidFill>
                        <a:srgbClr val="C9C3BA"/>
                      </a:solidFill>
                      <a:miter lim="400000"/>
                    </a:lnL>
                    <a:lnR w="12700">
                      <a:solidFill>
                        <a:srgbClr val="C9C3BA"/>
                      </a:solidFill>
                      <a:miter lim="400000"/>
                    </a:lnR>
                    <a:lnT w="12700">
                      <a:solidFill>
                        <a:srgbClr val="C9C3BA"/>
                      </a:solidFill>
                      <a:miter lim="400000"/>
                    </a:lnT>
                    <a:lnB w="12700">
                      <a:solidFill>
                        <a:srgbClr val="C9C3BA"/>
                      </a:solidFill>
                      <a:miter lim="400000"/>
                    </a:lnB>
                  </a:tcPr>
                </a:tc>
                <a:tc>
                  <a:txBody>
                    <a:bodyPr/>
                    <a:lstStyle/>
                    <a:p>
                      <a:pPr algn="l" defTabSz="457200">
                        <a:lnSpc>
                          <a:spcPts val="5100"/>
                        </a:lnSpc>
                        <a:defRPr>
                          <a:solidFill>
                            <a:srgbClr val="000000"/>
                          </a:solidFill>
                        </a:defRPr>
                      </a:pPr>
                      <a:r>
                        <a:rPr sz="2100" dirty="0" err="1">
                          <a:latin typeface="Calibri"/>
                          <a:ea typeface="Calibri"/>
                          <a:cs typeface="Calibri"/>
                          <a:sym typeface="Calibri"/>
                        </a:rPr>
                        <a:t>Commandes</a:t>
                      </a:r>
                      <a:r>
                        <a:rPr sz="2100" dirty="0">
                          <a:latin typeface="Calibri"/>
                          <a:ea typeface="Calibri"/>
                          <a:cs typeface="Calibri"/>
                          <a:sym typeface="Calibri"/>
                        </a:rPr>
                        <a:t> </a:t>
                      </a:r>
                      <a:r>
                        <a:rPr sz="2100" dirty="0" err="1">
                          <a:latin typeface="Calibri"/>
                          <a:ea typeface="Calibri"/>
                          <a:cs typeface="Calibri"/>
                          <a:sym typeface="Calibri"/>
                        </a:rPr>
                        <a:t>spécifiques</a:t>
                      </a:r>
                      <a:r>
                        <a:rPr sz="2100" dirty="0">
                          <a:latin typeface="Calibri"/>
                          <a:ea typeface="Calibri"/>
                          <a:cs typeface="Calibri"/>
                          <a:sym typeface="Calibri"/>
                        </a:rPr>
                        <a:t> pour </a:t>
                      </a:r>
                      <a:r>
                        <a:rPr sz="2100" dirty="0" err="1">
                          <a:latin typeface="Calibri"/>
                          <a:ea typeface="Calibri"/>
                          <a:cs typeface="Calibri"/>
                          <a:sym typeface="Calibri"/>
                        </a:rPr>
                        <a:t>gérer</a:t>
                      </a:r>
                      <a:r>
                        <a:rPr sz="2100" dirty="0">
                          <a:latin typeface="Calibri"/>
                          <a:ea typeface="Calibri"/>
                          <a:cs typeface="Calibri"/>
                          <a:sym typeface="Calibri"/>
                        </a:rPr>
                        <a:t> le </a:t>
                      </a:r>
                      <a:r>
                        <a:rPr sz="2100" dirty="0" err="1">
                          <a:latin typeface="Calibri"/>
                          <a:ea typeface="Calibri"/>
                          <a:cs typeface="Calibri"/>
                          <a:sym typeface="Calibri"/>
                        </a:rPr>
                        <a:t>système</a:t>
                      </a:r>
                      <a:r>
                        <a:rPr lang="fr-FR" sz="2100" dirty="0">
                          <a:latin typeface="Calibri"/>
                          <a:ea typeface="Calibri"/>
                          <a:cs typeface="Calibri"/>
                          <a:sym typeface="Calibri"/>
                        </a:rPr>
                        <a:t> (exécutables pour les admin)</a:t>
                      </a:r>
                      <a:endParaRPr sz="2100" dirty="0">
                        <a:latin typeface="Calibri"/>
                        <a:ea typeface="Calibri"/>
                        <a:cs typeface="Calibri"/>
                        <a:sym typeface="Calibri"/>
                      </a:endParaRPr>
                    </a:p>
                  </a:txBody>
                  <a:tcPr marL="21778" marR="21778" marT="21778" marB="21778" anchor="ctr" horzOverflow="overflow">
                    <a:lnL w="12700">
                      <a:solidFill>
                        <a:srgbClr val="C9C3BA"/>
                      </a:solidFill>
                      <a:miter lim="400000"/>
                    </a:lnL>
                    <a:lnR w="12700">
                      <a:solidFill>
                        <a:srgbClr val="C9C3BA"/>
                      </a:solidFill>
                      <a:miter lim="400000"/>
                    </a:lnR>
                    <a:lnT w="12700">
                      <a:solidFill>
                        <a:srgbClr val="C9C3BA"/>
                      </a:solidFill>
                      <a:miter lim="400000"/>
                    </a:lnT>
                    <a:lnB w="12700">
                      <a:solidFill>
                        <a:srgbClr val="C9C3BA"/>
                      </a:solidFill>
                      <a:miter lim="400000"/>
                    </a:lnB>
                  </a:tcPr>
                </a:tc>
                <a:extLst>
                  <a:ext uri="{0D108BD9-81ED-4DB2-BD59-A6C34878D82A}">
                    <a16:rowId xmlns:a16="http://schemas.microsoft.com/office/drawing/2014/main" xmlns="" val="10007"/>
                  </a:ext>
                </a:extLst>
              </a:tr>
              <a:tr h="758042">
                <a:tc>
                  <a:txBody>
                    <a:bodyPr/>
                    <a:lstStyle/>
                    <a:p>
                      <a:pPr algn="l" defTabSz="457200">
                        <a:lnSpc>
                          <a:spcPts val="5700"/>
                        </a:lnSpc>
                        <a:defRPr>
                          <a:solidFill>
                            <a:srgbClr val="000000"/>
                          </a:solidFill>
                        </a:defRPr>
                      </a:pPr>
                      <a:r>
                        <a:rPr sz="2100" b="1" dirty="0">
                          <a:latin typeface="Calibri"/>
                          <a:ea typeface="Calibri"/>
                          <a:cs typeface="Calibri"/>
                          <a:sym typeface="Calibri"/>
                        </a:rPr>
                        <a:t>/</a:t>
                      </a:r>
                      <a:r>
                        <a:rPr sz="2100" b="1" dirty="0" err="1">
                          <a:latin typeface="Calibri"/>
                          <a:ea typeface="Calibri"/>
                          <a:cs typeface="Calibri"/>
                          <a:sym typeface="Calibri"/>
                        </a:rPr>
                        <a:t>tmp</a:t>
                      </a:r>
                      <a:endParaRPr sz="2100" b="1" dirty="0">
                        <a:latin typeface="Calibri"/>
                        <a:ea typeface="Calibri"/>
                        <a:cs typeface="Calibri"/>
                        <a:sym typeface="Calibri"/>
                      </a:endParaRPr>
                    </a:p>
                  </a:txBody>
                  <a:tcPr marL="21778" marR="21778" marT="21778" marB="21778" anchor="ctr" horzOverflow="overflow">
                    <a:lnL w="12700">
                      <a:solidFill>
                        <a:srgbClr val="C9C3BA"/>
                      </a:solidFill>
                      <a:miter lim="400000"/>
                    </a:lnL>
                    <a:lnR w="12700">
                      <a:solidFill>
                        <a:srgbClr val="C9C3BA"/>
                      </a:solidFill>
                      <a:miter lim="400000"/>
                    </a:lnR>
                    <a:lnT w="12700">
                      <a:solidFill>
                        <a:srgbClr val="C9C3BA"/>
                      </a:solidFill>
                      <a:miter lim="400000"/>
                    </a:lnT>
                    <a:lnB w="12700">
                      <a:solidFill>
                        <a:srgbClr val="C9C3BA"/>
                      </a:solidFill>
                      <a:miter lim="400000"/>
                    </a:lnB>
                  </a:tcPr>
                </a:tc>
                <a:tc>
                  <a:txBody>
                    <a:bodyPr/>
                    <a:lstStyle/>
                    <a:p>
                      <a:pPr algn="l" defTabSz="457200">
                        <a:lnSpc>
                          <a:spcPts val="5100"/>
                        </a:lnSpc>
                        <a:defRPr>
                          <a:solidFill>
                            <a:srgbClr val="000000"/>
                          </a:solidFill>
                        </a:defRPr>
                      </a:pPr>
                      <a:r>
                        <a:rPr sz="2100" dirty="0" err="1">
                          <a:latin typeface="Calibri"/>
                          <a:ea typeface="Calibri"/>
                          <a:cs typeface="Calibri"/>
                          <a:sym typeface="Calibri"/>
                        </a:rPr>
                        <a:t>Fichier</a:t>
                      </a:r>
                      <a:r>
                        <a:rPr sz="2100" dirty="0">
                          <a:latin typeface="Calibri"/>
                          <a:ea typeface="Calibri"/>
                          <a:cs typeface="Calibri"/>
                          <a:sym typeface="Calibri"/>
                        </a:rPr>
                        <a:t> </a:t>
                      </a:r>
                      <a:r>
                        <a:rPr sz="2100" dirty="0" err="1">
                          <a:latin typeface="Calibri"/>
                          <a:ea typeface="Calibri"/>
                          <a:cs typeface="Calibri"/>
                          <a:sym typeface="Calibri"/>
                        </a:rPr>
                        <a:t>temporaires</a:t>
                      </a:r>
                      <a:r>
                        <a:rPr sz="2100" dirty="0">
                          <a:latin typeface="Calibri"/>
                          <a:ea typeface="Calibri"/>
                          <a:cs typeface="Calibri"/>
                          <a:sym typeface="Calibri"/>
                        </a:rPr>
                        <a:t> - </a:t>
                      </a:r>
                      <a:r>
                        <a:rPr sz="2100" dirty="0" err="1">
                          <a:latin typeface="Calibri"/>
                          <a:ea typeface="Calibri"/>
                          <a:cs typeface="Calibri"/>
                          <a:sym typeface="Calibri"/>
                        </a:rPr>
                        <a:t>généralement</a:t>
                      </a:r>
                      <a:r>
                        <a:rPr sz="2100" dirty="0">
                          <a:latin typeface="Calibri"/>
                          <a:ea typeface="Calibri"/>
                          <a:cs typeface="Calibri"/>
                          <a:sym typeface="Calibri"/>
                        </a:rPr>
                        <a:t> </a:t>
                      </a:r>
                      <a:r>
                        <a:rPr sz="2100" dirty="0" err="1">
                          <a:latin typeface="Calibri"/>
                          <a:ea typeface="Calibri"/>
                          <a:cs typeface="Calibri"/>
                          <a:sym typeface="Calibri"/>
                        </a:rPr>
                        <a:t>nettoyé</a:t>
                      </a:r>
                      <a:r>
                        <a:rPr sz="2100" dirty="0">
                          <a:latin typeface="Calibri"/>
                          <a:ea typeface="Calibri"/>
                          <a:cs typeface="Calibri"/>
                          <a:sym typeface="Calibri"/>
                        </a:rPr>
                        <a:t> au</a:t>
                      </a:r>
                      <a:r>
                        <a:rPr lang="fr-FR" sz="2100" dirty="0">
                          <a:latin typeface="Calibri"/>
                          <a:ea typeface="Calibri"/>
                          <a:cs typeface="Calibri"/>
                          <a:sym typeface="Calibri"/>
                        </a:rPr>
                        <a:t> </a:t>
                      </a:r>
                      <a:r>
                        <a:rPr sz="2100" dirty="0" err="1">
                          <a:latin typeface="Calibri"/>
                          <a:ea typeface="Calibri"/>
                          <a:cs typeface="Calibri"/>
                          <a:sym typeface="Calibri"/>
                        </a:rPr>
                        <a:t>démarrage</a:t>
                      </a:r>
                      <a:endParaRPr sz="2100" dirty="0">
                        <a:latin typeface="Calibri"/>
                        <a:ea typeface="Calibri"/>
                        <a:cs typeface="Calibri"/>
                        <a:sym typeface="Calibri"/>
                      </a:endParaRPr>
                    </a:p>
                  </a:txBody>
                  <a:tcPr marL="21778" marR="21778" marT="21778" marB="21778" anchor="ctr" horzOverflow="overflow">
                    <a:lnL w="12700">
                      <a:solidFill>
                        <a:srgbClr val="C9C3BA"/>
                      </a:solidFill>
                      <a:miter lim="400000"/>
                    </a:lnL>
                    <a:lnR w="12700">
                      <a:solidFill>
                        <a:srgbClr val="C9C3BA"/>
                      </a:solidFill>
                      <a:miter lim="400000"/>
                    </a:lnR>
                    <a:lnT w="12700">
                      <a:solidFill>
                        <a:srgbClr val="C9C3BA"/>
                      </a:solidFill>
                      <a:miter lim="400000"/>
                    </a:lnT>
                    <a:lnB w="12700">
                      <a:solidFill>
                        <a:srgbClr val="C9C3BA"/>
                      </a:solidFill>
                      <a:miter lim="400000"/>
                    </a:lnB>
                  </a:tcPr>
                </a:tc>
                <a:extLst>
                  <a:ext uri="{0D108BD9-81ED-4DB2-BD59-A6C34878D82A}">
                    <a16:rowId xmlns:a16="http://schemas.microsoft.com/office/drawing/2014/main" xmlns="" val="10008"/>
                  </a:ext>
                </a:extLst>
              </a:tr>
              <a:tr h="758042">
                <a:tc>
                  <a:txBody>
                    <a:bodyPr/>
                    <a:lstStyle/>
                    <a:p>
                      <a:pPr algn="l" defTabSz="457200">
                        <a:lnSpc>
                          <a:spcPts val="5700"/>
                        </a:lnSpc>
                        <a:defRPr>
                          <a:solidFill>
                            <a:srgbClr val="000000"/>
                          </a:solidFill>
                        </a:defRPr>
                      </a:pPr>
                      <a:r>
                        <a:rPr sz="2100" b="1" dirty="0">
                          <a:latin typeface="Calibri"/>
                          <a:ea typeface="Calibri"/>
                          <a:cs typeface="Calibri"/>
                          <a:sym typeface="Calibri"/>
                        </a:rPr>
                        <a:t>/</a:t>
                      </a:r>
                      <a:r>
                        <a:rPr sz="2100" b="1" dirty="0" err="1">
                          <a:latin typeface="Calibri"/>
                          <a:ea typeface="Calibri"/>
                          <a:cs typeface="Calibri"/>
                          <a:sym typeface="Calibri"/>
                        </a:rPr>
                        <a:t>usr</a:t>
                      </a:r>
                      <a:endParaRPr sz="2100" b="1" dirty="0">
                        <a:latin typeface="Calibri"/>
                        <a:ea typeface="Calibri"/>
                        <a:cs typeface="Calibri"/>
                        <a:sym typeface="Calibri"/>
                      </a:endParaRPr>
                    </a:p>
                  </a:txBody>
                  <a:tcPr marL="21778" marR="21778" marT="21778" marB="21778" anchor="ctr" horzOverflow="overflow">
                    <a:lnL w="12700">
                      <a:solidFill>
                        <a:srgbClr val="C9C3BA"/>
                      </a:solidFill>
                      <a:miter lim="400000"/>
                    </a:lnL>
                    <a:lnR w="12700">
                      <a:solidFill>
                        <a:srgbClr val="C9C3BA"/>
                      </a:solidFill>
                      <a:miter lim="400000"/>
                    </a:lnR>
                    <a:lnT w="12700">
                      <a:solidFill>
                        <a:srgbClr val="C9C3BA"/>
                      </a:solidFill>
                      <a:miter lim="400000"/>
                    </a:lnT>
                    <a:lnB w="12700">
                      <a:solidFill>
                        <a:srgbClr val="C9C3BA"/>
                      </a:solidFill>
                      <a:miter lim="400000"/>
                    </a:lnB>
                  </a:tcPr>
                </a:tc>
                <a:tc>
                  <a:txBody>
                    <a:bodyPr/>
                    <a:lstStyle/>
                    <a:p>
                      <a:pPr algn="l" defTabSz="457200">
                        <a:lnSpc>
                          <a:spcPts val="5100"/>
                        </a:lnSpc>
                        <a:defRPr>
                          <a:solidFill>
                            <a:srgbClr val="000000"/>
                          </a:solidFill>
                        </a:defRPr>
                      </a:pPr>
                      <a:r>
                        <a:rPr sz="2100" dirty="0" err="1">
                          <a:latin typeface="Calibri"/>
                          <a:ea typeface="Calibri"/>
                          <a:cs typeface="Calibri"/>
                          <a:sym typeface="Calibri"/>
                        </a:rPr>
                        <a:t>Données</a:t>
                      </a:r>
                      <a:r>
                        <a:rPr sz="2100" dirty="0">
                          <a:latin typeface="Calibri"/>
                          <a:ea typeface="Calibri"/>
                          <a:cs typeface="Calibri"/>
                          <a:sym typeface="Calibri"/>
                        </a:rPr>
                        <a:t> </a:t>
                      </a:r>
                      <a:r>
                        <a:rPr sz="2100" dirty="0" err="1">
                          <a:latin typeface="Calibri"/>
                          <a:ea typeface="Calibri"/>
                          <a:cs typeface="Calibri"/>
                          <a:sym typeface="Calibri"/>
                        </a:rPr>
                        <a:t>partagées</a:t>
                      </a:r>
                      <a:r>
                        <a:rPr sz="2100" dirty="0">
                          <a:latin typeface="Calibri"/>
                          <a:ea typeface="Calibri"/>
                          <a:cs typeface="Calibri"/>
                          <a:sym typeface="Calibri"/>
                        </a:rPr>
                        <a:t>, </a:t>
                      </a:r>
                      <a:r>
                        <a:rPr sz="2100" dirty="0" err="1">
                          <a:latin typeface="Calibri"/>
                          <a:ea typeface="Calibri"/>
                          <a:cs typeface="Calibri"/>
                          <a:sym typeface="Calibri"/>
                        </a:rPr>
                        <a:t>en</a:t>
                      </a:r>
                      <a:r>
                        <a:rPr sz="2100" dirty="0">
                          <a:latin typeface="Calibri"/>
                          <a:ea typeface="Calibri"/>
                          <a:cs typeface="Calibri"/>
                          <a:sym typeface="Calibri"/>
                        </a:rPr>
                        <a:t> lecture </a:t>
                      </a:r>
                      <a:r>
                        <a:rPr sz="2100" dirty="0" err="1">
                          <a:latin typeface="Calibri"/>
                          <a:ea typeface="Calibri"/>
                          <a:cs typeface="Calibri"/>
                          <a:sym typeface="Calibri"/>
                        </a:rPr>
                        <a:t>seule</a:t>
                      </a:r>
                      <a:r>
                        <a:rPr lang="fr-FR" sz="2100" dirty="0">
                          <a:latin typeface="Calibri"/>
                          <a:ea typeface="Calibri"/>
                          <a:cs typeface="Calibri"/>
                          <a:sym typeface="Calibri"/>
                        </a:rPr>
                        <a:t> (</a:t>
                      </a:r>
                      <a:r>
                        <a:rPr lang="fr-FR" sz="2000" b="1" i="1" u="none" strike="noStrike" cap="none" spc="0" baseline="0" dirty="0">
                          <a:solidFill>
                            <a:srgbClr val="414141"/>
                          </a:solidFill>
                          <a:effectLst/>
                          <a:uFillTx/>
                          <a:latin typeface="Bodoni SvtyTwo ITC TT-Book"/>
                          <a:ea typeface="Bodoni SvtyTwo ITC TT-Book"/>
                          <a:cs typeface="Bodoni SvtyTwo ITC TT-Book"/>
                          <a:sym typeface="Palatino"/>
                        </a:rPr>
                        <a:t>U</a:t>
                      </a:r>
                      <a:r>
                        <a:rPr lang="fr-FR" sz="2000" b="0" i="1" u="none" strike="noStrike" cap="none" spc="0" baseline="0" dirty="0">
                          <a:solidFill>
                            <a:srgbClr val="414141"/>
                          </a:solidFill>
                          <a:effectLst/>
                          <a:uFillTx/>
                          <a:latin typeface="Bodoni SvtyTwo ITC TT-Book"/>
                          <a:ea typeface="Bodoni SvtyTwo ITC TT-Book"/>
                          <a:cs typeface="Bodoni SvtyTwo ITC TT-Book"/>
                          <a:sym typeface="Palatino"/>
                        </a:rPr>
                        <a:t>NIX </a:t>
                      </a:r>
                      <a:r>
                        <a:rPr lang="fr-FR" sz="2000" b="1" i="1" u="none" strike="noStrike" cap="none" spc="0" baseline="0" dirty="0">
                          <a:solidFill>
                            <a:srgbClr val="414141"/>
                          </a:solidFill>
                          <a:effectLst/>
                          <a:uFillTx/>
                          <a:latin typeface="Bodoni SvtyTwo ITC TT-Book"/>
                          <a:ea typeface="Bodoni SvtyTwo ITC TT-Book"/>
                          <a:cs typeface="Bodoni SvtyTwo ITC TT-Book"/>
                          <a:sym typeface="Palatino"/>
                        </a:rPr>
                        <a:t>S</a:t>
                      </a:r>
                      <a:r>
                        <a:rPr lang="fr-FR" sz="2000" b="0" i="1" u="none" strike="noStrike" cap="none" spc="0" baseline="0" dirty="0">
                          <a:solidFill>
                            <a:srgbClr val="414141"/>
                          </a:solidFill>
                          <a:effectLst/>
                          <a:uFillTx/>
                          <a:latin typeface="Bodoni SvtyTwo ITC TT-Book"/>
                          <a:ea typeface="Bodoni SvtyTwo ITC TT-Book"/>
                          <a:cs typeface="Bodoni SvtyTwo ITC TT-Book"/>
                          <a:sym typeface="Palatino"/>
                        </a:rPr>
                        <a:t>ystem </a:t>
                      </a:r>
                      <a:r>
                        <a:rPr lang="fr-FR" sz="2000" b="1" i="1" u="none" strike="noStrike" cap="none" spc="0" baseline="0" dirty="0" err="1">
                          <a:solidFill>
                            <a:srgbClr val="414141"/>
                          </a:solidFill>
                          <a:effectLst/>
                          <a:uFillTx/>
                          <a:latin typeface="Bodoni SvtyTwo ITC TT-Book"/>
                          <a:ea typeface="Bodoni SvtyTwo ITC TT-Book"/>
                          <a:cs typeface="Bodoni SvtyTwo ITC TT-Book"/>
                          <a:sym typeface="Palatino"/>
                        </a:rPr>
                        <a:t>R</a:t>
                      </a:r>
                      <a:r>
                        <a:rPr lang="fr-FR" sz="2000" b="0" i="1" u="none" strike="noStrike" cap="none" spc="0" baseline="0" dirty="0" err="1">
                          <a:solidFill>
                            <a:srgbClr val="414141"/>
                          </a:solidFill>
                          <a:effectLst/>
                          <a:uFillTx/>
                          <a:latin typeface="Bodoni SvtyTwo ITC TT-Book"/>
                          <a:ea typeface="Bodoni SvtyTwo ITC TT-Book"/>
                          <a:cs typeface="Bodoni SvtyTwo ITC TT-Book"/>
                          <a:sym typeface="Palatino"/>
                        </a:rPr>
                        <a:t>esources</a:t>
                      </a:r>
                      <a:r>
                        <a:rPr lang="fr-FR" sz="2000" b="0" i="1" u="none" strike="noStrike" cap="none" spc="0" baseline="0" dirty="0">
                          <a:solidFill>
                            <a:srgbClr val="414141"/>
                          </a:solidFill>
                          <a:effectLst/>
                          <a:uFillTx/>
                          <a:latin typeface="Bodoni SvtyTwo ITC TT-Book"/>
                          <a:ea typeface="Bodoni SvtyTwo ITC TT-Book"/>
                          <a:cs typeface="Bodoni SvtyTwo ITC TT-Book"/>
                          <a:sym typeface="Palatino"/>
                        </a:rPr>
                        <a:t>)</a:t>
                      </a:r>
                      <a:endParaRPr sz="2100" dirty="0">
                        <a:latin typeface="Calibri"/>
                        <a:ea typeface="Calibri"/>
                        <a:cs typeface="Calibri"/>
                        <a:sym typeface="Calibri"/>
                      </a:endParaRPr>
                    </a:p>
                  </a:txBody>
                  <a:tcPr marL="21778" marR="21778" marT="21778" marB="21778" anchor="ctr" horzOverflow="overflow">
                    <a:lnL w="12700">
                      <a:solidFill>
                        <a:srgbClr val="C9C3BA"/>
                      </a:solidFill>
                      <a:miter lim="400000"/>
                    </a:lnL>
                    <a:lnR w="12700">
                      <a:solidFill>
                        <a:srgbClr val="C9C3BA"/>
                      </a:solidFill>
                      <a:miter lim="400000"/>
                    </a:lnR>
                    <a:lnT w="12700">
                      <a:solidFill>
                        <a:srgbClr val="C9C3BA"/>
                      </a:solidFill>
                      <a:miter lim="400000"/>
                    </a:lnT>
                    <a:lnB w="12700">
                      <a:solidFill>
                        <a:srgbClr val="C9C3BA"/>
                      </a:solidFill>
                      <a:miter lim="400000"/>
                    </a:lnB>
                  </a:tcPr>
                </a:tc>
                <a:extLst>
                  <a:ext uri="{0D108BD9-81ED-4DB2-BD59-A6C34878D82A}">
                    <a16:rowId xmlns:a16="http://schemas.microsoft.com/office/drawing/2014/main" xmlns="" val="10009"/>
                  </a:ext>
                </a:extLst>
              </a:tr>
              <a:tr h="758042">
                <a:tc>
                  <a:txBody>
                    <a:bodyPr/>
                    <a:lstStyle/>
                    <a:p>
                      <a:pPr algn="l" defTabSz="457200">
                        <a:lnSpc>
                          <a:spcPts val="5700"/>
                        </a:lnSpc>
                        <a:defRPr>
                          <a:solidFill>
                            <a:srgbClr val="000000"/>
                          </a:solidFill>
                        </a:defRPr>
                      </a:pPr>
                      <a:r>
                        <a:rPr sz="2100" b="1">
                          <a:latin typeface="Calibri"/>
                          <a:ea typeface="Calibri"/>
                          <a:cs typeface="Calibri"/>
                          <a:sym typeface="Calibri"/>
                        </a:rPr>
                        <a:t>/var</a:t>
                      </a:r>
                    </a:p>
                  </a:txBody>
                  <a:tcPr marL="21778" marR="21778" marT="21778" marB="21778" anchor="ctr" horzOverflow="overflow">
                    <a:lnL w="12700">
                      <a:solidFill>
                        <a:srgbClr val="C9C3BA"/>
                      </a:solidFill>
                      <a:miter lim="400000"/>
                    </a:lnL>
                    <a:lnR w="12700">
                      <a:solidFill>
                        <a:srgbClr val="C9C3BA"/>
                      </a:solidFill>
                      <a:miter lim="400000"/>
                    </a:lnR>
                    <a:lnT w="12700">
                      <a:solidFill>
                        <a:srgbClr val="C9C3BA"/>
                      </a:solidFill>
                      <a:miter lim="400000"/>
                    </a:lnT>
                    <a:lnB w="12700">
                      <a:solidFill>
                        <a:srgbClr val="C9C3BA"/>
                      </a:solidFill>
                      <a:miter lim="400000"/>
                    </a:lnB>
                  </a:tcPr>
                </a:tc>
                <a:tc>
                  <a:txBody>
                    <a:bodyPr/>
                    <a:lstStyle/>
                    <a:p>
                      <a:pPr algn="l" defTabSz="457200">
                        <a:lnSpc>
                          <a:spcPts val="5100"/>
                        </a:lnSpc>
                        <a:defRPr>
                          <a:solidFill>
                            <a:srgbClr val="000000"/>
                          </a:solidFill>
                        </a:defRPr>
                      </a:pPr>
                      <a:r>
                        <a:rPr sz="2100" dirty="0" err="1">
                          <a:latin typeface="Calibri"/>
                          <a:ea typeface="Calibri"/>
                          <a:cs typeface="Calibri"/>
                          <a:sym typeface="Calibri"/>
                        </a:rPr>
                        <a:t>Fichiers</a:t>
                      </a:r>
                      <a:r>
                        <a:rPr sz="2100" dirty="0">
                          <a:latin typeface="Calibri"/>
                          <a:ea typeface="Calibri"/>
                          <a:cs typeface="Calibri"/>
                          <a:sym typeface="Calibri"/>
                        </a:rPr>
                        <a:t> </a:t>
                      </a:r>
                      <a:r>
                        <a:rPr sz="2100" dirty="0" err="1">
                          <a:latin typeface="Calibri"/>
                          <a:ea typeface="Calibri"/>
                          <a:cs typeface="Calibri"/>
                          <a:sym typeface="Calibri"/>
                        </a:rPr>
                        <a:t>en</a:t>
                      </a:r>
                      <a:r>
                        <a:rPr sz="2100" dirty="0">
                          <a:latin typeface="Calibri"/>
                          <a:ea typeface="Calibri"/>
                          <a:cs typeface="Calibri"/>
                          <a:sym typeface="Calibri"/>
                        </a:rPr>
                        <a:t> </a:t>
                      </a:r>
                      <a:r>
                        <a:rPr sz="2100" dirty="0" err="1">
                          <a:latin typeface="Calibri"/>
                          <a:ea typeface="Calibri"/>
                          <a:cs typeface="Calibri"/>
                          <a:sym typeface="Calibri"/>
                        </a:rPr>
                        <a:t>cours</a:t>
                      </a:r>
                      <a:r>
                        <a:rPr sz="2100" dirty="0">
                          <a:latin typeface="Calibri"/>
                          <a:ea typeface="Calibri"/>
                          <a:cs typeface="Calibri"/>
                          <a:sym typeface="Calibri"/>
                        </a:rPr>
                        <a:t> </a:t>
                      </a:r>
                      <a:r>
                        <a:rPr sz="2100" dirty="0" err="1">
                          <a:latin typeface="Calibri"/>
                          <a:ea typeface="Calibri"/>
                          <a:cs typeface="Calibri"/>
                          <a:sym typeface="Calibri"/>
                        </a:rPr>
                        <a:t>d'utilisation</a:t>
                      </a:r>
                      <a:r>
                        <a:rPr sz="2100" dirty="0">
                          <a:latin typeface="Calibri"/>
                          <a:ea typeface="Calibri"/>
                          <a:cs typeface="Calibri"/>
                          <a:sym typeface="Calibri"/>
                        </a:rPr>
                        <a:t> et variables </a:t>
                      </a:r>
                      <a:r>
                        <a:rPr sz="2100" dirty="0" err="1">
                          <a:latin typeface="Calibri"/>
                          <a:ea typeface="Calibri"/>
                          <a:cs typeface="Calibri"/>
                          <a:sym typeface="Calibri"/>
                        </a:rPr>
                        <a:t>en</a:t>
                      </a:r>
                      <a:r>
                        <a:rPr sz="2100" dirty="0">
                          <a:latin typeface="Calibri"/>
                          <a:ea typeface="Calibri"/>
                          <a:cs typeface="Calibri"/>
                          <a:sym typeface="Calibri"/>
                        </a:rPr>
                        <a:t> </a:t>
                      </a:r>
                      <a:r>
                        <a:rPr sz="2100" dirty="0" err="1">
                          <a:latin typeface="Calibri"/>
                          <a:ea typeface="Calibri"/>
                          <a:cs typeface="Calibri"/>
                          <a:sym typeface="Calibri"/>
                        </a:rPr>
                        <a:t>contenu</a:t>
                      </a:r>
                      <a:endParaRPr sz="2100" dirty="0">
                        <a:latin typeface="Calibri"/>
                        <a:ea typeface="Calibri"/>
                        <a:cs typeface="Calibri"/>
                        <a:sym typeface="Calibri"/>
                      </a:endParaRPr>
                    </a:p>
                  </a:txBody>
                  <a:tcPr marL="21778" marR="21778" marT="21778" marB="21778" anchor="ctr" horzOverflow="overflow">
                    <a:lnL w="12700">
                      <a:solidFill>
                        <a:srgbClr val="C9C3BA"/>
                      </a:solidFill>
                      <a:miter lim="400000"/>
                    </a:lnL>
                    <a:lnR w="12700">
                      <a:solidFill>
                        <a:srgbClr val="C9C3BA"/>
                      </a:solidFill>
                      <a:miter lim="400000"/>
                    </a:lnR>
                    <a:lnT w="12700">
                      <a:solidFill>
                        <a:srgbClr val="C9C3BA"/>
                      </a:solidFill>
                      <a:miter lim="400000"/>
                    </a:lnT>
                    <a:lnB w="12700">
                      <a:solidFill>
                        <a:srgbClr val="C9C3BA"/>
                      </a:solidFill>
                      <a:miter lim="400000"/>
                    </a:lnB>
                  </a:tcPr>
                </a:tc>
                <a:extLst>
                  <a:ext uri="{0D108BD9-81ED-4DB2-BD59-A6C34878D82A}">
                    <a16:rowId xmlns:a16="http://schemas.microsoft.com/office/drawing/2014/main" xmlns="" val="10010"/>
                  </a:ext>
                </a:extLst>
              </a:tr>
            </a:tbl>
          </a:graphicData>
        </a:graphic>
      </p:graphicFrame>
      <p:sp>
        <p:nvSpPr>
          <p:cNvPr id="303" name="Espace réservé du numéro de diapositive 1"/>
          <p:cNvSpPr txBox="1">
            <a:spLocks noGrp="1"/>
          </p:cNvSpPr>
          <p:nvPr>
            <p:ph type="sldNum" sz="quarter" idx="2"/>
          </p:nvPr>
        </p:nvSpPr>
        <p:spPr>
          <a:xfrm>
            <a:off x="7029966" y="10265453"/>
            <a:ext cx="362740" cy="412859"/>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28</a:t>
            </a:fld>
            <a:endParaRPr/>
          </a:p>
        </p:txBody>
      </p:sp>
    </p:spTree>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05" name="Manipulation des Fichiers &amp; Répertoires : FHS"/>
          <p:cNvSpPr txBox="1">
            <a:spLocks noGrp="1"/>
          </p:cNvSpPr>
          <p:nvPr>
            <p:ph type="title"/>
          </p:nvPr>
        </p:nvSpPr>
        <p:spPr>
          <a:prstGeom prst="rect">
            <a:avLst/>
          </a:prstGeom>
        </p:spPr>
        <p:txBody>
          <a:bodyPr>
            <a:normAutofit fontScale="90000"/>
          </a:bodyPr>
          <a:lstStyle>
            <a:lvl1pPr defTabSz="502412">
              <a:spcBef>
                <a:spcPts val="1300"/>
              </a:spcBef>
              <a:defRPr sz="5160"/>
            </a:lvl1pPr>
          </a:lstStyle>
          <a:p>
            <a:r>
              <a:t>Manipulation des Fichiers &amp; Répertoires : FHS  </a:t>
            </a:r>
          </a:p>
        </p:txBody>
      </p:sp>
      <p:sp>
        <p:nvSpPr>
          <p:cNvPr id="306" name="Espace réservé du numéro de diapositive 1"/>
          <p:cNvSpPr txBox="1">
            <a:spLocks noGrp="1"/>
          </p:cNvSpPr>
          <p:nvPr>
            <p:ph type="sldNum" sz="quarter" idx="2"/>
          </p:nvPr>
        </p:nvSpPr>
        <p:spPr>
          <a:xfrm>
            <a:off x="7029966" y="10265453"/>
            <a:ext cx="362740" cy="412859"/>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29</a:t>
            </a:fld>
            <a:endParaRPr/>
          </a:p>
        </p:txBody>
      </p:sp>
      <p:sp>
        <p:nvSpPr>
          <p:cNvPr id="73" name="Rectangle à coins arrondis 72"/>
          <p:cNvSpPr/>
          <p:nvPr/>
        </p:nvSpPr>
        <p:spPr>
          <a:xfrm>
            <a:off x="5989204" y="3696969"/>
            <a:ext cx="1032454" cy="477981"/>
          </a:xfrm>
          <a:prstGeom prst="roundRect">
            <a:avLst/>
          </a:prstGeom>
          <a:gradFill rotWithShape="1">
            <a:gsLst>
              <a:gs pos="0">
                <a:srgbClr val="F79646">
                  <a:tint val="50000"/>
                  <a:satMod val="300000"/>
                </a:srgbClr>
              </a:gs>
              <a:gs pos="35000">
                <a:srgbClr val="F79646">
                  <a:tint val="37000"/>
                  <a:satMod val="300000"/>
                </a:srgbClr>
              </a:gs>
              <a:gs pos="100000">
                <a:srgbClr val="F79646">
                  <a:tint val="15000"/>
                  <a:satMod val="350000"/>
                </a:srgbClr>
              </a:gs>
            </a:gsLst>
            <a:lin ang="16200000" scaled="1"/>
          </a:gradFill>
          <a:ln w="9525" cap="flat" cmpd="sng" algn="ctr">
            <a:solidFill>
              <a:srgbClr val="F79646">
                <a:shade val="95000"/>
                <a:satMod val="105000"/>
              </a:srgbClr>
            </a:solidFill>
            <a:prstDash val="solid"/>
          </a:ln>
          <a:effectLst>
            <a:outerShdw blurRad="40000" dist="20000" dir="5400000" rotWithShape="0">
              <a:srgbClr val="000000">
                <a:alpha val="38000"/>
              </a:srgbClr>
            </a:outerShdw>
          </a:effectLst>
        </p:spPr>
        <p:txBody>
          <a:bodyPr rtlCol="0" anchor="ctr"/>
          <a:lstStyle/>
          <a:p>
            <a:pPr defTabSz="1011602" hangingPunct="1">
              <a:defRPr/>
            </a:pPr>
            <a:r>
              <a:rPr lang="fr-FR" sz="1991" kern="1200" dirty="0">
                <a:solidFill>
                  <a:prstClr val="black"/>
                </a:solidFill>
                <a:latin typeface="Calibri"/>
                <a:ea typeface="+mn-ea"/>
                <a:cs typeface="+mn-cs"/>
              </a:rPr>
              <a:t>/</a:t>
            </a:r>
            <a:endParaRPr lang="en-US" sz="1991" kern="1200" dirty="0">
              <a:solidFill>
                <a:prstClr val="black"/>
              </a:solidFill>
              <a:latin typeface="Calibri"/>
              <a:ea typeface="+mn-ea"/>
              <a:cs typeface="+mn-cs"/>
            </a:endParaRPr>
          </a:p>
        </p:txBody>
      </p:sp>
      <p:sp>
        <p:nvSpPr>
          <p:cNvPr id="74" name="Rectangle à coins arrondis 73"/>
          <p:cNvSpPr/>
          <p:nvPr/>
        </p:nvSpPr>
        <p:spPr>
          <a:xfrm>
            <a:off x="7662137" y="4971585"/>
            <a:ext cx="1194952" cy="398317"/>
          </a:xfrm>
          <a:prstGeom prst="roundRect">
            <a:avLst/>
          </a:prstGeom>
          <a:solidFill>
            <a:srgbClr val="4F81BD"/>
          </a:solidFill>
          <a:ln w="25400" cap="flat" cmpd="sng" algn="ctr">
            <a:solidFill>
              <a:srgbClr val="4F81BD">
                <a:shade val="50000"/>
              </a:srgbClr>
            </a:solidFill>
            <a:prstDash val="solid"/>
          </a:ln>
          <a:effectLst/>
        </p:spPr>
        <p:txBody>
          <a:bodyPr rtlCol="0" anchor="ctr"/>
          <a:lstStyle/>
          <a:p>
            <a:pPr defTabSz="1011602" hangingPunct="1">
              <a:defRPr/>
            </a:pPr>
            <a:r>
              <a:rPr lang="fr-FR" sz="1991" kern="1200" dirty="0">
                <a:solidFill>
                  <a:prstClr val="white"/>
                </a:solidFill>
                <a:latin typeface="Calibri"/>
                <a:ea typeface="+mn-ea"/>
                <a:cs typeface="+mn-cs"/>
              </a:rPr>
              <a:t>home</a:t>
            </a:r>
            <a:endParaRPr lang="en-US" sz="1991" kern="1200" dirty="0">
              <a:solidFill>
                <a:prstClr val="white"/>
              </a:solidFill>
              <a:latin typeface="Calibri"/>
              <a:ea typeface="+mn-ea"/>
              <a:cs typeface="+mn-cs"/>
            </a:endParaRPr>
          </a:p>
        </p:txBody>
      </p:sp>
      <p:sp>
        <p:nvSpPr>
          <p:cNvPr id="75" name="Rectangle à coins arrondis 74"/>
          <p:cNvSpPr/>
          <p:nvPr/>
        </p:nvSpPr>
        <p:spPr>
          <a:xfrm>
            <a:off x="9494397" y="4971585"/>
            <a:ext cx="1194952" cy="398317"/>
          </a:xfrm>
          <a:prstGeom prst="roundRect">
            <a:avLst/>
          </a:prstGeom>
          <a:solidFill>
            <a:srgbClr val="4F81BD"/>
          </a:solidFill>
          <a:ln w="25400" cap="flat" cmpd="sng" algn="ctr">
            <a:solidFill>
              <a:srgbClr val="4F81BD">
                <a:shade val="50000"/>
              </a:srgbClr>
            </a:solidFill>
            <a:prstDash val="solid"/>
          </a:ln>
          <a:effectLst/>
        </p:spPr>
        <p:txBody>
          <a:bodyPr rtlCol="0" anchor="ctr"/>
          <a:lstStyle/>
          <a:p>
            <a:pPr defTabSz="1011602" hangingPunct="1">
              <a:defRPr/>
            </a:pPr>
            <a:r>
              <a:rPr lang="fr-FR" sz="1991" kern="1200" dirty="0" err="1">
                <a:solidFill>
                  <a:prstClr val="white"/>
                </a:solidFill>
                <a:latin typeface="Calibri"/>
                <a:ea typeface="+mn-ea"/>
                <a:cs typeface="+mn-cs"/>
              </a:rPr>
              <a:t>mnt</a:t>
            </a:r>
            <a:endParaRPr lang="en-US" sz="1991" kern="1200" dirty="0">
              <a:solidFill>
                <a:prstClr val="white"/>
              </a:solidFill>
              <a:latin typeface="Calibri"/>
              <a:ea typeface="+mn-ea"/>
              <a:cs typeface="+mn-cs"/>
            </a:endParaRPr>
          </a:p>
        </p:txBody>
      </p:sp>
      <p:sp>
        <p:nvSpPr>
          <p:cNvPr id="76" name="Rectangle à coins arrondis 75"/>
          <p:cNvSpPr/>
          <p:nvPr/>
        </p:nvSpPr>
        <p:spPr>
          <a:xfrm>
            <a:off x="5750214" y="4971585"/>
            <a:ext cx="1194952" cy="398317"/>
          </a:xfrm>
          <a:prstGeom prst="roundRect">
            <a:avLst/>
          </a:prstGeom>
          <a:solidFill>
            <a:srgbClr val="4F81BD"/>
          </a:solidFill>
          <a:ln w="25400" cap="flat" cmpd="sng" algn="ctr">
            <a:solidFill>
              <a:srgbClr val="4F81BD">
                <a:shade val="50000"/>
              </a:srgbClr>
            </a:solidFill>
            <a:prstDash val="solid"/>
          </a:ln>
          <a:effectLst/>
        </p:spPr>
        <p:txBody>
          <a:bodyPr rtlCol="0" anchor="ctr"/>
          <a:lstStyle/>
          <a:p>
            <a:pPr defTabSz="1011602" hangingPunct="1">
              <a:defRPr/>
            </a:pPr>
            <a:r>
              <a:rPr lang="fr-FR" sz="1991" kern="1200" dirty="0" err="1">
                <a:solidFill>
                  <a:prstClr val="white"/>
                </a:solidFill>
                <a:latin typeface="Calibri"/>
                <a:ea typeface="+mn-ea"/>
                <a:cs typeface="+mn-cs"/>
              </a:rPr>
              <a:t>etc</a:t>
            </a:r>
            <a:endParaRPr lang="en-US" sz="1991" kern="1200" dirty="0">
              <a:solidFill>
                <a:prstClr val="white"/>
              </a:solidFill>
              <a:latin typeface="Calibri"/>
              <a:ea typeface="+mn-ea"/>
              <a:cs typeface="+mn-cs"/>
            </a:endParaRPr>
          </a:p>
        </p:txBody>
      </p:sp>
      <p:sp>
        <p:nvSpPr>
          <p:cNvPr id="77" name="Rectangle à coins arrondis 76"/>
          <p:cNvSpPr/>
          <p:nvPr/>
        </p:nvSpPr>
        <p:spPr>
          <a:xfrm>
            <a:off x="2563675" y="4971585"/>
            <a:ext cx="1194952" cy="398317"/>
          </a:xfrm>
          <a:prstGeom prst="roundRect">
            <a:avLst/>
          </a:prstGeom>
          <a:solidFill>
            <a:srgbClr val="4F81BD"/>
          </a:solidFill>
          <a:ln w="25400" cap="flat" cmpd="sng" algn="ctr">
            <a:solidFill>
              <a:srgbClr val="4F81BD">
                <a:shade val="50000"/>
              </a:srgbClr>
            </a:solidFill>
            <a:prstDash val="solid"/>
          </a:ln>
          <a:effectLst/>
        </p:spPr>
        <p:txBody>
          <a:bodyPr rtlCol="0" anchor="ctr"/>
          <a:lstStyle/>
          <a:p>
            <a:pPr defTabSz="1011602" hangingPunct="1">
              <a:defRPr/>
            </a:pPr>
            <a:r>
              <a:rPr lang="fr-FR" sz="1991" kern="1200" dirty="0">
                <a:solidFill>
                  <a:prstClr val="white"/>
                </a:solidFill>
                <a:latin typeface="Calibri"/>
                <a:ea typeface="+mn-ea"/>
                <a:cs typeface="+mn-cs"/>
              </a:rPr>
              <a:t>bin</a:t>
            </a:r>
            <a:endParaRPr lang="en-US" sz="1991" kern="1200" dirty="0">
              <a:solidFill>
                <a:prstClr val="white"/>
              </a:solidFill>
              <a:latin typeface="Calibri"/>
              <a:ea typeface="+mn-ea"/>
              <a:cs typeface="+mn-cs"/>
            </a:endParaRPr>
          </a:p>
        </p:txBody>
      </p:sp>
      <p:cxnSp>
        <p:nvCxnSpPr>
          <p:cNvPr id="78" name="Connecteur droit 77"/>
          <p:cNvCxnSpPr/>
          <p:nvPr/>
        </p:nvCxnSpPr>
        <p:spPr>
          <a:xfrm>
            <a:off x="3838290" y="5170743"/>
            <a:ext cx="1832260" cy="0"/>
          </a:xfrm>
          <a:prstGeom prst="line">
            <a:avLst/>
          </a:prstGeom>
          <a:noFill/>
          <a:ln w="25400" cap="flat" cmpd="sng" algn="ctr">
            <a:solidFill>
              <a:srgbClr val="4F81BD"/>
            </a:solidFill>
            <a:prstDash val="sysDot"/>
          </a:ln>
          <a:effectLst>
            <a:outerShdw blurRad="40000" dist="20000" dir="5400000" rotWithShape="0">
              <a:srgbClr val="000000">
                <a:alpha val="38000"/>
              </a:srgbClr>
            </a:outerShdw>
          </a:effectLst>
        </p:spPr>
      </p:cxnSp>
      <p:cxnSp>
        <p:nvCxnSpPr>
          <p:cNvPr id="79" name="Connecteur droit 78"/>
          <p:cNvCxnSpPr>
            <a:stCxn id="73" idx="2"/>
            <a:endCxn id="77" idx="0"/>
          </p:cNvCxnSpPr>
          <p:nvPr/>
        </p:nvCxnSpPr>
        <p:spPr>
          <a:xfrm flipH="1">
            <a:off x="3161151" y="4174950"/>
            <a:ext cx="3344281" cy="796634"/>
          </a:xfrm>
          <a:prstGeom prst="line">
            <a:avLst/>
          </a:prstGeom>
          <a:noFill/>
          <a:ln w="9525" cap="flat" cmpd="sng" algn="ctr">
            <a:solidFill>
              <a:srgbClr val="4F81BD">
                <a:shade val="95000"/>
                <a:satMod val="105000"/>
              </a:srgbClr>
            </a:solidFill>
            <a:prstDash val="solid"/>
          </a:ln>
          <a:effectLst/>
        </p:spPr>
      </p:cxnSp>
      <p:cxnSp>
        <p:nvCxnSpPr>
          <p:cNvPr id="80" name="Connecteur droit 79"/>
          <p:cNvCxnSpPr>
            <a:stCxn id="73" idx="2"/>
            <a:endCxn id="76" idx="0"/>
          </p:cNvCxnSpPr>
          <p:nvPr/>
        </p:nvCxnSpPr>
        <p:spPr>
          <a:xfrm flipH="1">
            <a:off x="6347690" y="4174950"/>
            <a:ext cx="157741" cy="796634"/>
          </a:xfrm>
          <a:prstGeom prst="line">
            <a:avLst/>
          </a:prstGeom>
          <a:noFill/>
          <a:ln w="9525" cap="flat" cmpd="sng" algn="ctr">
            <a:solidFill>
              <a:srgbClr val="4F81BD">
                <a:shade val="95000"/>
                <a:satMod val="105000"/>
              </a:srgbClr>
            </a:solidFill>
            <a:prstDash val="solid"/>
          </a:ln>
          <a:effectLst/>
        </p:spPr>
      </p:cxnSp>
      <p:cxnSp>
        <p:nvCxnSpPr>
          <p:cNvPr id="81" name="Connecteur droit 80"/>
          <p:cNvCxnSpPr>
            <a:stCxn id="73" idx="2"/>
            <a:endCxn id="74" idx="0"/>
          </p:cNvCxnSpPr>
          <p:nvPr/>
        </p:nvCxnSpPr>
        <p:spPr>
          <a:xfrm>
            <a:off x="6505431" y="4174950"/>
            <a:ext cx="1754182" cy="796634"/>
          </a:xfrm>
          <a:prstGeom prst="line">
            <a:avLst/>
          </a:prstGeom>
          <a:noFill/>
          <a:ln w="9525" cap="flat" cmpd="sng" algn="ctr">
            <a:solidFill>
              <a:srgbClr val="4F81BD">
                <a:shade val="95000"/>
                <a:satMod val="105000"/>
              </a:srgbClr>
            </a:solidFill>
            <a:prstDash val="solid"/>
          </a:ln>
          <a:effectLst/>
        </p:spPr>
      </p:cxnSp>
      <p:cxnSp>
        <p:nvCxnSpPr>
          <p:cNvPr id="82" name="Connecteur droit 81"/>
          <p:cNvCxnSpPr>
            <a:stCxn id="73" idx="2"/>
            <a:endCxn id="75" idx="0"/>
          </p:cNvCxnSpPr>
          <p:nvPr/>
        </p:nvCxnSpPr>
        <p:spPr>
          <a:xfrm>
            <a:off x="6505431" y="4174950"/>
            <a:ext cx="3586442" cy="796634"/>
          </a:xfrm>
          <a:prstGeom prst="line">
            <a:avLst/>
          </a:prstGeom>
          <a:noFill/>
          <a:ln w="9525" cap="flat" cmpd="sng" algn="ctr">
            <a:solidFill>
              <a:srgbClr val="4F81BD">
                <a:shade val="95000"/>
                <a:satMod val="105000"/>
              </a:srgbClr>
            </a:solidFill>
            <a:prstDash val="solid"/>
          </a:ln>
          <a:effectLst/>
        </p:spPr>
      </p:cxnSp>
      <p:sp>
        <p:nvSpPr>
          <p:cNvPr id="83" name="Rectangle à coins arrondis 82"/>
          <p:cNvSpPr/>
          <p:nvPr/>
        </p:nvSpPr>
        <p:spPr>
          <a:xfrm>
            <a:off x="5192569" y="6007210"/>
            <a:ext cx="1504331" cy="398317"/>
          </a:xfrm>
          <a:prstGeom prst="roundRect">
            <a:avLst/>
          </a:prstGeom>
          <a:solidFill>
            <a:srgbClr val="4F81BD"/>
          </a:solidFill>
          <a:ln w="25400" cap="flat" cmpd="sng" algn="ctr">
            <a:solidFill>
              <a:srgbClr val="4F81BD">
                <a:shade val="50000"/>
              </a:srgbClr>
            </a:solidFill>
            <a:prstDash val="solid"/>
          </a:ln>
          <a:effectLst/>
        </p:spPr>
        <p:txBody>
          <a:bodyPr rtlCol="0" anchor="ctr"/>
          <a:lstStyle/>
          <a:p>
            <a:pPr defTabSz="1011602" hangingPunct="1">
              <a:defRPr/>
            </a:pPr>
            <a:r>
              <a:rPr lang="en-US" sz="1991" kern="1200" dirty="0">
                <a:solidFill>
                  <a:prstClr val="white"/>
                </a:solidFill>
                <a:latin typeface="Calibri"/>
                <a:ea typeface="+mn-ea"/>
                <a:cs typeface="+mn-cs"/>
              </a:rPr>
              <a:t>Mohamed</a:t>
            </a:r>
          </a:p>
        </p:txBody>
      </p:sp>
      <p:sp>
        <p:nvSpPr>
          <p:cNvPr id="84" name="Rectangle à coins arrondis 83"/>
          <p:cNvSpPr/>
          <p:nvPr/>
        </p:nvSpPr>
        <p:spPr>
          <a:xfrm>
            <a:off x="7352759" y="6007210"/>
            <a:ext cx="1504331" cy="398317"/>
          </a:xfrm>
          <a:prstGeom prst="roundRect">
            <a:avLst/>
          </a:prstGeom>
          <a:solidFill>
            <a:srgbClr val="4F81BD"/>
          </a:solidFill>
          <a:ln w="25400" cap="flat" cmpd="sng" algn="ctr">
            <a:solidFill>
              <a:srgbClr val="4F81BD">
                <a:shade val="50000"/>
              </a:srgbClr>
            </a:solidFill>
            <a:prstDash val="solid"/>
          </a:ln>
          <a:effectLst/>
        </p:spPr>
        <p:txBody>
          <a:bodyPr rtlCol="0" anchor="ctr"/>
          <a:lstStyle/>
          <a:p>
            <a:pPr defTabSz="1011602" hangingPunct="1">
              <a:defRPr/>
            </a:pPr>
            <a:r>
              <a:rPr lang="fr-FR" sz="1991" kern="1200" dirty="0">
                <a:solidFill>
                  <a:prstClr val="white"/>
                </a:solidFill>
                <a:latin typeface="Calibri"/>
                <a:ea typeface="+mn-ea"/>
                <a:cs typeface="+mn-cs"/>
              </a:rPr>
              <a:t>Salah</a:t>
            </a:r>
            <a:endParaRPr lang="en-US" sz="1991" kern="1200" dirty="0">
              <a:solidFill>
                <a:prstClr val="white"/>
              </a:solidFill>
              <a:latin typeface="Calibri"/>
              <a:ea typeface="+mn-ea"/>
              <a:cs typeface="+mn-cs"/>
            </a:endParaRPr>
          </a:p>
        </p:txBody>
      </p:sp>
      <p:sp>
        <p:nvSpPr>
          <p:cNvPr id="85" name="Rectangle à coins arrondis 84"/>
          <p:cNvSpPr/>
          <p:nvPr/>
        </p:nvSpPr>
        <p:spPr>
          <a:xfrm>
            <a:off x="9424009" y="6007210"/>
            <a:ext cx="1504331" cy="398317"/>
          </a:xfrm>
          <a:prstGeom prst="roundRect">
            <a:avLst/>
          </a:prstGeom>
          <a:solidFill>
            <a:srgbClr val="4F81BD"/>
          </a:solidFill>
          <a:ln w="25400" cap="flat" cmpd="sng" algn="ctr">
            <a:solidFill>
              <a:srgbClr val="4F81BD">
                <a:shade val="50000"/>
              </a:srgbClr>
            </a:solidFill>
            <a:prstDash val="solid"/>
          </a:ln>
          <a:effectLst/>
        </p:spPr>
        <p:txBody>
          <a:bodyPr rtlCol="0" anchor="ctr"/>
          <a:lstStyle/>
          <a:p>
            <a:pPr defTabSz="1011602" hangingPunct="1">
              <a:defRPr/>
            </a:pPr>
            <a:r>
              <a:rPr lang="fr-FR" sz="1991" kern="1200" dirty="0">
                <a:solidFill>
                  <a:prstClr val="white"/>
                </a:solidFill>
                <a:latin typeface="Calibri"/>
                <a:ea typeface="+mn-ea"/>
                <a:cs typeface="+mn-cs"/>
              </a:rPr>
              <a:t>Ali</a:t>
            </a:r>
            <a:endParaRPr lang="en-US" sz="1991" kern="1200" dirty="0">
              <a:solidFill>
                <a:prstClr val="white"/>
              </a:solidFill>
              <a:latin typeface="Calibri"/>
              <a:ea typeface="+mn-ea"/>
              <a:cs typeface="+mn-cs"/>
            </a:endParaRPr>
          </a:p>
        </p:txBody>
      </p:sp>
      <p:cxnSp>
        <p:nvCxnSpPr>
          <p:cNvPr id="86" name="Connecteur droit 85"/>
          <p:cNvCxnSpPr>
            <a:stCxn id="74" idx="2"/>
            <a:endCxn id="83" idx="0"/>
          </p:cNvCxnSpPr>
          <p:nvPr/>
        </p:nvCxnSpPr>
        <p:spPr>
          <a:xfrm flipH="1">
            <a:off x="5944734" y="5369902"/>
            <a:ext cx="2314879" cy="637308"/>
          </a:xfrm>
          <a:prstGeom prst="line">
            <a:avLst/>
          </a:prstGeom>
          <a:noFill/>
          <a:ln w="9525" cap="flat" cmpd="sng" algn="ctr">
            <a:solidFill>
              <a:srgbClr val="4F81BD">
                <a:shade val="95000"/>
                <a:satMod val="105000"/>
              </a:srgbClr>
            </a:solidFill>
            <a:prstDash val="solid"/>
          </a:ln>
          <a:effectLst/>
        </p:spPr>
      </p:cxnSp>
      <p:cxnSp>
        <p:nvCxnSpPr>
          <p:cNvPr id="87" name="Connecteur droit 86"/>
          <p:cNvCxnSpPr>
            <a:stCxn id="74" idx="2"/>
            <a:endCxn id="84" idx="0"/>
          </p:cNvCxnSpPr>
          <p:nvPr/>
        </p:nvCxnSpPr>
        <p:spPr>
          <a:xfrm flipH="1">
            <a:off x="8104923" y="5369902"/>
            <a:ext cx="154689" cy="637308"/>
          </a:xfrm>
          <a:prstGeom prst="line">
            <a:avLst/>
          </a:prstGeom>
          <a:noFill/>
          <a:ln w="9525" cap="flat" cmpd="sng" algn="ctr">
            <a:solidFill>
              <a:srgbClr val="4F81BD">
                <a:shade val="95000"/>
                <a:satMod val="105000"/>
              </a:srgbClr>
            </a:solidFill>
            <a:prstDash val="solid"/>
          </a:ln>
          <a:effectLst/>
        </p:spPr>
      </p:cxnSp>
      <p:cxnSp>
        <p:nvCxnSpPr>
          <p:cNvPr id="88" name="Connecteur droit 87"/>
          <p:cNvCxnSpPr>
            <a:stCxn id="74" idx="2"/>
            <a:endCxn id="85" idx="0"/>
          </p:cNvCxnSpPr>
          <p:nvPr/>
        </p:nvCxnSpPr>
        <p:spPr>
          <a:xfrm>
            <a:off x="8259613" y="5369902"/>
            <a:ext cx="1916561" cy="637308"/>
          </a:xfrm>
          <a:prstGeom prst="line">
            <a:avLst/>
          </a:prstGeom>
          <a:noFill/>
          <a:ln w="9525" cap="flat" cmpd="sng" algn="ctr">
            <a:solidFill>
              <a:srgbClr val="4F81BD">
                <a:shade val="95000"/>
                <a:satMod val="105000"/>
              </a:srgbClr>
            </a:solidFill>
            <a:prstDash val="solid"/>
          </a:ln>
          <a:effectLst/>
        </p:spPr>
      </p:cxnSp>
      <p:sp>
        <p:nvSpPr>
          <p:cNvPr id="89" name="ZoneTexte 88"/>
          <p:cNvSpPr txBox="1"/>
          <p:nvPr/>
        </p:nvSpPr>
        <p:spPr>
          <a:xfrm>
            <a:off x="7148729" y="5927547"/>
            <a:ext cx="4371461" cy="413856"/>
          </a:xfrm>
          <a:prstGeom prst="rect">
            <a:avLst/>
          </a:prstGeom>
          <a:solidFill>
            <a:sysClr val="window" lastClr="FFFFFF"/>
          </a:solidFill>
        </p:spPr>
        <p:txBody>
          <a:bodyPr wrap="square" rtlCol="0">
            <a:spAutoFit/>
          </a:bodyPr>
          <a:lstStyle/>
          <a:p>
            <a:pPr algn="l" defTabSz="1011602" hangingPunct="1">
              <a:defRPr/>
            </a:pPr>
            <a:r>
              <a:rPr lang="fr-FR" sz="1991" b="1" kern="1200" dirty="0">
                <a:solidFill>
                  <a:prstClr val="black"/>
                </a:solidFill>
                <a:latin typeface="Calibri"/>
                <a:ea typeface="+mn-ea"/>
                <a:cs typeface="+mn-cs"/>
              </a:rPr>
              <a:t>[</a:t>
            </a:r>
            <a:r>
              <a:rPr lang="fr-FR" sz="1991" b="1" kern="1200" dirty="0" err="1">
                <a:solidFill>
                  <a:prstClr val="black"/>
                </a:solidFill>
                <a:latin typeface="Calibri"/>
                <a:ea typeface="+mn-ea"/>
                <a:cs typeface="+mn-cs"/>
              </a:rPr>
              <a:t>Mohamed@localhost</a:t>
            </a:r>
            <a:r>
              <a:rPr lang="fr-FR" sz="1991" b="1" kern="1200" dirty="0">
                <a:solidFill>
                  <a:prstClr val="black"/>
                </a:solidFill>
                <a:latin typeface="Calibri"/>
                <a:ea typeface="+mn-ea"/>
                <a:cs typeface="+mn-cs"/>
              </a:rPr>
              <a:t> ~]$</a:t>
            </a:r>
          </a:p>
        </p:txBody>
      </p:sp>
      <p:sp>
        <p:nvSpPr>
          <p:cNvPr id="90" name="Rectangle à coins arrondis 89"/>
          <p:cNvSpPr/>
          <p:nvPr/>
        </p:nvSpPr>
        <p:spPr>
          <a:xfrm>
            <a:off x="3672768" y="6963172"/>
            <a:ext cx="1194952" cy="398317"/>
          </a:xfrm>
          <a:prstGeom prst="roundRect">
            <a:avLst/>
          </a:prstGeom>
          <a:solidFill>
            <a:srgbClr val="4F81BD"/>
          </a:solidFill>
          <a:ln w="25400" cap="flat" cmpd="sng" algn="ctr">
            <a:solidFill>
              <a:srgbClr val="4F81BD">
                <a:shade val="50000"/>
              </a:srgbClr>
            </a:solidFill>
            <a:prstDash val="solid"/>
          </a:ln>
          <a:effectLst/>
        </p:spPr>
        <p:txBody>
          <a:bodyPr rtlCol="0" anchor="ctr"/>
          <a:lstStyle/>
          <a:p>
            <a:pPr defTabSz="1011602" hangingPunct="1">
              <a:defRPr/>
            </a:pPr>
            <a:r>
              <a:rPr lang="en-US" sz="1991" kern="1200" dirty="0">
                <a:solidFill>
                  <a:prstClr val="white"/>
                </a:solidFill>
                <a:latin typeface="Calibri"/>
                <a:ea typeface="+mn-ea"/>
                <a:cs typeface="+mn-cs"/>
              </a:rPr>
              <a:t>Desktop</a:t>
            </a:r>
          </a:p>
        </p:txBody>
      </p:sp>
      <p:sp>
        <p:nvSpPr>
          <p:cNvPr id="91" name="Rectangle à coins arrondis 90"/>
          <p:cNvSpPr/>
          <p:nvPr/>
        </p:nvSpPr>
        <p:spPr>
          <a:xfrm>
            <a:off x="5112906" y="6963172"/>
            <a:ext cx="1583994" cy="398317"/>
          </a:xfrm>
          <a:prstGeom prst="roundRect">
            <a:avLst/>
          </a:prstGeom>
          <a:solidFill>
            <a:srgbClr val="4F81BD"/>
          </a:solidFill>
          <a:ln w="25400" cap="flat" cmpd="sng" algn="ctr">
            <a:solidFill>
              <a:srgbClr val="4F81BD">
                <a:shade val="50000"/>
              </a:srgbClr>
            </a:solidFill>
            <a:prstDash val="solid"/>
          </a:ln>
          <a:effectLst/>
        </p:spPr>
        <p:txBody>
          <a:bodyPr rtlCol="0" anchor="ctr"/>
          <a:lstStyle/>
          <a:p>
            <a:pPr defTabSz="1011602" hangingPunct="1">
              <a:defRPr/>
            </a:pPr>
            <a:r>
              <a:rPr lang="en-US" sz="1991" kern="1200" dirty="0">
                <a:solidFill>
                  <a:prstClr val="white"/>
                </a:solidFill>
                <a:latin typeface="Calibri"/>
                <a:ea typeface="+mn-ea"/>
                <a:cs typeface="+mn-cs"/>
              </a:rPr>
              <a:t>Documents</a:t>
            </a:r>
          </a:p>
        </p:txBody>
      </p:sp>
      <p:sp>
        <p:nvSpPr>
          <p:cNvPr id="92" name="Rectangle à coins arrondis 91"/>
          <p:cNvSpPr/>
          <p:nvPr/>
        </p:nvSpPr>
        <p:spPr>
          <a:xfrm>
            <a:off x="6945166" y="6963172"/>
            <a:ext cx="1433943" cy="398317"/>
          </a:xfrm>
          <a:prstGeom prst="roundRect">
            <a:avLst/>
          </a:prstGeom>
          <a:solidFill>
            <a:srgbClr val="4F81BD"/>
          </a:solidFill>
          <a:ln w="25400" cap="flat" cmpd="sng" algn="ctr">
            <a:solidFill>
              <a:srgbClr val="4F81BD">
                <a:shade val="50000"/>
              </a:srgbClr>
            </a:solidFill>
            <a:prstDash val="solid"/>
          </a:ln>
          <a:effectLst/>
        </p:spPr>
        <p:txBody>
          <a:bodyPr rtlCol="0" anchor="ctr"/>
          <a:lstStyle/>
          <a:p>
            <a:pPr defTabSz="1011602" hangingPunct="1">
              <a:defRPr/>
            </a:pPr>
            <a:r>
              <a:rPr lang="en-US" sz="1991" kern="1200" dirty="0">
                <a:solidFill>
                  <a:prstClr val="white"/>
                </a:solidFill>
                <a:latin typeface="Calibri"/>
                <a:ea typeface="+mn-ea"/>
                <a:cs typeface="+mn-cs"/>
              </a:rPr>
              <a:t>Downloads</a:t>
            </a:r>
          </a:p>
        </p:txBody>
      </p:sp>
      <p:cxnSp>
        <p:nvCxnSpPr>
          <p:cNvPr id="93" name="Connecteur droit 92"/>
          <p:cNvCxnSpPr/>
          <p:nvPr/>
        </p:nvCxnSpPr>
        <p:spPr>
          <a:xfrm>
            <a:off x="8458772" y="7202161"/>
            <a:ext cx="1832260" cy="0"/>
          </a:xfrm>
          <a:prstGeom prst="line">
            <a:avLst/>
          </a:prstGeom>
          <a:noFill/>
          <a:ln w="25400" cap="flat" cmpd="sng" algn="ctr">
            <a:solidFill>
              <a:srgbClr val="4F81BD"/>
            </a:solidFill>
            <a:prstDash val="sysDot"/>
          </a:ln>
          <a:effectLst>
            <a:outerShdw blurRad="40000" dist="20000" dir="5400000" rotWithShape="0">
              <a:srgbClr val="000000">
                <a:alpha val="38000"/>
              </a:srgbClr>
            </a:outerShdw>
          </a:effectLst>
        </p:spPr>
      </p:cxnSp>
      <p:sp>
        <p:nvSpPr>
          <p:cNvPr id="94" name="Rectangle à coins arrondis 93"/>
          <p:cNvSpPr/>
          <p:nvPr/>
        </p:nvSpPr>
        <p:spPr>
          <a:xfrm>
            <a:off x="10370696" y="6963172"/>
            <a:ext cx="1194952" cy="398317"/>
          </a:xfrm>
          <a:prstGeom prst="roundRect">
            <a:avLst/>
          </a:prstGeom>
          <a:solidFill>
            <a:srgbClr val="4F81BD"/>
          </a:solidFill>
          <a:ln w="25400" cap="flat" cmpd="sng" algn="ctr">
            <a:solidFill>
              <a:srgbClr val="4F81BD">
                <a:shade val="50000"/>
              </a:srgbClr>
            </a:solidFill>
            <a:prstDash val="solid"/>
          </a:ln>
          <a:effectLst/>
        </p:spPr>
        <p:txBody>
          <a:bodyPr rtlCol="0" anchor="ctr"/>
          <a:lstStyle/>
          <a:p>
            <a:pPr defTabSz="1011602" hangingPunct="1">
              <a:defRPr/>
            </a:pPr>
            <a:r>
              <a:rPr lang="en-US" sz="1991" kern="1200" dirty="0">
                <a:solidFill>
                  <a:prstClr val="white"/>
                </a:solidFill>
                <a:latin typeface="Calibri"/>
                <a:ea typeface="+mn-ea"/>
                <a:cs typeface="+mn-cs"/>
              </a:rPr>
              <a:t>Photos</a:t>
            </a:r>
          </a:p>
        </p:txBody>
      </p:sp>
      <p:cxnSp>
        <p:nvCxnSpPr>
          <p:cNvPr id="95" name="Connecteur droit 94"/>
          <p:cNvCxnSpPr>
            <a:stCxn id="83" idx="2"/>
            <a:endCxn id="90" idx="0"/>
          </p:cNvCxnSpPr>
          <p:nvPr/>
        </p:nvCxnSpPr>
        <p:spPr>
          <a:xfrm flipH="1">
            <a:off x="4270243" y="6405527"/>
            <a:ext cx="1674491" cy="557645"/>
          </a:xfrm>
          <a:prstGeom prst="line">
            <a:avLst/>
          </a:prstGeom>
          <a:noFill/>
          <a:ln w="9525" cap="flat" cmpd="sng" algn="ctr">
            <a:solidFill>
              <a:srgbClr val="4F81BD">
                <a:shade val="95000"/>
                <a:satMod val="105000"/>
              </a:srgbClr>
            </a:solidFill>
            <a:prstDash val="solid"/>
          </a:ln>
          <a:effectLst/>
        </p:spPr>
      </p:cxnSp>
      <p:cxnSp>
        <p:nvCxnSpPr>
          <p:cNvPr id="96" name="Connecteur droit 95"/>
          <p:cNvCxnSpPr>
            <a:stCxn id="83" idx="2"/>
            <a:endCxn id="91" idx="0"/>
          </p:cNvCxnSpPr>
          <p:nvPr/>
        </p:nvCxnSpPr>
        <p:spPr>
          <a:xfrm flipH="1">
            <a:off x="5904903" y="6405527"/>
            <a:ext cx="39832" cy="557645"/>
          </a:xfrm>
          <a:prstGeom prst="line">
            <a:avLst/>
          </a:prstGeom>
          <a:noFill/>
          <a:ln w="9525" cap="flat" cmpd="sng" algn="ctr">
            <a:solidFill>
              <a:srgbClr val="4F81BD">
                <a:shade val="95000"/>
                <a:satMod val="105000"/>
              </a:srgbClr>
            </a:solidFill>
            <a:prstDash val="solid"/>
          </a:ln>
          <a:effectLst/>
        </p:spPr>
      </p:cxnSp>
      <p:cxnSp>
        <p:nvCxnSpPr>
          <p:cNvPr id="97" name="Connecteur droit 96"/>
          <p:cNvCxnSpPr>
            <a:stCxn id="83" idx="2"/>
            <a:endCxn id="92" idx="0"/>
          </p:cNvCxnSpPr>
          <p:nvPr/>
        </p:nvCxnSpPr>
        <p:spPr>
          <a:xfrm>
            <a:off x="5944735" y="6405527"/>
            <a:ext cx="1717402" cy="557645"/>
          </a:xfrm>
          <a:prstGeom prst="line">
            <a:avLst/>
          </a:prstGeom>
          <a:noFill/>
          <a:ln w="9525" cap="flat" cmpd="sng" algn="ctr">
            <a:solidFill>
              <a:srgbClr val="4F81BD">
                <a:shade val="95000"/>
                <a:satMod val="105000"/>
              </a:srgbClr>
            </a:solidFill>
            <a:prstDash val="solid"/>
          </a:ln>
          <a:effectLst/>
        </p:spPr>
      </p:cxnSp>
      <p:cxnSp>
        <p:nvCxnSpPr>
          <p:cNvPr id="98" name="Connecteur droit 97"/>
          <p:cNvCxnSpPr>
            <a:stCxn id="83" idx="2"/>
            <a:endCxn id="94" idx="0"/>
          </p:cNvCxnSpPr>
          <p:nvPr/>
        </p:nvCxnSpPr>
        <p:spPr>
          <a:xfrm>
            <a:off x="5944735" y="6405527"/>
            <a:ext cx="5023437" cy="557645"/>
          </a:xfrm>
          <a:prstGeom prst="line">
            <a:avLst/>
          </a:prstGeom>
          <a:noFill/>
          <a:ln w="9525" cap="flat" cmpd="sng" algn="ctr">
            <a:solidFill>
              <a:srgbClr val="4F81BD">
                <a:shade val="95000"/>
                <a:satMod val="105000"/>
              </a:srgbClr>
            </a:solidFill>
            <a:prstDash val="solid"/>
          </a:ln>
          <a:effectLst/>
        </p:spPr>
      </p:cxnSp>
      <p:sp>
        <p:nvSpPr>
          <p:cNvPr id="99" name="ZoneTexte 98"/>
          <p:cNvSpPr txBox="1"/>
          <p:nvPr/>
        </p:nvSpPr>
        <p:spPr>
          <a:xfrm>
            <a:off x="6758460" y="6948939"/>
            <a:ext cx="4847088" cy="413856"/>
          </a:xfrm>
          <a:prstGeom prst="rect">
            <a:avLst/>
          </a:prstGeom>
          <a:solidFill>
            <a:sysClr val="window" lastClr="FFFFFF"/>
          </a:solidFill>
        </p:spPr>
        <p:txBody>
          <a:bodyPr wrap="square" rtlCol="0">
            <a:spAutoFit/>
          </a:bodyPr>
          <a:lstStyle/>
          <a:p>
            <a:pPr algn="l" defTabSz="1011602" hangingPunct="1">
              <a:defRPr/>
            </a:pPr>
            <a:r>
              <a:rPr lang="fr-FR" sz="1991" b="1" kern="1200" dirty="0">
                <a:solidFill>
                  <a:prstClr val="black"/>
                </a:solidFill>
                <a:latin typeface="Calibri"/>
                <a:ea typeface="+mn-ea"/>
                <a:cs typeface="+mn-cs"/>
              </a:rPr>
              <a:t>[</a:t>
            </a:r>
            <a:r>
              <a:rPr lang="fr-FR" sz="1991" b="1" kern="1200" dirty="0" err="1">
                <a:solidFill>
                  <a:prstClr val="black"/>
                </a:solidFill>
                <a:latin typeface="Calibri"/>
                <a:ea typeface="+mn-ea"/>
                <a:cs typeface="+mn-cs"/>
              </a:rPr>
              <a:t>Mohamed@localhost</a:t>
            </a:r>
            <a:r>
              <a:rPr lang="fr-FR" sz="1991" b="1" kern="1200" dirty="0">
                <a:solidFill>
                  <a:prstClr val="black"/>
                </a:solidFill>
                <a:latin typeface="Calibri"/>
                <a:ea typeface="+mn-ea"/>
                <a:cs typeface="+mn-cs"/>
              </a:rPr>
              <a:t> ~/Documents]$</a:t>
            </a:r>
          </a:p>
        </p:txBody>
      </p:sp>
      <p:sp>
        <p:nvSpPr>
          <p:cNvPr id="100" name="Rectangle à coins arrondis 99"/>
          <p:cNvSpPr/>
          <p:nvPr/>
        </p:nvSpPr>
        <p:spPr>
          <a:xfrm>
            <a:off x="3758627" y="7839470"/>
            <a:ext cx="1433943" cy="398317"/>
          </a:xfrm>
          <a:prstGeom prst="roundRect">
            <a:avLst/>
          </a:prstGeom>
          <a:solidFill>
            <a:srgbClr val="4F81BD"/>
          </a:solidFill>
          <a:ln w="25400" cap="flat" cmpd="sng" algn="ctr">
            <a:solidFill>
              <a:srgbClr val="4F81BD">
                <a:shade val="50000"/>
              </a:srgbClr>
            </a:solidFill>
            <a:prstDash val="solid"/>
          </a:ln>
          <a:effectLst/>
        </p:spPr>
        <p:txBody>
          <a:bodyPr rtlCol="0" anchor="ctr"/>
          <a:lstStyle/>
          <a:p>
            <a:pPr defTabSz="1011602" hangingPunct="1">
              <a:defRPr/>
            </a:pPr>
            <a:r>
              <a:rPr lang="en-US" sz="1991" kern="1200" dirty="0">
                <a:solidFill>
                  <a:prstClr val="white"/>
                </a:solidFill>
                <a:latin typeface="Calibri"/>
                <a:ea typeface="+mn-ea"/>
                <a:cs typeface="+mn-cs"/>
              </a:rPr>
              <a:t>repertoire1</a:t>
            </a:r>
          </a:p>
        </p:txBody>
      </p:sp>
      <p:sp>
        <p:nvSpPr>
          <p:cNvPr id="101" name="Rectangle à coins arrondis 100"/>
          <p:cNvSpPr/>
          <p:nvPr/>
        </p:nvSpPr>
        <p:spPr>
          <a:xfrm>
            <a:off x="5829878" y="7839470"/>
            <a:ext cx="1433943" cy="398317"/>
          </a:xfrm>
          <a:prstGeom prst="roundRect">
            <a:avLst/>
          </a:prstGeom>
          <a:solidFill>
            <a:srgbClr val="4F81BD"/>
          </a:solidFill>
          <a:ln w="25400" cap="flat" cmpd="sng" algn="ctr">
            <a:solidFill>
              <a:srgbClr val="4F81BD">
                <a:shade val="50000"/>
              </a:srgbClr>
            </a:solidFill>
            <a:prstDash val="solid"/>
          </a:ln>
          <a:effectLst/>
        </p:spPr>
        <p:txBody>
          <a:bodyPr rtlCol="0" anchor="ctr"/>
          <a:lstStyle/>
          <a:p>
            <a:pPr defTabSz="1011602" hangingPunct="1">
              <a:defRPr/>
            </a:pPr>
            <a:r>
              <a:rPr lang="en-US" sz="1991" kern="1200" dirty="0">
                <a:solidFill>
                  <a:prstClr val="white"/>
                </a:solidFill>
                <a:latin typeface="Calibri"/>
                <a:ea typeface="+mn-ea"/>
                <a:cs typeface="+mn-cs"/>
              </a:rPr>
              <a:t>repertoire2</a:t>
            </a:r>
          </a:p>
        </p:txBody>
      </p:sp>
      <p:sp>
        <p:nvSpPr>
          <p:cNvPr id="102" name="ZoneTexte 101"/>
          <p:cNvSpPr txBox="1"/>
          <p:nvPr/>
        </p:nvSpPr>
        <p:spPr>
          <a:xfrm>
            <a:off x="5274400" y="7759807"/>
            <a:ext cx="5889509" cy="413856"/>
          </a:xfrm>
          <a:prstGeom prst="rect">
            <a:avLst/>
          </a:prstGeom>
          <a:solidFill>
            <a:sysClr val="window" lastClr="FFFFFF"/>
          </a:solidFill>
        </p:spPr>
        <p:txBody>
          <a:bodyPr wrap="square" rtlCol="0">
            <a:spAutoFit/>
          </a:bodyPr>
          <a:lstStyle/>
          <a:p>
            <a:pPr algn="l" defTabSz="1011602" hangingPunct="1">
              <a:defRPr/>
            </a:pPr>
            <a:r>
              <a:rPr lang="fr-FR" sz="1991" b="1" kern="1200" dirty="0">
                <a:solidFill>
                  <a:prstClr val="black"/>
                </a:solidFill>
                <a:latin typeface="Calibri"/>
                <a:ea typeface="+mn-ea"/>
                <a:cs typeface="+mn-cs"/>
              </a:rPr>
              <a:t>[</a:t>
            </a:r>
            <a:r>
              <a:rPr lang="fr-FR" sz="1991" b="1" kern="1200" dirty="0" err="1">
                <a:solidFill>
                  <a:prstClr val="black"/>
                </a:solidFill>
                <a:latin typeface="Calibri"/>
                <a:ea typeface="+mn-ea"/>
                <a:cs typeface="+mn-cs"/>
              </a:rPr>
              <a:t>Mohamed@localhost</a:t>
            </a:r>
            <a:r>
              <a:rPr lang="fr-FR" sz="1991" b="1" kern="1200" dirty="0">
                <a:solidFill>
                  <a:prstClr val="black"/>
                </a:solidFill>
                <a:latin typeface="Calibri"/>
                <a:ea typeface="+mn-ea"/>
                <a:cs typeface="+mn-cs"/>
              </a:rPr>
              <a:t> ~/Documents/repertoire1]$</a:t>
            </a:r>
          </a:p>
        </p:txBody>
      </p:sp>
      <p:cxnSp>
        <p:nvCxnSpPr>
          <p:cNvPr id="103" name="Connecteur droit 102"/>
          <p:cNvCxnSpPr>
            <a:stCxn id="91" idx="2"/>
            <a:endCxn id="100" idx="0"/>
          </p:cNvCxnSpPr>
          <p:nvPr/>
        </p:nvCxnSpPr>
        <p:spPr>
          <a:xfrm flipH="1">
            <a:off x="4475598" y="7361489"/>
            <a:ext cx="1429305" cy="477981"/>
          </a:xfrm>
          <a:prstGeom prst="line">
            <a:avLst/>
          </a:prstGeom>
          <a:noFill/>
          <a:ln w="9525" cap="flat" cmpd="sng" algn="ctr">
            <a:solidFill>
              <a:srgbClr val="4F81BD">
                <a:shade val="95000"/>
                <a:satMod val="105000"/>
              </a:srgbClr>
            </a:solidFill>
            <a:prstDash val="solid"/>
          </a:ln>
          <a:effectLst/>
        </p:spPr>
      </p:cxnSp>
      <p:cxnSp>
        <p:nvCxnSpPr>
          <p:cNvPr id="104" name="Connecteur droit 103"/>
          <p:cNvCxnSpPr>
            <a:stCxn id="91" idx="2"/>
            <a:endCxn id="101" idx="0"/>
          </p:cNvCxnSpPr>
          <p:nvPr/>
        </p:nvCxnSpPr>
        <p:spPr>
          <a:xfrm>
            <a:off x="5904903" y="7361489"/>
            <a:ext cx="641945" cy="477981"/>
          </a:xfrm>
          <a:prstGeom prst="line">
            <a:avLst/>
          </a:prstGeom>
          <a:noFill/>
          <a:ln w="9525" cap="flat" cmpd="sng" algn="ctr">
            <a:solidFill>
              <a:srgbClr val="4F81BD">
                <a:shade val="95000"/>
                <a:satMod val="105000"/>
              </a:srgbClr>
            </a:solidFill>
            <a:prstDash val="solid"/>
          </a:ln>
          <a:effectLst/>
        </p:spPr>
      </p:cxnSp>
      <p:sp>
        <p:nvSpPr>
          <p:cNvPr id="105" name="ZoneTexte 104"/>
          <p:cNvSpPr txBox="1"/>
          <p:nvPr/>
        </p:nvSpPr>
        <p:spPr>
          <a:xfrm>
            <a:off x="7114522" y="3696969"/>
            <a:ext cx="4371461" cy="413856"/>
          </a:xfrm>
          <a:prstGeom prst="rect">
            <a:avLst/>
          </a:prstGeom>
          <a:solidFill>
            <a:sysClr val="window" lastClr="FFFFFF"/>
          </a:solidFill>
        </p:spPr>
        <p:txBody>
          <a:bodyPr wrap="square" rtlCol="0">
            <a:spAutoFit/>
          </a:bodyPr>
          <a:lstStyle/>
          <a:p>
            <a:pPr algn="l" defTabSz="1011602" hangingPunct="1">
              <a:defRPr/>
            </a:pPr>
            <a:r>
              <a:rPr lang="fr-FR" sz="1991" b="1" kern="1200" dirty="0">
                <a:solidFill>
                  <a:prstClr val="black"/>
                </a:solidFill>
                <a:latin typeface="Calibri"/>
                <a:ea typeface="+mn-ea"/>
                <a:cs typeface="+mn-cs"/>
              </a:rPr>
              <a:t>[</a:t>
            </a:r>
            <a:r>
              <a:rPr lang="fr-FR" sz="1991" b="1" kern="1200" dirty="0" err="1">
                <a:solidFill>
                  <a:prstClr val="black"/>
                </a:solidFill>
                <a:latin typeface="Calibri"/>
                <a:ea typeface="+mn-ea"/>
                <a:cs typeface="+mn-cs"/>
              </a:rPr>
              <a:t>Mohamed@localhost</a:t>
            </a:r>
            <a:r>
              <a:rPr lang="fr-FR" sz="1991" b="1" kern="1200" dirty="0">
                <a:solidFill>
                  <a:prstClr val="black"/>
                </a:solidFill>
                <a:latin typeface="Calibri"/>
                <a:ea typeface="+mn-ea"/>
                <a:cs typeface="+mn-cs"/>
              </a:rPr>
              <a:t> /]$</a:t>
            </a:r>
          </a:p>
        </p:txBody>
      </p:sp>
      <p:sp>
        <p:nvSpPr>
          <p:cNvPr id="106" name="ZoneTexte 105"/>
          <p:cNvSpPr txBox="1"/>
          <p:nvPr/>
        </p:nvSpPr>
        <p:spPr>
          <a:xfrm>
            <a:off x="2516804" y="4961305"/>
            <a:ext cx="5055640" cy="413856"/>
          </a:xfrm>
          <a:prstGeom prst="rect">
            <a:avLst/>
          </a:prstGeom>
          <a:solidFill>
            <a:sysClr val="window" lastClr="FFFFFF"/>
          </a:solidFill>
        </p:spPr>
        <p:txBody>
          <a:bodyPr wrap="square" rtlCol="0">
            <a:spAutoFit/>
          </a:bodyPr>
          <a:lstStyle/>
          <a:p>
            <a:pPr algn="r" defTabSz="1011602" hangingPunct="1">
              <a:defRPr/>
            </a:pPr>
            <a:r>
              <a:rPr lang="fr-FR" sz="1991" b="1" kern="1200" dirty="0">
                <a:solidFill>
                  <a:prstClr val="black"/>
                </a:solidFill>
                <a:latin typeface="Calibri"/>
                <a:ea typeface="+mn-ea"/>
                <a:cs typeface="+mn-cs"/>
              </a:rPr>
              <a:t>[</a:t>
            </a:r>
            <a:r>
              <a:rPr lang="fr-FR" sz="1991" b="1" kern="1200" dirty="0" err="1">
                <a:solidFill>
                  <a:prstClr val="black"/>
                </a:solidFill>
                <a:latin typeface="Calibri"/>
                <a:ea typeface="+mn-ea"/>
                <a:cs typeface="+mn-cs"/>
              </a:rPr>
              <a:t>Mohamed@localhost</a:t>
            </a:r>
            <a:r>
              <a:rPr lang="fr-FR" sz="1991" b="1" kern="1200" dirty="0">
                <a:solidFill>
                  <a:prstClr val="black"/>
                </a:solidFill>
                <a:latin typeface="Calibri"/>
                <a:ea typeface="+mn-ea"/>
                <a:cs typeface="+mn-cs"/>
              </a:rPr>
              <a:t> /home]$</a:t>
            </a:r>
          </a:p>
        </p:txBody>
      </p:sp>
      <p:sp>
        <p:nvSpPr>
          <p:cNvPr id="107" name="ZoneTexte 106"/>
          <p:cNvSpPr txBox="1"/>
          <p:nvPr/>
        </p:nvSpPr>
        <p:spPr>
          <a:xfrm>
            <a:off x="2580864" y="5967427"/>
            <a:ext cx="4603292" cy="413856"/>
          </a:xfrm>
          <a:prstGeom prst="rect">
            <a:avLst/>
          </a:prstGeom>
          <a:solidFill>
            <a:sysClr val="window" lastClr="FFFFFF"/>
          </a:solidFill>
        </p:spPr>
        <p:txBody>
          <a:bodyPr wrap="square" rtlCol="0">
            <a:spAutoFit/>
          </a:bodyPr>
          <a:lstStyle/>
          <a:p>
            <a:pPr algn="r" defTabSz="1011602" hangingPunct="1">
              <a:defRPr/>
            </a:pPr>
            <a:r>
              <a:rPr lang="fr-FR" sz="1991" b="1" kern="1200" dirty="0">
                <a:solidFill>
                  <a:prstClr val="black"/>
                </a:solidFill>
                <a:latin typeface="Calibri"/>
                <a:ea typeface="+mn-ea"/>
                <a:cs typeface="+mn-cs"/>
              </a:rPr>
              <a:t>[</a:t>
            </a:r>
            <a:r>
              <a:rPr lang="fr-FR" sz="1991" b="1" kern="1200" dirty="0" err="1">
                <a:solidFill>
                  <a:prstClr val="black"/>
                </a:solidFill>
                <a:latin typeface="Calibri"/>
                <a:ea typeface="+mn-ea"/>
                <a:cs typeface="+mn-cs"/>
              </a:rPr>
              <a:t>Mohamed@localhost</a:t>
            </a:r>
            <a:r>
              <a:rPr lang="fr-FR" sz="1991" b="1" kern="1200" dirty="0">
                <a:solidFill>
                  <a:prstClr val="black"/>
                </a:solidFill>
                <a:latin typeface="Calibri"/>
                <a:ea typeface="+mn-ea"/>
                <a:cs typeface="+mn-cs"/>
              </a:rPr>
              <a:t> /home/Salah]$</a:t>
            </a:r>
          </a:p>
        </p:txBody>
      </p:sp>
      <p:pic>
        <p:nvPicPr>
          <p:cNvPr id="108" name="Image 107"/>
          <p:cNvPicPr>
            <a:picLocks noChangeAspect="1"/>
          </p:cNvPicPr>
          <p:nvPr/>
        </p:nvPicPr>
        <p:blipFill>
          <a:blip r:embed="rId2">
            <a:clrChange>
              <a:clrFrom>
                <a:srgbClr val="FFFFFF"/>
              </a:clrFrom>
              <a:clrTo>
                <a:srgbClr val="FFFFFF">
                  <a:alpha val="0"/>
                </a:srgbClr>
              </a:clrTo>
            </a:clrChange>
          </a:blip>
          <a:stretch>
            <a:fillRect/>
          </a:stretch>
        </p:blipFill>
        <p:spPr>
          <a:xfrm>
            <a:off x="4859911" y="5557471"/>
            <a:ext cx="466177" cy="986647"/>
          </a:xfrm>
          <a:prstGeom prst="rect">
            <a:avLst/>
          </a:prstGeom>
        </p:spPr>
      </p:pic>
      <p:pic>
        <p:nvPicPr>
          <p:cNvPr id="109" name="Image 108"/>
          <p:cNvPicPr>
            <a:picLocks noChangeAspect="1"/>
          </p:cNvPicPr>
          <p:nvPr/>
        </p:nvPicPr>
        <p:blipFill>
          <a:blip r:embed="rId2">
            <a:clrChange>
              <a:clrFrom>
                <a:srgbClr val="FFFFFF"/>
              </a:clrFrom>
              <a:clrTo>
                <a:srgbClr val="FFFFFF">
                  <a:alpha val="0"/>
                </a:srgbClr>
              </a:clrTo>
            </a:clrChange>
          </a:blip>
          <a:stretch>
            <a:fillRect/>
          </a:stretch>
        </p:blipFill>
        <p:spPr>
          <a:xfrm>
            <a:off x="4806056" y="6485191"/>
            <a:ext cx="466177" cy="986647"/>
          </a:xfrm>
          <a:prstGeom prst="rect">
            <a:avLst/>
          </a:prstGeom>
        </p:spPr>
      </p:pic>
      <p:pic>
        <p:nvPicPr>
          <p:cNvPr id="110" name="Image 109"/>
          <p:cNvPicPr>
            <a:picLocks noChangeAspect="1"/>
          </p:cNvPicPr>
          <p:nvPr/>
        </p:nvPicPr>
        <p:blipFill>
          <a:blip r:embed="rId2">
            <a:clrChange>
              <a:clrFrom>
                <a:srgbClr val="FFFFFF"/>
              </a:clrFrom>
              <a:clrTo>
                <a:srgbClr val="FFFFFF">
                  <a:alpha val="0"/>
                </a:srgbClr>
              </a:clrTo>
            </a:clrChange>
          </a:blip>
          <a:stretch>
            <a:fillRect/>
          </a:stretch>
        </p:blipFill>
        <p:spPr>
          <a:xfrm>
            <a:off x="3372114" y="7330804"/>
            <a:ext cx="466177" cy="986647"/>
          </a:xfrm>
          <a:prstGeom prst="rect">
            <a:avLst/>
          </a:prstGeom>
        </p:spPr>
      </p:pic>
      <p:pic>
        <p:nvPicPr>
          <p:cNvPr id="111" name="Image 110"/>
          <p:cNvPicPr>
            <a:picLocks noChangeAspect="1"/>
          </p:cNvPicPr>
          <p:nvPr/>
        </p:nvPicPr>
        <p:blipFill>
          <a:blip r:embed="rId2">
            <a:clrChange>
              <a:clrFrom>
                <a:srgbClr val="FFFFFF"/>
              </a:clrFrom>
              <a:clrTo>
                <a:srgbClr val="FFFFFF">
                  <a:alpha val="0"/>
                </a:srgbClr>
              </a:clrTo>
            </a:clrChange>
          </a:blip>
          <a:stretch>
            <a:fillRect/>
          </a:stretch>
        </p:blipFill>
        <p:spPr>
          <a:xfrm>
            <a:off x="5594878" y="3242345"/>
            <a:ext cx="466177" cy="986647"/>
          </a:xfrm>
          <a:prstGeom prst="rect">
            <a:avLst/>
          </a:prstGeom>
        </p:spPr>
      </p:pic>
      <p:pic>
        <p:nvPicPr>
          <p:cNvPr id="112" name="Image 111"/>
          <p:cNvPicPr>
            <a:picLocks noChangeAspect="1"/>
          </p:cNvPicPr>
          <p:nvPr/>
        </p:nvPicPr>
        <p:blipFill>
          <a:blip r:embed="rId2">
            <a:clrChange>
              <a:clrFrom>
                <a:srgbClr val="FFFFFF"/>
              </a:clrFrom>
              <a:clrTo>
                <a:srgbClr val="FFFFFF">
                  <a:alpha val="0"/>
                </a:srgbClr>
              </a:clrTo>
            </a:clrChange>
          </a:blip>
          <a:stretch>
            <a:fillRect/>
          </a:stretch>
        </p:blipFill>
        <p:spPr>
          <a:xfrm>
            <a:off x="8792533" y="4529785"/>
            <a:ext cx="466177" cy="986647"/>
          </a:xfrm>
          <a:prstGeom prst="rect">
            <a:avLst/>
          </a:prstGeom>
        </p:spPr>
      </p:pic>
      <p:pic>
        <p:nvPicPr>
          <p:cNvPr id="113" name="Image 112"/>
          <p:cNvPicPr>
            <a:picLocks noChangeAspect="1"/>
          </p:cNvPicPr>
          <p:nvPr/>
        </p:nvPicPr>
        <p:blipFill>
          <a:blip r:embed="rId2">
            <a:clrChange>
              <a:clrFrom>
                <a:srgbClr val="FFFFFF"/>
              </a:clrFrom>
              <a:clrTo>
                <a:srgbClr val="FFFFFF">
                  <a:alpha val="0"/>
                </a:srgbClr>
              </a:clrTo>
            </a:clrChange>
          </a:blip>
          <a:stretch>
            <a:fillRect/>
          </a:stretch>
        </p:blipFill>
        <p:spPr>
          <a:xfrm>
            <a:off x="8789230" y="5578208"/>
            <a:ext cx="466177" cy="986647"/>
          </a:xfrm>
          <a:prstGeom prst="rect">
            <a:avLst/>
          </a:prstGeom>
        </p:spPr>
      </p:pic>
    </p:spTree>
  </p:cSld>
  <p:clrMapOvr>
    <a:masterClrMapping/>
  </p:clrMapOvr>
  <p:transition spd="med"/>
  <p:timing>
    <p:tnLst>
      <p:par>
        <p:cTn id="1" dur="indefinite" restart="never" fill="hold"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8"/>
                                        </p:tgtEl>
                                        <p:attrNameLst>
                                          <p:attrName>style.visibility</p:attrName>
                                        </p:attrNameLst>
                                      </p:cBhvr>
                                      <p:to>
                                        <p:strVal val="visible"/>
                                      </p:to>
                                    </p:set>
                                    <p:animEffect transition="in" filter="fade">
                                      <p:cBhvr>
                                        <p:cTn id="7" dur="500"/>
                                        <p:tgtEl>
                                          <p:spTgt spid="10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9"/>
                                        </p:tgtEl>
                                        <p:attrNameLst>
                                          <p:attrName>style.visibility</p:attrName>
                                        </p:attrNameLst>
                                      </p:cBhvr>
                                      <p:to>
                                        <p:strVal val="visible"/>
                                      </p:to>
                                    </p:set>
                                    <p:animEffect transition="in" filter="wipe(left)">
                                      <p:cBhvr>
                                        <p:cTn id="12" dur="500"/>
                                        <p:tgtEl>
                                          <p:spTgt spid="8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99"/>
                                        </p:tgtEl>
                                        <p:attrNameLst>
                                          <p:attrName>style.visibility</p:attrName>
                                        </p:attrNameLst>
                                      </p:cBhvr>
                                      <p:to>
                                        <p:strVal val="visible"/>
                                      </p:to>
                                    </p:set>
                                    <p:animEffect transition="in" filter="wipe(left)">
                                      <p:cBhvr>
                                        <p:cTn id="17" dur="500"/>
                                        <p:tgtEl>
                                          <p:spTgt spid="99"/>
                                        </p:tgtEl>
                                      </p:cBhvr>
                                    </p:animEffect>
                                  </p:childTnLst>
                                </p:cTn>
                              </p:par>
                              <p:par>
                                <p:cTn id="18" presetID="10" presetClass="entr" presetSubtype="0" fill="hold" nodeType="withEffect">
                                  <p:stCondLst>
                                    <p:cond delay="0"/>
                                  </p:stCondLst>
                                  <p:childTnLst>
                                    <p:set>
                                      <p:cBhvr>
                                        <p:cTn id="19" dur="1" fill="hold">
                                          <p:stCondLst>
                                            <p:cond delay="0"/>
                                          </p:stCondLst>
                                        </p:cTn>
                                        <p:tgtEl>
                                          <p:spTgt spid="109"/>
                                        </p:tgtEl>
                                        <p:attrNameLst>
                                          <p:attrName>style.visibility</p:attrName>
                                        </p:attrNameLst>
                                      </p:cBhvr>
                                      <p:to>
                                        <p:strVal val="visible"/>
                                      </p:to>
                                    </p:set>
                                    <p:animEffect transition="in" filter="fade">
                                      <p:cBhvr>
                                        <p:cTn id="20" dur="500"/>
                                        <p:tgtEl>
                                          <p:spTgt spid="109"/>
                                        </p:tgtEl>
                                      </p:cBhvr>
                                    </p:animEffect>
                                  </p:childTnLst>
                                </p:cTn>
                              </p:par>
                              <p:par>
                                <p:cTn id="21" presetID="1" presetClass="exit" presetSubtype="0" fill="hold" nodeType="withEffect">
                                  <p:stCondLst>
                                    <p:cond delay="0"/>
                                  </p:stCondLst>
                                  <p:childTnLst>
                                    <p:set>
                                      <p:cBhvr>
                                        <p:cTn id="22" dur="1" fill="hold">
                                          <p:stCondLst>
                                            <p:cond delay="0"/>
                                          </p:stCondLst>
                                        </p:cTn>
                                        <p:tgtEl>
                                          <p:spTgt spid="108"/>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grpId="1" nodeType="clickEffect">
                                  <p:stCondLst>
                                    <p:cond delay="0"/>
                                  </p:stCondLst>
                                  <p:childTnLst>
                                    <p:set>
                                      <p:cBhvr>
                                        <p:cTn id="26" dur="1" fill="hold">
                                          <p:stCondLst>
                                            <p:cond delay="0"/>
                                          </p:stCondLst>
                                        </p:cTn>
                                        <p:tgtEl>
                                          <p:spTgt spid="89"/>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102"/>
                                        </p:tgtEl>
                                        <p:attrNameLst>
                                          <p:attrName>style.visibility</p:attrName>
                                        </p:attrNameLst>
                                      </p:cBhvr>
                                      <p:to>
                                        <p:strVal val="visible"/>
                                      </p:to>
                                    </p:set>
                                    <p:animEffect transition="in" filter="wipe(left)">
                                      <p:cBhvr>
                                        <p:cTn id="31" dur="500"/>
                                        <p:tgtEl>
                                          <p:spTgt spid="102"/>
                                        </p:tgtEl>
                                      </p:cBhvr>
                                    </p:animEffect>
                                  </p:childTnLst>
                                </p:cTn>
                              </p:par>
                              <p:par>
                                <p:cTn id="32" presetID="10" presetClass="entr" presetSubtype="0" fill="hold" nodeType="withEffect">
                                  <p:stCondLst>
                                    <p:cond delay="0"/>
                                  </p:stCondLst>
                                  <p:childTnLst>
                                    <p:set>
                                      <p:cBhvr>
                                        <p:cTn id="33" dur="1" fill="hold">
                                          <p:stCondLst>
                                            <p:cond delay="0"/>
                                          </p:stCondLst>
                                        </p:cTn>
                                        <p:tgtEl>
                                          <p:spTgt spid="110"/>
                                        </p:tgtEl>
                                        <p:attrNameLst>
                                          <p:attrName>style.visibility</p:attrName>
                                        </p:attrNameLst>
                                      </p:cBhvr>
                                      <p:to>
                                        <p:strVal val="visible"/>
                                      </p:to>
                                    </p:set>
                                    <p:animEffect transition="in" filter="fade">
                                      <p:cBhvr>
                                        <p:cTn id="34" dur="500"/>
                                        <p:tgtEl>
                                          <p:spTgt spid="110"/>
                                        </p:tgtEl>
                                      </p:cBhvr>
                                    </p:animEffect>
                                  </p:childTnLst>
                                </p:cTn>
                              </p:par>
                              <p:par>
                                <p:cTn id="35" presetID="1" presetClass="exit" presetSubtype="0" fill="hold" nodeType="withEffect">
                                  <p:stCondLst>
                                    <p:cond delay="0"/>
                                  </p:stCondLst>
                                  <p:childTnLst>
                                    <p:set>
                                      <p:cBhvr>
                                        <p:cTn id="36" dur="1" fill="hold">
                                          <p:stCondLst>
                                            <p:cond delay="0"/>
                                          </p:stCondLst>
                                        </p:cTn>
                                        <p:tgtEl>
                                          <p:spTgt spid="109"/>
                                        </p:tgtEl>
                                        <p:attrNameLst>
                                          <p:attrName>style.visibility</p:attrName>
                                        </p:attrNameLst>
                                      </p:cBhvr>
                                      <p:to>
                                        <p:strVal val="hidden"/>
                                      </p:to>
                                    </p:set>
                                  </p:childTnLst>
                                </p:cTn>
                              </p:par>
                            </p:childTnLst>
                          </p:cTn>
                        </p:par>
                      </p:childTnLst>
                    </p:cTn>
                  </p:par>
                  <p:par>
                    <p:cTn id="37" fill="hold">
                      <p:stCondLst>
                        <p:cond delay="indefinite"/>
                      </p:stCondLst>
                      <p:childTnLst>
                        <p:par>
                          <p:cTn id="38" fill="hold">
                            <p:stCondLst>
                              <p:cond delay="0"/>
                            </p:stCondLst>
                            <p:childTnLst>
                              <p:par>
                                <p:cTn id="39" presetID="1" presetClass="exit" presetSubtype="0" fill="hold" grpId="1" nodeType="clickEffect">
                                  <p:stCondLst>
                                    <p:cond delay="0"/>
                                  </p:stCondLst>
                                  <p:childTnLst>
                                    <p:set>
                                      <p:cBhvr>
                                        <p:cTn id="40" dur="1" fill="hold">
                                          <p:stCondLst>
                                            <p:cond delay="0"/>
                                          </p:stCondLst>
                                        </p:cTn>
                                        <p:tgtEl>
                                          <p:spTgt spid="99"/>
                                        </p:tgtEl>
                                        <p:attrNameLst>
                                          <p:attrName>style.visibility</p:attrName>
                                        </p:attrNameLst>
                                      </p:cBhvr>
                                      <p:to>
                                        <p:strVal val="hidden"/>
                                      </p:to>
                                    </p:set>
                                  </p:childTnLst>
                                </p:cTn>
                              </p:par>
                            </p:childTnLst>
                          </p:cTn>
                        </p:par>
                      </p:childTnLst>
                    </p:cTn>
                  </p:par>
                  <p:par>
                    <p:cTn id="41" fill="hold">
                      <p:stCondLst>
                        <p:cond delay="indefinite"/>
                      </p:stCondLst>
                      <p:childTnLst>
                        <p:par>
                          <p:cTn id="42" fill="hold">
                            <p:stCondLst>
                              <p:cond delay="0"/>
                            </p:stCondLst>
                            <p:childTnLst>
                              <p:par>
                                <p:cTn id="43" presetID="1" presetClass="exit" presetSubtype="0" fill="hold" grpId="1" nodeType="clickEffect">
                                  <p:stCondLst>
                                    <p:cond delay="0"/>
                                  </p:stCondLst>
                                  <p:childTnLst>
                                    <p:set>
                                      <p:cBhvr>
                                        <p:cTn id="44" dur="1" fill="hold">
                                          <p:stCondLst>
                                            <p:cond delay="0"/>
                                          </p:stCondLst>
                                        </p:cTn>
                                        <p:tgtEl>
                                          <p:spTgt spid="102"/>
                                        </p:tgtEl>
                                        <p:attrNameLst>
                                          <p:attrName>style.visibility</p:attrName>
                                        </p:attrNameLst>
                                      </p:cBhvr>
                                      <p:to>
                                        <p:strVal val="hidden"/>
                                      </p:to>
                                    </p:set>
                                  </p:childTnLst>
                                </p:cTn>
                              </p:par>
                              <p:par>
                                <p:cTn id="45" presetID="1" presetClass="exit" presetSubtype="0" fill="hold" nodeType="withEffect">
                                  <p:stCondLst>
                                    <p:cond delay="0"/>
                                  </p:stCondLst>
                                  <p:childTnLst>
                                    <p:set>
                                      <p:cBhvr>
                                        <p:cTn id="46" dur="1" fill="hold">
                                          <p:stCondLst>
                                            <p:cond delay="0"/>
                                          </p:stCondLst>
                                        </p:cTn>
                                        <p:tgtEl>
                                          <p:spTgt spid="110"/>
                                        </p:tgtEl>
                                        <p:attrNameLst>
                                          <p:attrName>style.visibility</p:attrName>
                                        </p:attrNameLst>
                                      </p:cBhvr>
                                      <p:to>
                                        <p:strVal val="hidden"/>
                                      </p:to>
                                    </p:se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105"/>
                                        </p:tgtEl>
                                        <p:attrNameLst>
                                          <p:attrName>style.visibility</p:attrName>
                                        </p:attrNameLst>
                                      </p:cBhvr>
                                      <p:to>
                                        <p:strVal val="visible"/>
                                      </p:to>
                                    </p:set>
                                    <p:animEffect transition="in" filter="wipe(left)">
                                      <p:cBhvr>
                                        <p:cTn id="51" dur="500"/>
                                        <p:tgtEl>
                                          <p:spTgt spid="105"/>
                                        </p:tgtEl>
                                      </p:cBhvr>
                                    </p:animEffect>
                                  </p:childTnLst>
                                </p:cTn>
                              </p:par>
                              <p:par>
                                <p:cTn id="52" presetID="10" presetClass="entr" presetSubtype="0" fill="hold" nodeType="withEffect">
                                  <p:stCondLst>
                                    <p:cond delay="0"/>
                                  </p:stCondLst>
                                  <p:childTnLst>
                                    <p:set>
                                      <p:cBhvr>
                                        <p:cTn id="53" dur="1" fill="hold">
                                          <p:stCondLst>
                                            <p:cond delay="0"/>
                                          </p:stCondLst>
                                        </p:cTn>
                                        <p:tgtEl>
                                          <p:spTgt spid="111"/>
                                        </p:tgtEl>
                                        <p:attrNameLst>
                                          <p:attrName>style.visibility</p:attrName>
                                        </p:attrNameLst>
                                      </p:cBhvr>
                                      <p:to>
                                        <p:strVal val="visible"/>
                                      </p:to>
                                    </p:set>
                                    <p:animEffect transition="in" filter="fade">
                                      <p:cBhvr>
                                        <p:cTn id="54" dur="500"/>
                                        <p:tgtEl>
                                          <p:spTgt spid="111"/>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8" fill="hold" grpId="0" nodeType="clickEffect">
                                  <p:stCondLst>
                                    <p:cond delay="0"/>
                                  </p:stCondLst>
                                  <p:childTnLst>
                                    <p:set>
                                      <p:cBhvr>
                                        <p:cTn id="58" dur="1" fill="hold">
                                          <p:stCondLst>
                                            <p:cond delay="0"/>
                                          </p:stCondLst>
                                        </p:cTn>
                                        <p:tgtEl>
                                          <p:spTgt spid="106"/>
                                        </p:tgtEl>
                                        <p:attrNameLst>
                                          <p:attrName>style.visibility</p:attrName>
                                        </p:attrNameLst>
                                      </p:cBhvr>
                                      <p:to>
                                        <p:strVal val="visible"/>
                                      </p:to>
                                    </p:set>
                                    <p:animEffect transition="in" filter="wipe(left)">
                                      <p:cBhvr>
                                        <p:cTn id="59" dur="500"/>
                                        <p:tgtEl>
                                          <p:spTgt spid="106"/>
                                        </p:tgtEl>
                                      </p:cBhvr>
                                    </p:animEffect>
                                  </p:childTnLst>
                                </p:cTn>
                              </p:par>
                              <p:par>
                                <p:cTn id="60" presetID="10" presetClass="entr" presetSubtype="0" fill="hold" nodeType="withEffect">
                                  <p:stCondLst>
                                    <p:cond delay="0"/>
                                  </p:stCondLst>
                                  <p:childTnLst>
                                    <p:set>
                                      <p:cBhvr>
                                        <p:cTn id="61" dur="1" fill="hold">
                                          <p:stCondLst>
                                            <p:cond delay="0"/>
                                          </p:stCondLst>
                                        </p:cTn>
                                        <p:tgtEl>
                                          <p:spTgt spid="112"/>
                                        </p:tgtEl>
                                        <p:attrNameLst>
                                          <p:attrName>style.visibility</p:attrName>
                                        </p:attrNameLst>
                                      </p:cBhvr>
                                      <p:to>
                                        <p:strVal val="visible"/>
                                      </p:to>
                                    </p:set>
                                    <p:animEffect transition="in" filter="fade">
                                      <p:cBhvr>
                                        <p:cTn id="62" dur="500"/>
                                        <p:tgtEl>
                                          <p:spTgt spid="112"/>
                                        </p:tgtEl>
                                      </p:cBhvr>
                                    </p:animEffect>
                                  </p:childTnLst>
                                </p:cTn>
                              </p:par>
                              <p:par>
                                <p:cTn id="63" presetID="1" presetClass="exit" presetSubtype="0" fill="hold" nodeType="withEffect">
                                  <p:stCondLst>
                                    <p:cond delay="0"/>
                                  </p:stCondLst>
                                  <p:childTnLst>
                                    <p:set>
                                      <p:cBhvr>
                                        <p:cTn id="64" dur="1" fill="hold">
                                          <p:stCondLst>
                                            <p:cond delay="0"/>
                                          </p:stCondLst>
                                        </p:cTn>
                                        <p:tgtEl>
                                          <p:spTgt spid="111"/>
                                        </p:tgtEl>
                                        <p:attrNameLst>
                                          <p:attrName>style.visibility</p:attrName>
                                        </p:attrNameLst>
                                      </p:cBhvr>
                                      <p:to>
                                        <p:strVal val="hidden"/>
                                      </p:to>
                                    </p:set>
                                  </p:childTnLst>
                                </p:cTn>
                              </p:par>
                            </p:childTnLst>
                          </p:cTn>
                        </p:par>
                      </p:childTnLst>
                    </p:cTn>
                  </p:par>
                  <p:par>
                    <p:cTn id="65" fill="hold">
                      <p:stCondLst>
                        <p:cond delay="indefinite"/>
                      </p:stCondLst>
                      <p:childTnLst>
                        <p:par>
                          <p:cTn id="66" fill="hold">
                            <p:stCondLst>
                              <p:cond delay="0"/>
                            </p:stCondLst>
                            <p:childTnLst>
                              <p:par>
                                <p:cTn id="67" presetID="1" presetClass="exit" presetSubtype="0" fill="hold" grpId="1" nodeType="clickEffect">
                                  <p:stCondLst>
                                    <p:cond delay="0"/>
                                  </p:stCondLst>
                                  <p:childTnLst>
                                    <p:set>
                                      <p:cBhvr>
                                        <p:cTn id="68" dur="1" fill="hold">
                                          <p:stCondLst>
                                            <p:cond delay="0"/>
                                          </p:stCondLst>
                                        </p:cTn>
                                        <p:tgtEl>
                                          <p:spTgt spid="105"/>
                                        </p:tgtEl>
                                        <p:attrNameLst>
                                          <p:attrName>style.visibility</p:attrName>
                                        </p:attrNameLst>
                                      </p:cBhvr>
                                      <p:to>
                                        <p:strVal val="hidden"/>
                                      </p:to>
                                    </p:set>
                                  </p:childTnLst>
                                </p:cTn>
                              </p:par>
                            </p:childTnLst>
                          </p:cTn>
                        </p:par>
                      </p:childTnLst>
                    </p:cTn>
                  </p:par>
                  <p:par>
                    <p:cTn id="69" fill="hold">
                      <p:stCondLst>
                        <p:cond delay="indefinite"/>
                      </p:stCondLst>
                      <p:childTnLst>
                        <p:par>
                          <p:cTn id="70" fill="hold">
                            <p:stCondLst>
                              <p:cond delay="0"/>
                            </p:stCondLst>
                            <p:childTnLst>
                              <p:par>
                                <p:cTn id="71" presetID="22" presetClass="entr" presetSubtype="8" fill="hold" grpId="0" nodeType="clickEffect">
                                  <p:stCondLst>
                                    <p:cond delay="0"/>
                                  </p:stCondLst>
                                  <p:childTnLst>
                                    <p:set>
                                      <p:cBhvr>
                                        <p:cTn id="72" dur="1" fill="hold">
                                          <p:stCondLst>
                                            <p:cond delay="0"/>
                                          </p:stCondLst>
                                        </p:cTn>
                                        <p:tgtEl>
                                          <p:spTgt spid="107"/>
                                        </p:tgtEl>
                                        <p:attrNameLst>
                                          <p:attrName>style.visibility</p:attrName>
                                        </p:attrNameLst>
                                      </p:cBhvr>
                                      <p:to>
                                        <p:strVal val="visible"/>
                                      </p:to>
                                    </p:set>
                                    <p:animEffect transition="in" filter="wipe(left)">
                                      <p:cBhvr>
                                        <p:cTn id="73" dur="500"/>
                                        <p:tgtEl>
                                          <p:spTgt spid="107"/>
                                        </p:tgtEl>
                                      </p:cBhvr>
                                    </p:animEffect>
                                  </p:childTnLst>
                                </p:cTn>
                              </p:par>
                              <p:par>
                                <p:cTn id="74" presetID="10" presetClass="entr" presetSubtype="0" fill="hold" nodeType="withEffect">
                                  <p:stCondLst>
                                    <p:cond delay="0"/>
                                  </p:stCondLst>
                                  <p:childTnLst>
                                    <p:set>
                                      <p:cBhvr>
                                        <p:cTn id="75" dur="1" fill="hold">
                                          <p:stCondLst>
                                            <p:cond delay="0"/>
                                          </p:stCondLst>
                                        </p:cTn>
                                        <p:tgtEl>
                                          <p:spTgt spid="113"/>
                                        </p:tgtEl>
                                        <p:attrNameLst>
                                          <p:attrName>style.visibility</p:attrName>
                                        </p:attrNameLst>
                                      </p:cBhvr>
                                      <p:to>
                                        <p:strVal val="visible"/>
                                      </p:to>
                                    </p:set>
                                    <p:animEffect transition="in" filter="fade">
                                      <p:cBhvr>
                                        <p:cTn id="76" dur="500"/>
                                        <p:tgtEl>
                                          <p:spTgt spid="113"/>
                                        </p:tgtEl>
                                      </p:cBhvr>
                                    </p:animEffect>
                                  </p:childTnLst>
                                </p:cTn>
                              </p:par>
                              <p:par>
                                <p:cTn id="77" presetID="1" presetClass="exit" presetSubtype="0" fill="hold" nodeType="withEffect">
                                  <p:stCondLst>
                                    <p:cond delay="0"/>
                                  </p:stCondLst>
                                  <p:childTnLst>
                                    <p:set>
                                      <p:cBhvr>
                                        <p:cTn id="78" dur="1" fill="hold">
                                          <p:stCondLst>
                                            <p:cond delay="0"/>
                                          </p:stCondLst>
                                        </p:cTn>
                                        <p:tgtEl>
                                          <p:spTgt spid="112"/>
                                        </p:tgtEl>
                                        <p:attrNameLst>
                                          <p:attrName>style.visibility</p:attrName>
                                        </p:attrNameLst>
                                      </p:cBhvr>
                                      <p:to>
                                        <p:strVal val="hidden"/>
                                      </p:to>
                                    </p:set>
                                  </p:childTnLst>
                                </p:cTn>
                              </p:par>
                            </p:childTnLst>
                          </p:cTn>
                        </p:par>
                      </p:childTnLst>
                    </p:cTn>
                  </p:par>
                  <p:par>
                    <p:cTn id="79" fill="hold">
                      <p:stCondLst>
                        <p:cond delay="indefinite"/>
                      </p:stCondLst>
                      <p:childTnLst>
                        <p:par>
                          <p:cTn id="80" fill="hold">
                            <p:stCondLst>
                              <p:cond delay="0"/>
                            </p:stCondLst>
                            <p:childTnLst>
                              <p:par>
                                <p:cTn id="81" presetID="1" presetClass="exit" presetSubtype="0" fill="hold" grpId="1" nodeType="clickEffect">
                                  <p:stCondLst>
                                    <p:cond delay="0"/>
                                  </p:stCondLst>
                                  <p:childTnLst>
                                    <p:set>
                                      <p:cBhvr>
                                        <p:cTn id="82" dur="1" fill="hold">
                                          <p:stCondLst>
                                            <p:cond delay="0"/>
                                          </p:stCondLst>
                                        </p:cTn>
                                        <p:tgtEl>
                                          <p:spTgt spid="106"/>
                                        </p:tgtEl>
                                        <p:attrNameLst>
                                          <p:attrName>style.visibility</p:attrName>
                                        </p:attrNameLst>
                                      </p:cBhvr>
                                      <p:to>
                                        <p:strVal val="hidden"/>
                                      </p:to>
                                    </p:set>
                                  </p:childTnLst>
                                </p:cTn>
                              </p:par>
                            </p:childTnLst>
                          </p:cTn>
                        </p:par>
                      </p:childTnLst>
                    </p:cTn>
                  </p:par>
                  <p:par>
                    <p:cTn id="83" fill="hold">
                      <p:stCondLst>
                        <p:cond delay="indefinite"/>
                      </p:stCondLst>
                      <p:childTnLst>
                        <p:par>
                          <p:cTn id="84" fill="hold">
                            <p:stCondLst>
                              <p:cond delay="0"/>
                            </p:stCondLst>
                            <p:childTnLst>
                              <p:par>
                                <p:cTn id="85" presetID="1" presetClass="exit" presetSubtype="0" fill="hold" grpId="1" nodeType="clickEffect">
                                  <p:stCondLst>
                                    <p:cond delay="0"/>
                                  </p:stCondLst>
                                  <p:childTnLst>
                                    <p:set>
                                      <p:cBhvr>
                                        <p:cTn id="86" dur="1" fill="hold">
                                          <p:stCondLst>
                                            <p:cond delay="0"/>
                                          </p:stCondLst>
                                        </p:cTn>
                                        <p:tgtEl>
                                          <p:spTgt spid="107"/>
                                        </p:tgtEl>
                                        <p:attrNameLst>
                                          <p:attrName>style.visibility</p:attrName>
                                        </p:attrNameLst>
                                      </p:cBhvr>
                                      <p:to>
                                        <p:strVal val="hidden"/>
                                      </p:to>
                                    </p:set>
                                  </p:childTnLst>
                                </p:cTn>
                              </p:par>
                              <p:par>
                                <p:cTn id="87" presetID="1" presetClass="exit" presetSubtype="0" fill="hold" nodeType="withEffect">
                                  <p:stCondLst>
                                    <p:cond delay="0"/>
                                  </p:stCondLst>
                                  <p:childTnLst>
                                    <p:set>
                                      <p:cBhvr>
                                        <p:cTn id="88" dur="1" fill="hold">
                                          <p:stCondLst>
                                            <p:cond delay="0"/>
                                          </p:stCondLst>
                                        </p:cTn>
                                        <p:tgtEl>
                                          <p:spTgt spid="11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 grpId="0" animBg="1"/>
      <p:bldP spid="89" grpId="1" animBg="1"/>
      <p:bldP spid="99" grpId="0" animBg="1"/>
      <p:bldP spid="99" grpId="1" animBg="1"/>
      <p:bldP spid="102" grpId="0" animBg="1"/>
      <p:bldP spid="102" grpId="1" animBg="1"/>
      <p:bldP spid="105" grpId="0" animBg="1"/>
      <p:bldP spid="105" grpId="1" animBg="1"/>
      <p:bldP spid="106" grpId="0" animBg="1"/>
      <p:bldP spid="106" grpId="1" animBg="1"/>
      <p:bldP spid="107" grpId="0" animBg="1"/>
      <p:bldP spid="107" grpId="1" animBg="1"/>
    </p:bldLst>
  </p:timing>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90" name="Manipulation des Fichiers &amp; Répertoires : FHS"/>
          <p:cNvSpPr txBox="1">
            <a:spLocks noGrp="1"/>
          </p:cNvSpPr>
          <p:nvPr>
            <p:ph type="title"/>
          </p:nvPr>
        </p:nvSpPr>
        <p:spPr>
          <a:prstGeom prst="rect">
            <a:avLst/>
          </a:prstGeom>
        </p:spPr>
        <p:txBody>
          <a:bodyPr>
            <a:normAutofit fontScale="90000"/>
          </a:bodyPr>
          <a:lstStyle>
            <a:lvl1pPr defTabSz="502412">
              <a:spcBef>
                <a:spcPts val="1300"/>
              </a:spcBef>
              <a:defRPr sz="5160"/>
            </a:lvl1pPr>
          </a:lstStyle>
          <a:p>
            <a:r>
              <a:t>Manipulation des Fichiers &amp; Répertoires : FHS  </a:t>
            </a:r>
          </a:p>
        </p:txBody>
      </p:sp>
      <p:sp>
        <p:nvSpPr>
          <p:cNvPr id="391" name="Espace réservé du numéro de diapositive 1"/>
          <p:cNvSpPr txBox="1">
            <a:spLocks noGrp="1"/>
          </p:cNvSpPr>
          <p:nvPr>
            <p:ph type="sldNum" sz="quarter" idx="2"/>
          </p:nvPr>
        </p:nvSpPr>
        <p:spPr>
          <a:xfrm>
            <a:off x="7029966" y="10265453"/>
            <a:ext cx="362740" cy="412859"/>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30</a:t>
            </a:fld>
            <a:endParaRPr/>
          </a:p>
        </p:txBody>
      </p:sp>
      <p:sp>
        <p:nvSpPr>
          <p:cNvPr id="62" name="Rectangle à coins arrondis 61"/>
          <p:cNvSpPr/>
          <p:nvPr/>
        </p:nvSpPr>
        <p:spPr>
          <a:xfrm>
            <a:off x="6421728" y="3780337"/>
            <a:ext cx="1032454" cy="477981"/>
          </a:xfrm>
          <a:prstGeom prst="roundRect">
            <a:avLst/>
          </a:prstGeom>
          <a:gradFill rotWithShape="1">
            <a:gsLst>
              <a:gs pos="0">
                <a:srgbClr val="F79646">
                  <a:tint val="50000"/>
                  <a:satMod val="300000"/>
                </a:srgbClr>
              </a:gs>
              <a:gs pos="35000">
                <a:srgbClr val="F79646">
                  <a:tint val="37000"/>
                  <a:satMod val="300000"/>
                </a:srgbClr>
              </a:gs>
              <a:gs pos="100000">
                <a:srgbClr val="F79646">
                  <a:tint val="15000"/>
                  <a:satMod val="350000"/>
                </a:srgbClr>
              </a:gs>
            </a:gsLst>
            <a:lin ang="16200000" scaled="1"/>
          </a:gradFill>
          <a:ln w="9525" cap="flat" cmpd="sng" algn="ctr">
            <a:solidFill>
              <a:srgbClr val="F79646">
                <a:shade val="95000"/>
                <a:satMod val="105000"/>
              </a:srgbClr>
            </a:solidFill>
            <a:prstDash val="solid"/>
          </a:ln>
          <a:effectLst>
            <a:outerShdw blurRad="40000" dist="20000" dir="5400000" rotWithShape="0">
              <a:srgbClr val="000000">
                <a:alpha val="38000"/>
              </a:srgbClr>
            </a:outerShdw>
          </a:effectLst>
        </p:spPr>
        <p:txBody>
          <a:bodyPr rtlCol="0" anchor="ctr"/>
          <a:lstStyle/>
          <a:p>
            <a:pPr defTabSz="1011602" hangingPunct="1">
              <a:defRPr/>
            </a:pPr>
            <a:r>
              <a:rPr lang="fr-FR" sz="1991" kern="1200" dirty="0">
                <a:solidFill>
                  <a:prstClr val="black"/>
                </a:solidFill>
                <a:latin typeface="Calibri"/>
                <a:ea typeface="+mn-ea"/>
                <a:cs typeface="+mn-cs"/>
              </a:rPr>
              <a:t>/</a:t>
            </a:r>
            <a:endParaRPr lang="en-US" sz="1991" kern="1200" dirty="0">
              <a:solidFill>
                <a:prstClr val="black"/>
              </a:solidFill>
              <a:latin typeface="Calibri"/>
              <a:ea typeface="+mn-ea"/>
              <a:cs typeface="+mn-cs"/>
            </a:endParaRPr>
          </a:p>
        </p:txBody>
      </p:sp>
      <p:sp>
        <p:nvSpPr>
          <p:cNvPr id="63" name="Rectangle à coins arrondis 62"/>
          <p:cNvSpPr/>
          <p:nvPr/>
        </p:nvSpPr>
        <p:spPr>
          <a:xfrm>
            <a:off x="8094661" y="5054952"/>
            <a:ext cx="1194952" cy="398317"/>
          </a:xfrm>
          <a:prstGeom prst="roundRect">
            <a:avLst/>
          </a:prstGeom>
          <a:solidFill>
            <a:srgbClr val="4F81BD"/>
          </a:solidFill>
          <a:ln w="25400" cap="flat" cmpd="sng" algn="ctr">
            <a:solidFill>
              <a:srgbClr val="4F81BD">
                <a:shade val="50000"/>
              </a:srgbClr>
            </a:solidFill>
            <a:prstDash val="solid"/>
          </a:ln>
          <a:effectLst/>
        </p:spPr>
        <p:txBody>
          <a:bodyPr rtlCol="0" anchor="ctr"/>
          <a:lstStyle/>
          <a:p>
            <a:pPr defTabSz="1011602" hangingPunct="1">
              <a:defRPr/>
            </a:pPr>
            <a:r>
              <a:rPr lang="fr-FR" sz="1991" kern="1200" dirty="0">
                <a:solidFill>
                  <a:prstClr val="white"/>
                </a:solidFill>
                <a:latin typeface="Calibri"/>
                <a:ea typeface="+mn-ea"/>
                <a:cs typeface="+mn-cs"/>
              </a:rPr>
              <a:t>home</a:t>
            </a:r>
            <a:endParaRPr lang="en-US" sz="1991" kern="1200" dirty="0">
              <a:solidFill>
                <a:prstClr val="white"/>
              </a:solidFill>
              <a:latin typeface="Calibri"/>
              <a:ea typeface="+mn-ea"/>
              <a:cs typeface="+mn-cs"/>
            </a:endParaRPr>
          </a:p>
        </p:txBody>
      </p:sp>
      <p:sp>
        <p:nvSpPr>
          <p:cNvPr id="64" name="Rectangle à coins arrondis 63"/>
          <p:cNvSpPr/>
          <p:nvPr/>
        </p:nvSpPr>
        <p:spPr>
          <a:xfrm>
            <a:off x="9926920" y="5054952"/>
            <a:ext cx="1194952" cy="398317"/>
          </a:xfrm>
          <a:prstGeom prst="roundRect">
            <a:avLst/>
          </a:prstGeom>
          <a:solidFill>
            <a:srgbClr val="4F81BD"/>
          </a:solidFill>
          <a:ln w="25400" cap="flat" cmpd="sng" algn="ctr">
            <a:solidFill>
              <a:srgbClr val="4F81BD">
                <a:shade val="50000"/>
              </a:srgbClr>
            </a:solidFill>
            <a:prstDash val="solid"/>
          </a:ln>
          <a:effectLst/>
        </p:spPr>
        <p:txBody>
          <a:bodyPr rtlCol="0" anchor="ctr"/>
          <a:lstStyle/>
          <a:p>
            <a:pPr defTabSz="1011602" hangingPunct="1">
              <a:defRPr/>
            </a:pPr>
            <a:r>
              <a:rPr lang="fr-FR" sz="1991" kern="1200" dirty="0" err="1">
                <a:solidFill>
                  <a:prstClr val="white"/>
                </a:solidFill>
                <a:latin typeface="Calibri"/>
                <a:ea typeface="+mn-ea"/>
                <a:cs typeface="+mn-cs"/>
              </a:rPr>
              <a:t>mnt</a:t>
            </a:r>
            <a:endParaRPr lang="en-US" sz="1991" kern="1200" dirty="0">
              <a:solidFill>
                <a:prstClr val="white"/>
              </a:solidFill>
              <a:latin typeface="Calibri"/>
              <a:ea typeface="+mn-ea"/>
              <a:cs typeface="+mn-cs"/>
            </a:endParaRPr>
          </a:p>
        </p:txBody>
      </p:sp>
      <p:sp>
        <p:nvSpPr>
          <p:cNvPr id="65" name="Rectangle à coins arrondis 64"/>
          <p:cNvSpPr/>
          <p:nvPr/>
        </p:nvSpPr>
        <p:spPr>
          <a:xfrm>
            <a:off x="6182737" y="5054952"/>
            <a:ext cx="1194952" cy="398317"/>
          </a:xfrm>
          <a:prstGeom prst="roundRect">
            <a:avLst/>
          </a:prstGeom>
          <a:solidFill>
            <a:srgbClr val="4F81BD"/>
          </a:solidFill>
          <a:ln w="25400" cap="flat" cmpd="sng" algn="ctr">
            <a:solidFill>
              <a:srgbClr val="4F81BD">
                <a:shade val="50000"/>
              </a:srgbClr>
            </a:solidFill>
            <a:prstDash val="solid"/>
          </a:ln>
          <a:effectLst/>
        </p:spPr>
        <p:txBody>
          <a:bodyPr rtlCol="0" anchor="ctr"/>
          <a:lstStyle/>
          <a:p>
            <a:pPr defTabSz="1011602" hangingPunct="1">
              <a:defRPr/>
            </a:pPr>
            <a:r>
              <a:rPr lang="fr-FR" sz="1991" kern="1200" dirty="0" err="1">
                <a:solidFill>
                  <a:prstClr val="white"/>
                </a:solidFill>
                <a:latin typeface="Calibri"/>
                <a:ea typeface="+mn-ea"/>
                <a:cs typeface="+mn-cs"/>
              </a:rPr>
              <a:t>etc</a:t>
            </a:r>
            <a:endParaRPr lang="en-US" sz="1991" kern="1200" dirty="0">
              <a:solidFill>
                <a:prstClr val="white"/>
              </a:solidFill>
              <a:latin typeface="Calibri"/>
              <a:ea typeface="+mn-ea"/>
              <a:cs typeface="+mn-cs"/>
            </a:endParaRPr>
          </a:p>
        </p:txBody>
      </p:sp>
      <p:sp>
        <p:nvSpPr>
          <p:cNvPr id="66" name="Rectangle à coins arrondis 65"/>
          <p:cNvSpPr/>
          <p:nvPr/>
        </p:nvSpPr>
        <p:spPr>
          <a:xfrm>
            <a:off x="2996198" y="5054952"/>
            <a:ext cx="1194952" cy="398317"/>
          </a:xfrm>
          <a:prstGeom prst="roundRect">
            <a:avLst/>
          </a:prstGeom>
          <a:solidFill>
            <a:srgbClr val="4F81BD"/>
          </a:solidFill>
          <a:ln w="25400" cap="flat" cmpd="sng" algn="ctr">
            <a:solidFill>
              <a:srgbClr val="4F81BD">
                <a:shade val="50000"/>
              </a:srgbClr>
            </a:solidFill>
            <a:prstDash val="solid"/>
          </a:ln>
          <a:effectLst/>
        </p:spPr>
        <p:txBody>
          <a:bodyPr rtlCol="0" anchor="ctr"/>
          <a:lstStyle/>
          <a:p>
            <a:pPr defTabSz="1011602" hangingPunct="1">
              <a:defRPr/>
            </a:pPr>
            <a:r>
              <a:rPr lang="fr-FR" sz="1991" kern="1200" dirty="0">
                <a:solidFill>
                  <a:prstClr val="white"/>
                </a:solidFill>
                <a:latin typeface="Calibri"/>
                <a:ea typeface="+mn-ea"/>
                <a:cs typeface="+mn-cs"/>
              </a:rPr>
              <a:t>bin</a:t>
            </a:r>
            <a:endParaRPr lang="en-US" sz="1991" kern="1200" dirty="0">
              <a:solidFill>
                <a:prstClr val="white"/>
              </a:solidFill>
              <a:latin typeface="Calibri"/>
              <a:ea typeface="+mn-ea"/>
              <a:cs typeface="+mn-cs"/>
            </a:endParaRPr>
          </a:p>
        </p:txBody>
      </p:sp>
      <p:cxnSp>
        <p:nvCxnSpPr>
          <p:cNvPr id="67" name="Connecteur droit 66"/>
          <p:cNvCxnSpPr/>
          <p:nvPr/>
        </p:nvCxnSpPr>
        <p:spPr>
          <a:xfrm>
            <a:off x="4270813" y="5254111"/>
            <a:ext cx="1832260" cy="0"/>
          </a:xfrm>
          <a:prstGeom prst="line">
            <a:avLst/>
          </a:prstGeom>
          <a:noFill/>
          <a:ln w="25400" cap="flat" cmpd="sng" algn="ctr">
            <a:solidFill>
              <a:srgbClr val="4F81BD"/>
            </a:solidFill>
            <a:prstDash val="sysDot"/>
          </a:ln>
          <a:effectLst>
            <a:outerShdw blurRad="40000" dist="20000" dir="5400000" rotWithShape="0">
              <a:srgbClr val="000000">
                <a:alpha val="38000"/>
              </a:srgbClr>
            </a:outerShdw>
          </a:effectLst>
        </p:spPr>
      </p:cxnSp>
      <p:cxnSp>
        <p:nvCxnSpPr>
          <p:cNvPr id="68" name="Connecteur droit 67"/>
          <p:cNvCxnSpPr>
            <a:stCxn id="62" idx="2"/>
            <a:endCxn id="66" idx="0"/>
          </p:cNvCxnSpPr>
          <p:nvPr/>
        </p:nvCxnSpPr>
        <p:spPr>
          <a:xfrm flipH="1">
            <a:off x="3593674" y="4258317"/>
            <a:ext cx="3344281" cy="796634"/>
          </a:xfrm>
          <a:prstGeom prst="line">
            <a:avLst/>
          </a:prstGeom>
          <a:noFill/>
          <a:ln w="9525" cap="flat" cmpd="sng" algn="ctr">
            <a:solidFill>
              <a:srgbClr val="4F81BD">
                <a:shade val="95000"/>
                <a:satMod val="105000"/>
              </a:srgbClr>
            </a:solidFill>
            <a:prstDash val="solid"/>
          </a:ln>
          <a:effectLst/>
        </p:spPr>
      </p:cxnSp>
      <p:cxnSp>
        <p:nvCxnSpPr>
          <p:cNvPr id="69" name="Connecteur droit 68"/>
          <p:cNvCxnSpPr>
            <a:stCxn id="62" idx="2"/>
            <a:endCxn id="65" idx="0"/>
          </p:cNvCxnSpPr>
          <p:nvPr/>
        </p:nvCxnSpPr>
        <p:spPr>
          <a:xfrm flipH="1">
            <a:off x="6780214" y="4258317"/>
            <a:ext cx="157741" cy="796634"/>
          </a:xfrm>
          <a:prstGeom prst="line">
            <a:avLst/>
          </a:prstGeom>
          <a:noFill/>
          <a:ln w="9525" cap="flat" cmpd="sng" algn="ctr">
            <a:solidFill>
              <a:srgbClr val="4F81BD">
                <a:shade val="95000"/>
                <a:satMod val="105000"/>
              </a:srgbClr>
            </a:solidFill>
            <a:prstDash val="solid"/>
          </a:ln>
          <a:effectLst/>
        </p:spPr>
      </p:cxnSp>
      <p:cxnSp>
        <p:nvCxnSpPr>
          <p:cNvPr id="70" name="Connecteur droit 69"/>
          <p:cNvCxnSpPr>
            <a:stCxn id="62" idx="2"/>
            <a:endCxn id="63" idx="0"/>
          </p:cNvCxnSpPr>
          <p:nvPr/>
        </p:nvCxnSpPr>
        <p:spPr>
          <a:xfrm>
            <a:off x="6937955" y="4258317"/>
            <a:ext cx="1754182" cy="796634"/>
          </a:xfrm>
          <a:prstGeom prst="line">
            <a:avLst/>
          </a:prstGeom>
          <a:noFill/>
          <a:ln w="9525" cap="flat" cmpd="sng" algn="ctr">
            <a:solidFill>
              <a:srgbClr val="4F81BD">
                <a:shade val="95000"/>
                <a:satMod val="105000"/>
              </a:srgbClr>
            </a:solidFill>
            <a:prstDash val="solid"/>
          </a:ln>
          <a:effectLst/>
        </p:spPr>
      </p:cxnSp>
      <p:cxnSp>
        <p:nvCxnSpPr>
          <p:cNvPr id="71" name="Connecteur droit 70"/>
          <p:cNvCxnSpPr>
            <a:stCxn id="62" idx="2"/>
            <a:endCxn id="64" idx="0"/>
          </p:cNvCxnSpPr>
          <p:nvPr/>
        </p:nvCxnSpPr>
        <p:spPr>
          <a:xfrm>
            <a:off x="6937955" y="4258317"/>
            <a:ext cx="3586442" cy="796634"/>
          </a:xfrm>
          <a:prstGeom prst="line">
            <a:avLst/>
          </a:prstGeom>
          <a:noFill/>
          <a:ln w="9525" cap="flat" cmpd="sng" algn="ctr">
            <a:solidFill>
              <a:srgbClr val="4F81BD">
                <a:shade val="95000"/>
                <a:satMod val="105000"/>
              </a:srgbClr>
            </a:solidFill>
            <a:prstDash val="solid"/>
          </a:ln>
          <a:effectLst/>
        </p:spPr>
      </p:cxnSp>
      <p:sp>
        <p:nvSpPr>
          <p:cNvPr id="72" name="Rectangle à coins arrondis 71"/>
          <p:cNvSpPr/>
          <p:nvPr/>
        </p:nvSpPr>
        <p:spPr>
          <a:xfrm>
            <a:off x="5625092" y="6090578"/>
            <a:ext cx="1504331" cy="398317"/>
          </a:xfrm>
          <a:prstGeom prst="roundRect">
            <a:avLst/>
          </a:prstGeom>
          <a:solidFill>
            <a:srgbClr val="4F81BD"/>
          </a:solidFill>
          <a:ln w="25400" cap="flat" cmpd="sng" algn="ctr">
            <a:solidFill>
              <a:srgbClr val="4F81BD">
                <a:shade val="50000"/>
              </a:srgbClr>
            </a:solidFill>
            <a:prstDash val="solid"/>
          </a:ln>
          <a:effectLst/>
        </p:spPr>
        <p:txBody>
          <a:bodyPr rtlCol="0" anchor="ctr"/>
          <a:lstStyle/>
          <a:p>
            <a:pPr defTabSz="1011602" hangingPunct="1">
              <a:defRPr/>
            </a:pPr>
            <a:r>
              <a:rPr lang="en-US" sz="1991" kern="1200" dirty="0">
                <a:solidFill>
                  <a:prstClr val="white"/>
                </a:solidFill>
                <a:latin typeface="Calibri"/>
                <a:ea typeface="+mn-ea"/>
                <a:cs typeface="+mn-cs"/>
              </a:rPr>
              <a:t>Mohamed</a:t>
            </a:r>
          </a:p>
        </p:txBody>
      </p:sp>
      <p:sp>
        <p:nvSpPr>
          <p:cNvPr id="73" name="Rectangle à coins arrondis 72"/>
          <p:cNvSpPr/>
          <p:nvPr/>
        </p:nvSpPr>
        <p:spPr>
          <a:xfrm>
            <a:off x="7785283" y="6090578"/>
            <a:ext cx="1504331" cy="398317"/>
          </a:xfrm>
          <a:prstGeom prst="roundRect">
            <a:avLst/>
          </a:prstGeom>
          <a:solidFill>
            <a:srgbClr val="4F81BD"/>
          </a:solidFill>
          <a:ln w="25400" cap="flat" cmpd="sng" algn="ctr">
            <a:solidFill>
              <a:srgbClr val="4F81BD">
                <a:shade val="50000"/>
              </a:srgbClr>
            </a:solidFill>
            <a:prstDash val="solid"/>
          </a:ln>
          <a:effectLst/>
        </p:spPr>
        <p:txBody>
          <a:bodyPr rtlCol="0" anchor="ctr"/>
          <a:lstStyle/>
          <a:p>
            <a:pPr defTabSz="1011602" hangingPunct="1">
              <a:defRPr/>
            </a:pPr>
            <a:r>
              <a:rPr lang="fr-FR" sz="1991" kern="1200" dirty="0">
                <a:solidFill>
                  <a:prstClr val="white"/>
                </a:solidFill>
                <a:latin typeface="Calibri"/>
                <a:ea typeface="+mn-ea"/>
                <a:cs typeface="+mn-cs"/>
              </a:rPr>
              <a:t>Salah</a:t>
            </a:r>
            <a:endParaRPr lang="en-US" sz="1991" kern="1200" dirty="0">
              <a:solidFill>
                <a:prstClr val="white"/>
              </a:solidFill>
              <a:latin typeface="Calibri"/>
              <a:ea typeface="+mn-ea"/>
              <a:cs typeface="+mn-cs"/>
            </a:endParaRPr>
          </a:p>
        </p:txBody>
      </p:sp>
      <p:sp>
        <p:nvSpPr>
          <p:cNvPr id="74" name="Rectangle à coins arrondis 73"/>
          <p:cNvSpPr/>
          <p:nvPr/>
        </p:nvSpPr>
        <p:spPr>
          <a:xfrm>
            <a:off x="9856532" y="6090578"/>
            <a:ext cx="1504331" cy="398317"/>
          </a:xfrm>
          <a:prstGeom prst="roundRect">
            <a:avLst/>
          </a:prstGeom>
          <a:solidFill>
            <a:srgbClr val="4F81BD"/>
          </a:solidFill>
          <a:ln w="25400" cap="flat" cmpd="sng" algn="ctr">
            <a:solidFill>
              <a:srgbClr val="4F81BD">
                <a:shade val="50000"/>
              </a:srgbClr>
            </a:solidFill>
            <a:prstDash val="solid"/>
          </a:ln>
          <a:effectLst/>
        </p:spPr>
        <p:txBody>
          <a:bodyPr rtlCol="0" anchor="ctr"/>
          <a:lstStyle/>
          <a:p>
            <a:pPr defTabSz="1011602" hangingPunct="1">
              <a:defRPr/>
            </a:pPr>
            <a:r>
              <a:rPr lang="fr-FR" sz="1991" kern="1200" dirty="0">
                <a:solidFill>
                  <a:prstClr val="white"/>
                </a:solidFill>
                <a:latin typeface="Calibri"/>
                <a:ea typeface="+mn-ea"/>
                <a:cs typeface="+mn-cs"/>
              </a:rPr>
              <a:t>Ali</a:t>
            </a:r>
            <a:endParaRPr lang="en-US" sz="1991" kern="1200" dirty="0">
              <a:solidFill>
                <a:prstClr val="white"/>
              </a:solidFill>
              <a:latin typeface="Calibri"/>
              <a:ea typeface="+mn-ea"/>
              <a:cs typeface="+mn-cs"/>
            </a:endParaRPr>
          </a:p>
        </p:txBody>
      </p:sp>
      <p:cxnSp>
        <p:nvCxnSpPr>
          <p:cNvPr id="75" name="Connecteur droit 74"/>
          <p:cNvCxnSpPr>
            <a:stCxn id="63" idx="2"/>
            <a:endCxn id="72" idx="0"/>
          </p:cNvCxnSpPr>
          <p:nvPr/>
        </p:nvCxnSpPr>
        <p:spPr>
          <a:xfrm flipH="1">
            <a:off x="6377258" y="5453269"/>
            <a:ext cx="2314879" cy="637308"/>
          </a:xfrm>
          <a:prstGeom prst="line">
            <a:avLst/>
          </a:prstGeom>
          <a:noFill/>
          <a:ln w="9525" cap="flat" cmpd="sng" algn="ctr">
            <a:solidFill>
              <a:srgbClr val="4F81BD">
                <a:shade val="95000"/>
                <a:satMod val="105000"/>
              </a:srgbClr>
            </a:solidFill>
            <a:prstDash val="solid"/>
          </a:ln>
          <a:effectLst/>
        </p:spPr>
      </p:cxnSp>
      <p:cxnSp>
        <p:nvCxnSpPr>
          <p:cNvPr id="76" name="Connecteur droit 75"/>
          <p:cNvCxnSpPr>
            <a:stCxn id="63" idx="2"/>
            <a:endCxn id="73" idx="0"/>
          </p:cNvCxnSpPr>
          <p:nvPr/>
        </p:nvCxnSpPr>
        <p:spPr>
          <a:xfrm flipH="1">
            <a:off x="8537447" y="5453269"/>
            <a:ext cx="154689" cy="637308"/>
          </a:xfrm>
          <a:prstGeom prst="line">
            <a:avLst/>
          </a:prstGeom>
          <a:noFill/>
          <a:ln w="9525" cap="flat" cmpd="sng" algn="ctr">
            <a:solidFill>
              <a:srgbClr val="4F81BD">
                <a:shade val="95000"/>
                <a:satMod val="105000"/>
              </a:srgbClr>
            </a:solidFill>
            <a:prstDash val="solid"/>
          </a:ln>
          <a:effectLst/>
        </p:spPr>
      </p:cxnSp>
      <p:cxnSp>
        <p:nvCxnSpPr>
          <p:cNvPr id="77" name="Connecteur droit 76"/>
          <p:cNvCxnSpPr>
            <a:stCxn id="63" idx="2"/>
            <a:endCxn id="74" idx="0"/>
          </p:cNvCxnSpPr>
          <p:nvPr/>
        </p:nvCxnSpPr>
        <p:spPr>
          <a:xfrm>
            <a:off x="8692137" y="5453269"/>
            <a:ext cx="1916561" cy="637308"/>
          </a:xfrm>
          <a:prstGeom prst="line">
            <a:avLst/>
          </a:prstGeom>
          <a:noFill/>
          <a:ln w="9525" cap="flat" cmpd="sng" algn="ctr">
            <a:solidFill>
              <a:srgbClr val="4F81BD">
                <a:shade val="95000"/>
                <a:satMod val="105000"/>
              </a:srgbClr>
            </a:solidFill>
            <a:prstDash val="solid"/>
          </a:ln>
          <a:effectLst/>
        </p:spPr>
      </p:cxnSp>
      <p:sp>
        <p:nvSpPr>
          <p:cNvPr id="78" name="Rectangle à coins arrondis 77"/>
          <p:cNvSpPr/>
          <p:nvPr/>
        </p:nvSpPr>
        <p:spPr>
          <a:xfrm>
            <a:off x="4105291" y="7046539"/>
            <a:ext cx="1194952" cy="398317"/>
          </a:xfrm>
          <a:prstGeom prst="roundRect">
            <a:avLst/>
          </a:prstGeom>
          <a:solidFill>
            <a:srgbClr val="4F81BD"/>
          </a:solidFill>
          <a:ln w="25400" cap="flat" cmpd="sng" algn="ctr">
            <a:solidFill>
              <a:srgbClr val="4F81BD">
                <a:shade val="50000"/>
              </a:srgbClr>
            </a:solidFill>
            <a:prstDash val="solid"/>
          </a:ln>
          <a:effectLst/>
        </p:spPr>
        <p:txBody>
          <a:bodyPr rtlCol="0" anchor="ctr"/>
          <a:lstStyle/>
          <a:p>
            <a:pPr defTabSz="1011602" hangingPunct="1">
              <a:defRPr/>
            </a:pPr>
            <a:r>
              <a:rPr lang="en-US" sz="1991" kern="1200" dirty="0">
                <a:solidFill>
                  <a:prstClr val="white"/>
                </a:solidFill>
                <a:latin typeface="Calibri"/>
                <a:ea typeface="+mn-ea"/>
                <a:cs typeface="+mn-cs"/>
              </a:rPr>
              <a:t>Desktop</a:t>
            </a:r>
          </a:p>
        </p:txBody>
      </p:sp>
      <p:sp>
        <p:nvSpPr>
          <p:cNvPr id="79" name="Rectangle à coins arrondis 78"/>
          <p:cNvSpPr/>
          <p:nvPr/>
        </p:nvSpPr>
        <p:spPr>
          <a:xfrm>
            <a:off x="5545430" y="7046539"/>
            <a:ext cx="1583994" cy="398317"/>
          </a:xfrm>
          <a:prstGeom prst="roundRect">
            <a:avLst/>
          </a:prstGeom>
          <a:solidFill>
            <a:srgbClr val="4F81BD"/>
          </a:solidFill>
          <a:ln w="25400" cap="flat" cmpd="sng" algn="ctr">
            <a:solidFill>
              <a:srgbClr val="4F81BD">
                <a:shade val="50000"/>
              </a:srgbClr>
            </a:solidFill>
            <a:prstDash val="solid"/>
          </a:ln>
          <a:effectLst/>
        </p:spPr>
        <p:txBody>
          <a:bodyPr rtlCol="0" anchor="ctr"/>
          <a:lstStyle/>
          <a:p>
            <a:pPr defTabSz="1011602" hangingPunct="1">
              <a:defRPr/>
            </a:pPr>
            <a:r>
              <a:rPr lang="en-US" sz="1991" kern="1200" dirty="0">
                <a:solidFill>
                  <a:prstClr val="white"/>
                </a:solidFill>
                <a:latin typeface="Calibri"/>
                <a:ea typeface="+mn-ea"/>
                <a:cs typeface="+mn-cs"/>
              </a:rPr>
              <a:t>Documents</a:t>
            </a:r>
          </a:p>
        </p:txBody>
      </p:sp>
      <p:sp>
        <p:nvSpPr>
          <p:cNvPr id="80" name="Rectangle à coins arrondis 79"/>
          <p:cNvSpPr/>
          <p:nvPr/>
        </p:nvSpPr>
        <p:spPr>
          <a:xfrm>
            <a:off x="7377690" y="7046539"/>
            <a:ext cx="1433943" cy="398317"/>
          </a:xfrm>
          <a:prstGeom prst="roundRect">
            <a:avLst/>
          </a:prstGeom>
          <a:solidFill>
            <a:srgbClr val="4F81BD"/>
          </a:solidFill>
          <a:ln w="25400" cap="flat" cmpd="sng" algn="ctr">
            <a:solidFill>
              <a:srgbClr val="4F81BD">
                <a:shade val="50000"/>
              </a:srgbClr>
            </a:solidFill>
            <a:prstDash val="solid"/>
          </a:ln>
          <a:effectLst/>
        </p:spPr>
        <p:txBody>
          <a:bodyPr rtlCol="0" anchor="ctr"/>
          <a:lstStyle/>
          <a:p>
            <a:pPr defTabSz="1011602" hangingPunct="1">
              <a:defRPr/>
            </a:pPr>
            <a:r>
              <a:rPr lang="en-US" sz="1991" kern="1200" dirty="0">
                <a:solidFill>
                  <a:prstClr val="white"/>
                </a:solidFill>
                <a:latin typeface="Calibri"/>
                <a:ea typeface="+mn-ea"/>
                <a:cs typeface="+mn-cs"/>
              </a:rPr>
              <a:t>Downloads</a:t>
            </a:r>
          </a:p>
        </p:txBody>
      </p:sp>
      <p:cxnSp>
        <p:nvCxnSpPr>
          <p:cNvPr id="81" name="Connecteur droit 80"/>
          <p:cNvCxnSpPr/>
          <p:nvPr/>
        </p:nvCxnSpPr>
        <p:spPr>
          <a:xfrm>
            <a:off x="8891296" y="7285530"/>
            <a:ext cx="1832260" cy="0"/>
          </a:xfrm>
          <a:prstGeom prst="line">
            <a:avLst/>
          </a:prstGeom>
          <a:noFill/>
          <a:ln w="25400" cap="flat" cmpd="sng" algn="ctr">
            <a:solidFill>
              <a:srgbClr val="4F81BD"/>
            </a:solidFill>
            <a:prstDash val="sysDot"/>
          </a:ln>
          <a:effectLst>
            <a:outerShdw blurRad="40000" dist="20000" dir="5400000" rotWithShape="0">
              <a:srgbClr val="000000">
                <a:alpha val="38000"/>
              </a:srgbClr>
            </a:outerShdw>
          </a:effectLst>
        </p:spPr>
      </p:cxnSp>
      <p:sp>
        <p:nvSpPr>
          <p:cNvPr id="82" name="Rectangle à coins arrondis 81"/>
          <p:cNvSpPr/>
          <p:nvPr/>
        </p:nvSpPr>
        <p:spPr>
          <a:xfrm>
            <a:off x="10803220" y="7046539"/>
            <a:ext cx="1194952" cy="398317"/>
          </a:xfrm>
          <a:prstGeom prst="roundRect">
            <a:avLst/>
          </a:prstGeom>
          <a:solidFill>
            <a:srgbClr val="4F81BD"/>
          </a:solidFill>
          <a:ln w="25400" cap="flat" cmpd="sng" algn="ctr">
            <a:solidFill>
              <a:srgbClr val="4F81BD">
                <a:shade val="50000"/>
              </a:srgbClr>
            </a:solidFill>
            <a:prstDash val="solid"/>
          </a:ln>
          <a:effectLst/>
        </p:spPr>
        <p:txBody>
          <a:bodyPr rtlCol="0" anchor="ctr"/>
          <a:lstStyle/>
          <a:p>
            <a:pPr defTabSz="1011602" hangingPunct="1">
              <a:defRPr/>
            </a:pPr>
            <a:r>
              <a:rPr lang="en-US" sz="1991" kern="1200" dirty="0">
                <a:solidFill>
                  <a:prstClr val="white"/>
                </a:solidFill>
                <a:latin typeface="Calibri"/>
                <a:ea typeface="+mn-ea"/>
                <a:cs typeface="+mn-cs"/>
              </a:rPr>
              <a:t>Photos</a:t>
            </a:r>
          </a:p>
        </p:txBody>
      </p:sp>
      <p:cxnSp>
        <p:nvCxnSpPr>
          <p:cNvPr id="83" name="Connecteur droit 82"/>
          <p:cNvCxnSpPr>
            <a:stCxn id="72" idx="2"/>
            <a:endCxn id="78" idx="0"/>
          </p:cNvCxnSpPr>
          <p:nvPr/>
        </p:nvCxnSpPr>
        <p:spPr>
          <a:xfrm flipH="1">
            <a:off x="4702768" y="6488894"/>
            <a:ext cx="1674491" cy="557645"/>
          </a:xfrm>
          <a:prstGeom prst="line">
            <a:avLst/>
          </a:prstGeom>
          <a:noFill/>
          <a:ln w="9525" cap="flat" cmpd="sng" algn="ctr">
            <a:solidFill>
              <a:srgbClr val="4F81BD">
                <a:shade val="95000"/>
                <a:satMod val="105000"/>
              </a:srgbClr>
            </a:solidFill>
            <a:prstDash val="solid"/>
          </a:ln>
          <a:effectLst/>
        </p:spPr>
      </p:cxnSp>
      <p:cxnSp>
        <p:nvCxnSpPr>
          <p:cNvPr id="84" name="Connecteur droit 83"/>
          <p:cNvCxnSpPr>
            <a:stCxn id="72" idx="2"/>
            <a:endCxn id="79" idx="0"/>
          </p:cNvCxnSpPr>
          <p:nvPr/>
        </p:nvCxnSpPr>
        <p:spPr>
          <a:xfrm flipH="1">
            <a:off x="6337426" y="6488894"/>
            <a:ext cx="39832" cy="557645"/>
          </a:xfrm>
          <a:prstGeom prst="line">
            <a:avLst/>
          </a:prstGeom>
          <a:noFill/>
          <a:ln w="9525" cap="flat" cmpd="sng" algn="ctr">
            <a:solidFill>
              <a:srgbClr val="4F81BD">
                <a:shade val="95000"/>
                <a:satMod val="105000"/>
              </a:srgbClr>
            </a:solidFill>
            <a:prstDash val="solid"/>
          </a:ln>
          <a:effectLst/>
        </p:spPr>
      </p:cxnSp>
      <p:cxnSp>
        <p:nvCxnSpPr>
          <p:cNvPr id="85" name="Connecteur droit 84"/>
          <p:cNvCxnSpPr>
            <a:stCxn id="72" idx="2"/>
            <a:endCxn id="80" idx="0"/>
          </p:cNvCxnSpPr>
          <p:nvPr/>
        </p:nvCxnSpPr>
        <p:spPr>
          <a:xfrm>
            <a:off x="6377259" y="6488894"/>
            <a:ext cx="1717402" cy="557645"/>
          </a:xfrm>
          <a:prstGeom prst="line">
            <a:avLst/>
          </a:prstGeom>
          <a:noFill/>
          <a:ln w="9525" cap="flat" cmpd="sng" algn="ctr">
            <a:solidFill>
              <a:srgbClr val="4F81BD">
                <a:shade val="95000"/>
                <a:satMod val="105000"/>
              </a:srgbClr>
            </a:solidFill>
            <a:prstDash val="solid"/>
          </a:ln>
          <a:effectLst/>
        </p:spPr>
      </p:cxnSp>
      <p:cxnSp>
        <p:nvCxnSpPr>
          <p:cNvPr id="86" name="Connecteur droit 85"/>
          <p:cNvCxnSpPr>
            <a:stCxn id="72" idx="2"/>
            <a:endCxn id="82" idx="0"/>
          </p:cNvCxnSpPr>
          <p:nvPr/>
        </p:nvCxnSpPr>
        <p:spPr>
          <a:xfrm>
            <a:off x="6377258" y="6488894"/>
            <a:ext cx="5023437" cy="557645"/>
          </a:xfrm>
          <a:prstGeom prst="line">
            <a:avLst/>
          </a:prstGeom>
          <a:noFill/>
          <a:ln w="9525" cap="flat" cmpd="sng" algn="ctr">
            <a:solidFill>
              <a:srgbClr val="4F81BD">
                <a:shade val="95000"/>
                <a:satMod val="105000"/>
              </a:srgbClr>
            </a:solidFill>
            <a:prstDash val="solid"/>
          </a:ln>
          <a:effectLst/>
        </p:spPr>
      </p:cxnSp>
      <p:sp>
        <p:nvSpPr>
          <p:cNvPr id="87" name="Rectangle à coins arrondis 86"/>
          <p:cNvSpPr/>
          <p:nvPr/>
        </p:nvSpPr>
        <p:spPr>
          <a:xfrm>
            <a:off x="4191150" y="7922837"/>
            <a:ext cx="1433943" cy="398317"/>
          </a:xfrm>
          <a:prstGeom prst="roundRect">
            <a:avLst/>
          </a:prstGeom>
          <a:solidFill>
            <a:srgbClr val="4F81BD"/>
          </a:solidFill>
          <a:ln w="25400" cap="flat" cmpd="sng" algn="ctr">
            <a:solidFill>
              <a:srgbClr val="4F81BD">
                <a:shade val="50000"/>
              </a:srgbClr>
            </a:solidFill>
            <a:prstDash val="solid"/>
          </a:ln>
          <a:effectLst/>
        </p:spPr>
        <p:txBody>
          <a:bodyPr rtlCol="0" anchor="ctr"/>
          <a:lstStyle/>
          <a:p>
            <a:pPr defTabSz="1011602" hangingPunct="1">
              <a:defRPr/>
            </a:pPr>
            <a:r>
              <a:rPr lang="en-US" sz="1991" kern="1200" dirty="0">
                <a:solidFill>
                  <a:prstClr val="white"/>
                </a:solidFill>
                <a:latin typeface="Calibri"/>
                <a:ea typeface="+mn-ea"/>
                <a:cs typeface="+mn-cs"/>
              </a:rPr>
              <a:t>repertoire1</a:t>
            </a:r>
          </a:p>
        </p:txBody>
      </p:sp>
      <p:sp>
        <p:nvSpPr>
          <p:cNvPr id="88" name="Rectangle à coins arrondis 87"/>
          <p:cNvSpPr/>
          <p:nvPr/>
        </p:nvSpPr>
        <p:spPr>
          <a:xfrm>
            <a:off x="6262401" y="7922837"/>
            <a:ext cx="1433943" cy="398317"/>
          </a:xfrm>
          <a:prstGeom prst="roundRect">
            <a:avLst/>
          </a:prstGeom>
          <a:solidFill>
            <a:srgbClr val="4F81BD"/>
          </a:solidFill>
          <a:ln w="25400" cap="flat" cmpd="sng" algn="ctr">
            <a:solidFill>
              <a:srgbClr val="4F81BD">
                <a:shade val="50000"/>
              </a:srgbClr>
            </a:solidFill>
            <a:prstDash val="solid"/>
          </a:ln>
          <a:effectLst/>
        </p:spPr>
        <p:txBody>
          <a:bodyPr rtlCol="0" anchor="ctr"/>
          <a:lstStyle/>
          <a:p>
            <a:pPr defTabSz="1011602" hangingPunct="1">
              <a:defRPr/>
            </a:pPr>
            <a:r>
              <a:rPr lang="en-US" sz="1991" kern="1200" dirty="0">
                <a:solidFill>
                  <a:prstClr val="white"/>
                </a:solidFill>
                <a:latin typeface="Calibri"/>
                <a:ea typeface="+mn-ea"/>
                <a:cs typeface="+mn-cs"/>
              </a:rPr>
              <a:t>repertoire2</a:t>
            </a:r>
          </a:p>
        </p:txBody>
      </p:sp>
      <p:cxnSp>
        <p:nvCxnSpPr>
          <p:cNvPr id="89" name="Connecteur droit 88"/>
          <p:cNvCxnSpPr>
            <a:stCxn id="79" idx="2"/>
            <a:endCxn id="87" idx="0"/>
          </p:cNvCxnSpPr>
          <p:nvPr/>
        </p:nvCxnSpPr>
        <p:spPr>
          <a:xfrm flipH="1">
            <a:off x="4908122" y="7444856"/>
            <a:ext cx="1429305" cy="477981"/>
          </a:xfrm>
          <a:prstGeom prst="line">
            <a:avLst/>
          </a:prstGeom>
          <a:noFill/>
          <a:ln w="9525" cap="flat" cmpd="sng" algn="ctr">
            <a:solidFill>
              <a:srgbClr val="4F81BD">
                <a:shade val="95000"/>
                <a:satMod val="105000"/>
              </a:srgbClr>
            </a:solidFill>
            <a:prstDash val="solid"/>
          </a:ln>
          <a:effectLst/>
        </p:spPr>
      </p:cxnSp>
      <p:cxnSp>
        <p:nvCxnSpPr>
          <p:cNvPr id="90" name="Connecteur droit 89"/>
          <p:cNvCxnSpPr>
            <a:stCxn id="79" idx="2"/>
            <a:endCxn id="88" idx="0"/>
          </p:cNvCxnSpPr>
          <p:nvPr/>
        </p:nvCxnSpPr>
        <p:spPr>
          <a:xfrm>
            <a:off x="6337426" y="7444856"/>
            <a:ext cx="641945" cy="477981"/>
          </a:xfrm>
          <a:prstGeom prst="line">
            <a:avLst/>
          </a:prstGeom>
          <a:noFill/>
          <a:ln w="9525" cap="flat" cmpd="sng" algn="ctr">
            <a:solidFill>
              <a:srgbClr val="4F81BD">
                <a:shade val="95000"/>
                <a:satMod val="105000"/>
              </a:srgbClr>
            </a:solidFill>
            <a:prstDash val="solid"/>
          </a:ln>
          <a:effectLst/>
        </p:spPr>
      </p:cxnSp>
      <p:pic>
        <p:nvPicPr>
          <p:cNvPr id="91" name="Image 90"/>
          <p:cNvPicPr>
            <a:picLocks noChangeAspect="1"/>
          </p:cNvPicPr>
          <p:nvPr/>
        </p:nvPicPr>
        <p:blipFill>
          <a:blip r:embed="rId2">
            <a:clrChange>
              <a:clrFrom>
                <a:srgbClr val="FFFFFF"/>
              </a:clrFrom>
              <a:clrTo>
                <a:srgbClr val="FFFFFF">
                  <a:alpha val="0"/>
                </a:srgbClr>
              </a:clrTo>
            </a:clrChange>
          </a:blip>
          <a:stretch>
            <a:fillRect/>
          </a:stretch>
        </p:blipFill>
        <p:spPr>
          <a:xfrm>
            <a:off x="5292434" y="5640839"/>
            <a:ext cx="466177" cy="986647"/>
          </a:xfrm>
          <a:prstGeom prst="rect">
            <a:avLst/>
          </a:prstGeom>
        </p:spPr>
      </p:pic>
    </p:spTree>
  </p:cSld>
  <p:clrMapOvr>
    <a:masterClrMapping/>
  </p:clrMapOvr>
  <p:transition spd="med"/>
  <p:timing>
    <p:tnLst>
      <p:par>
        <p:cTn id="1" dur="indefinite" restart="never" fill="hold"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1"/>
                                        </p:tgtEl>
                                        <p:attrNameLst>
                                          <p:attrName>style.visibility</p:attrName>
                                        </p:attrNameLst>
                                      </p:cBhvr>
                                      <p:to>
                                        <p:strVal val="visible"/>
                                      </p:to>
                                    </p:set>
                                    <p:animEffect transition="in" filter="fade">
                                      <p:cBhvr>
                                        <p:cTn id="7" dur="500"/>
                                        <p:tgtEl>
                                          <p:spTgt spid="91"/>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mph" presetSubtype="0" fill="hold" grpId="0" nodeType="clickEffect">
                                  <p:stCondLst>
                                    <p:cond delay="0"/>
                                  </p:stCondLst>
                                  <p:childTnLst>
                                    <p:animClr clrSpc="hsl" dir="cw">
                                      <p:cBhvr override="childStyle">
                                        <p:cTn id="11" dur="500" fill="hold"/>
                                        <p:tgtEl>
                                          <p:spTgt spid="78"/>
                                        </p:tgtEl>
                                        <p:attrNameLst>
                                          <p:attrName>style.color</p:attrName>
                                        </p:attrNameLst>
                                      </p:cBhvr>
                                      <p:by>
                                        <p:hsl h="7200000" s="0" l="0"/>
                                      </p:by>
                                    </p:animClr>
                                    <p:animClr clrSpc="hsl" dir="cw">
                                      <p:cBhvr>
                                        <p:cTn id="12" dur="500" fill="hold"/>
                                        <p:tgtEl>
                                          <p:spTgt spid="78"/>
                                        </p:tgtEl>
                                        <p:attrNameLst>
                                          <p:attrName>fillcolor</p:attrName>
                                        </p:attrNameLst>
                                      </p:cBhvr>
                                      <p:by>
                                        <p:hsl h="7200000" s="0" l="0"/>
                                      </p:by>
                                    </p:animClr>
                                    <p:animClr clrSpc="hsl" dir="cw">
                                      <p:cBhvr>
                                        <p:cTn id="13" dur="500" fill="hold"/>
                                        <p:tgtEl>
                                          <p:spTgt spid="78"/>
                                        </p:tgtEl>
                                        <p:attrNameLst>
                                          <p:attrName>stroke.color</p:attrName>
                                        </p:attrNameLst>
                                      </p:cBhvr>
                                      <p:by>
                                        <p:hsl h="7200000" s="0" l="0"/>
                                      </p:by>
                                    </p:animClr>
                                    <p:set>
                                      <p:cBhvr>
                                        <p:cTn id="14" dur="500" fill="hold"/>
                                        <p:tgtEl>
                                          <p:spTgt spid="78"/>
                                        </p:tgtEl>
                                        <p:attrNameLst>
                                          <p:attrName>fill.type</p:attrName>
                                        </p:attrNameLst>
                                      </p:cBhvr>
                                      <p:to>
                                        <p:strVal val="solid"/>
                                      </p:to>
                                    </p:set>
                                  </p:childTnLst>
                                </p:cTn>
                              </p:par>
                              <p:par>
                                <p:cTn id="15" presetID="21" presetClass="emph" presetSubtype="0" fill="hold" grpId="0" nodeType="withEffect">
                                  <p:stCondLst>
                                    <p:cond delay="0"/>
                                  </p:stCondLst>
                                  <p:childTnLst>
                                    <p:animClr clrSpc="hsl" dir="cw">
                                      <p:cBhvr override="childStyle">
                                        <p:cTn id="16" dur="500" fill="hold"/>
                                        <p:tgtEl>
                                          <p:spTgt spid="79"/>
                                        </p:tgtEl>
                                        <p:attrNameLst>
                                          <p:attrName>style.color</p:attrName>
                                        </p:attrNameLst>
                                      </p:cBhvr>
                                      <p:by>
                                        <p:hsl h="7200000" s="0" l="0"/>
                                      </p:by>
                                    </p:animClr>
                                    <p:animClr clrSpc="hsl" dir="cw">
                                      <p:cBhvr>
                                        <p:cTn id="17" dur="500" fill="hold"/>
                                        <p:tgtEl>
                                          <p:spTgt spid="79"/>
                                        </p:tgtEl>
                                        <p:attrNameLst>
                                          <p:attrName>fillcolor</p:attrName>
                                        </p:attrNameLst>
                                      </p:cBhvr>
                                      <p:by>
                                        <p:hsl h="7200000" s="0" l="0"/>
                                      </p:by>
                                    </p:animClr>
                                    <p:animClr clrSpc="hsl" dir="cw">
                                      <p:cBhvr>
                                        <p:cTn id="18" dur="500" fill="hold"/>
                                        <p:tgtEl>
                                          <p:spTgt spid="79"/>
                                        </p:tgtEl>
                                        <p:attrNameLst>
                                          <p:attrName>stroke.color</p:attrName>
                                        </p:attrNameLst>
                                      </p:cBhvr>
                                      <p:by>
                                        <p:hsl h="7200000" s="0" l="0"/>
                                      </p:by>
                                    </p:animClr>
                                    <p:set>
                                      <p:cBhvr>
                                        <p:cTn id="19" dur="500" fill="hold"/>
                                        <p:tgtEl>
                                          <p:spTgt spid="79"/>
                                        </p:tgtEl>
                                        <p:attrNameLst>
                                          <p:attrName>fill.type</p:attrName>
                                        </p:attrNameLst>
                                      </p:cBhvr>
                                      <p:to>
                                        <p:strVal val="solid"/>
                                      </p:to>
                                    </p:set>
                                  </p:childTnLst>
                                </p:cTn>
                              </p:par>
                              <p:par>
                                <p:cTn id="20" presetID="21" presetClass="emph" presetSubtype="0" fill="hold" grpId="0" nodeType="withEffect">
                                  <p:stCondLst>
                                    <p:cond delay="0"/>
                                  </p:stCondLst>
                                  <p:childTnLst>
                                    <p:animClr clrSpc="hsl" dir="cw">
                                      <p:cBhvr override="childStyle">
                                        <p:cTn id="21" dur="500" fill="hold"/>
                                        <p:tgtEl>
                                          <p:spTgt spid="80"/>
                                        </p:tgtEl>
                                        <p:attrNameLst>
                                          <p:attrName>style.color</p:attrName>
                                        </p:attrNameLst>
                                      </p:cBhvr>
                                      <p:by>
                                        <p:hsl h="7200000" s="0" l="0"/>
                                      </p:by>
                                    </p:animClr>
                                    <p:animClr clrSpc="hsl" dir="cw">
                                      <p:cBhvr>
                                        <p:cTn id="22" dur="500" fill="hold"/>
                                        <p:tgtEl>
                                          <p:spTgt spid="80"/>
                                        </p:tgtEl>
                                        <p:attrNameLst>
                                          <p:attrName>fillcolor</p:attrName>
                                        </p:attrNameLst>
                                      </p:cBhvr>
                                      <p:by>
                                        <p:hsl h="7200000" s="0" l="0"/>
                                      </p:by>
                                    </p:animClr>
                                    <p:animClr clrSpc="hsl" dir="cw">
                                      <p:cBhvr>
                                        <p:cTn id="23" dur="500" fill="hold"/>
                                        <p:tgtEl>
                                          <p:spTgt spid="80"/>
                                        </p:tgtEl>
                                        <p:attrNameLst>
                                          <p:attrName>stroke.color</p:attrName>
                                        </p:attrNameLst>
                                      </p:cBhvr>
                                      <p:by>
                                        <p:hsl h="7200000" s="0" l="0"/>
                                      </p:by>
                                    </p:animClr>
                                    <p:set>
                                      <p:cBhvr>
                                        <p:cTn id="24" dur="500" fill="hold"/>
                                        <p:tgtEl>
                                          <p:spTgt spid="80"/>
                                        </p:tgtEl>
                                        <p:attrNameLst>
                                          <p:attrName>fill.type</p:attrName>
                                        </p:attrNameLst>
                                      </p:cBhvr>
                                      <p:to>
                                        <p:strVal val="solid"/>
                                      </p:to>
                                    </p:set>
                                  </p:childTnLst>
                                </p:cTn>
                              </p:par>
                              <p:par>
                                <p:cTn id="25" presetID="21" presetClass="emph" presetSubtype="0" fill="hold" grpId="0" nodeType="withEffect">
                                  <p:stCondLst>
                                    <p:cond delay="0"/>
                                  </p:stCondLst>
                                  <p:childTnLst>
                                    <p:animClr clrSpc="hsl" dir="cw">
                                      <p:cBhvr override="childStyle">
                                        <p:cTn id="26" dur="500" fill="hold"/>
                                        <p:tgtEl>
                                          <p:spTgt spid="82"/>
                                        </p:tgtEl>
                                        <p:attrNameLst>
                                          <p:attrName>style.color</p:attrName>
                                        </p:attrNameLst>
                                      </p:cBhvr>
                                      <p:by>
                                        <p:hsl h="7200000" s="0" l="0"/>
                                      </p:by>
                                    </p:animClr>
                                    <p:animClr clrSpc="hsl" dir="cw">
                                      <p:cBhvr>
                                        <p:cTn id="27" dur="500" fill="hold"/>
                                        <p:tgtEl>
                                          <p:spTgt spid="82"/>
                                        </p:tgtEl>
                                        <p:attrNameLst>
                                          <p:attrName>fillcolor</p:attrName>
                                        </p:attrNameLst>
                                      </p:cBhvr>
                                      <p:by>
                                        <p:hsl h="7200000" s="0" l="0"/>
                                      </p:by>
                                    </p:animClr>
                                    <p:animClr clrSpc="hsl" dir="cw">
                                      <p:cBhvr>
                                        <p:cTn id="28" dur="500" fill="hold"/>
                                        <p:tgtEl>
                                          <p:spTgt spid="82"/>
                                        </p:tgtEl>
                                        <p:attrNameLst>
                                          <p:attrName>stroke.color</p:attrName>
                                        </p:attrNameLst>
                                      </p:cBhvr>
                                      <p:by>
                                        <p:hsl h="7200000" s="0" l="0"/>
                                      </p:by>
                                    </p:animClr>
                                    <p:set>
                                      <p:cBhvr>
                                        <p:cTn id="29" dur="500" fill="hold"/>
                                        <p:tgtEl>
                                          <p:spTgt spid="82"/>
                                        </p:tgtEl>
                                        <p:attrNameLst>
                                          <p:attrName>fill.type</p:attrName>
                                        </p:attrNameLst>
                                      </p:cBhvr>
                                      <p:to>
                                        <p:strVal val="solid"/>
                                      </p:to>
                                    </p:set>
                                  </p:childTnLst>
                                </p:cTn>
                              </p:par>
                              <p:par>
                                <p:cTn id="30" presetID="32" presetClass="emph" presetSubtype="0" fill="hold" grpId="1" nodeType="withEffect">
                                  <p:stCondLst>
                                    <p:cond delay="0"/>
                                  </p:stCondLst>
                                  <p:childTnLst>
                                    <p:animRot by="120000">
                                      <p:cBhvr>
                                        <p:cTn id="31" dur="100" fill="hold">
                                          <p:stCondLst>
                                            <p:cond delay="0"/>
                                          </p:stCondLst>
                                        </p:cTn>
                                        <p:tgtEl>
                                          <p:spTgt spid="78"/>
                                        </p:tgtEl>
                                        <p:attrNameLst>
                                          <p:attrName>r</p:attrName>
                                        </p:attrNameLst>
                                      </p:cBhvr>
                                    </p:animRot>
                                    <p:animRot by="-240000">
                                      <p:cBhvr>
                                        <p:cTn id="32" dur="200" fill="hold">
                                          <p:stCondLst>
                                            <p:cond delay="200"/>
                                          </p:stCondLst>
                                        </p:cTn>
                                        <p:tgtEl>
                                          <p:spTgt spid="78"/>
                                        </p:tgtEl>
                                        <p:attrNameLst>
                                          <p:attrName>r</p:attrName>
                                        </p:attrNameLst>
                                      </p:cBhvr>
                                    </p:animRot>
                                    <p:animRot by="240000">
                                      <p:cBhvr>
                                        <p:cTn id="33" dur="200" fill="hold">
                                          <p:stCondLst>
                                            <p:cond delay="400"/>
                                          </p:stCondLst>
                                        </p:cTn>
                                        <p:tgtEl>
                                          <p:spTgt spid="78"/>
                                        </p:tgtEl>
                                        <p:attrNameLst>
                                          <p:attrName>r</p:attrName>
                                        </p:attrNameLst>
                                      </p:cBhvr>
                                    </p:animRot>
                                    <p:animRot by="-240000">
                                      <p:cBhvr>
                                        <p:cTn id="34" dur="200" fill="hold">
                                          <p:stCondLst>
                                            <p:cond delay="600"/>
                                          </p:stCondLst>
                                        </p:cTn>
                                        <p:tgtEl>
                                          <p:spTgt spid="78"/>
                                        </p:tgtEl>
                                        <p:attrNameLst>
                                          <p:attrName>r</p:attrName>
                                        </p:attrNameLst>
                                      </p:cBhvr>
                                    </p:animRot>
                                    <p:animRot by="120000">
                                      <p:cBhvr>
                                        <p:cTn id="35" dur="200" fill="hold">
                                          <p:stCondLst>
                                            <p:cond delay="800"/>
                                          </p:stCondLst>
                                        </p:cTn>
                                        <p:tgtEl>
                                          <p:spTgt spid="78"/>
                                        </p:tgtEl>
                                        <p:attrNameLst>
                                          <p:attrName>r</p:attrName>
                                        </p:attrNameLst>
                                      </p:cBhvr>
                                    </p:animRot>
                                  </p:childTnLst>
                                </p:cTn>
                              </p:par>
                              <p:par>
                                <p:cTn id="36" presetID="32" presetClass="emph" presetSubtype="0" fill="hold" grpId="1" nodeType="withEffect">
                                  <p:stCondLst>
                                    <p:cond delay="0"/>
                                  </p:stCondLst>
                                  <p:childTnLst>
                                    <p:animRot by="120000">
                                      <p:cBhvr>
                                        <p:cTn id="37" dur="100" fill="hold">
                                          <p:stCondLst>
                                            <p:cond delay="0"/>
                                          </p:stCondLst>
                                        </p:cTn>
                                        <p:tgtEl>
                                          <p:spTgt spid="79"/>
                                        </p:tgtEl>
                                        <p:attrNameLst>
                                          <p:attrName>r</p:attrName>
                                        </p:attrNameLst>
                                      </p:cBhvr>
                                    </p:animRot>
                                    <p:animRot by="-240000">
                                      <p:cBhvr>
                                        <p:cTn id="38" dur="200" fill="hold">
                                          <p:stCondLst>
                                            <p:cond delay="200"/>
                                          </p:stCondLst>
                                        </p:cTn>
                                        <p:tgtEl>
                                          <p:spTgt spid="79"/>
                                        </p:tgtEl>
                                        <p:attrNameLst>
                                          <p:attrName>r</p:attrName>
                                        </p:attrNameLst>
                                      </p:cBhvr>
                                    </p:animRot>
                                    <p:animRot by="240000">
                                      <p:cBhvr>
                                        <p:cTn id="39" dur="200" fill="hold">
                                          <p:stCondLst>
                                            <p:cond delay="400"/>
                                          </p:stCondLst>
                                        </p:cTn>
                                        <p:tgtEl>
                                          <p:spTgt spid="79"/>
                                        </p:tgtEl>
                                        <p:attrNameLst>
                                          <p:attrName>r</p:attrName>
                                        </p:attrNameLst>
                                      </p:cBhvr>
                                    </p:animRot>
                                    <p:animRot by="-240000">
                                      <p:cBhvr>
                                        <p:cTn id="40" dur="200" fill="hold">
                                          <p:stCondLst>
                                            <p:cond delay="600"/>
                                          </p:stCondLst>
                                        </p:cTn>
                                        <p:tgtEl>
                                          <p:spTgt spid="79"/>
                                        </p:tgtEl>
                                        <p:attrNameLst>
                                          <p:attrName>r</p:attrName>
                                        </p:attrNameLst>
                                      </p:cBhvr>
                                    </p:animRot>
                                    <p:animRot by="120000">
                                      <p:cBhvr>
                                        <p:cTn id="41" dur="200" fill="hold">
                                          <p:stCondLst>
                                            <p:cond delay="800"/>
                                          </p:stCondLst>
                                        </p:cTn>
                                        <p:tgtEl>
                                          <p:spTgt spid="79"/>
                                        </p:tgtEl>
                                        <p:attrNameLst>
                                          <p:attrName>r</p:attrName>
                                        </p:attrNameLst>
                                      </p:cBhvr>
                                    </p:animRot>
                                  </p:childTnLst>
                                </p:cTn>
                              </p:par>
                              <p:par>
                                <p:cTn id="42" presetID="32" presetClass="emph" presetSubtype="0" fill="hold" grpId="1" nodeType="withEffect">
                                  <p:stCondLst>
                                    <p:cond delay="0"/>
                                  </p:stCondLst>
                                  <p:childTnLst>
                                    <p:animRot by="120000">
                                      <p:cBhvr>
                                        <p:cTn id="43" dur="100" fill="hold">
                                          <p:stCondLst>
                                            <p:cond delay="0"/>
                                          </p:stCondLst>
                                        </p:cTn>
                                        <p:tgtEl>
                                          <p:spTgt spid="80"/>
                                        </p:tgtEl>
                                        <p:attrNameLst>
                                          <p:attrName>r</p:attrName>
                                        </p:attrNameLst>
                                      </p:cBhvr>
                                    </p:animRot>
                                    <p:animRot by="-240000">
                                      <p:cBhvr>
                                        <p:cTn id="44" dur="200" fill="hold">
                                          <p:stCondLst>
                                            <p:cond delay="200"/>
                                          </p:stCondLst>
                                        </p:cTn>
                                        <p:tgtEl>
                                          <p:spTgt spid="80"/>
                                        </p:tgtEl>
                                        <p:attrNameLst>
                                          <p:attrName>r</p:attrName>
                                        </p:attrNameLst>
                                      </p:cBhvr>
                                    </p:animRot>
                                    <p:animRot by="240000">
                                      <p:cBhvr>
                                        <p:cTn id="45" dur="200" fill="hold">
                                          <p:stCondLst>
                                            <p:cond delay="400"/>
                                          </p:stCondLst>
                                        </p:cTn>
                                        <p:tgtEl>
                                          <p:spTgt spid="80"/>
                                        </p:tgtEl>
                                        <p:attrNameLst>
                                          <p:attrName>r</p:attrName>
                                        </p:attrNameLst>
                                      </p:cBhvr>
                                    </p:animRot>
                                    <p:animRot by="-240000">
                                      <p:cBhvr>
                                        <p:cTn id="46" dur="200" fill="hold">
                                          <p:stCondLst>
                                            <p:cond delay="600"/>
                                          </p:stCondLst>
                                        </p:cTn>
                                        <p:tgtEl>
                                          <p:spTgt spid="80"/>
                                        </p:tgtEl>
                                        <p:attrNameLst>
                                          <p:attrName>r</p:attrName>
                                        </p:attrNameLst>
                                      </p:cBhvr>
                                    </p:animRot>
                                    <p:animRot by="120000">
                                      <p:cBhvr>
                                        <p:cTn id="47" dur="200" fill="hold">
                                          <p:stCondLst>
                                            <p:cond delay="800"/>
                                          </p:stCondLst>
                                        </p:cTn>
                                        <p:tgtEl>
                                          <p:spTgt spid="80"/>
                                        </p:tgtEl>
                                        <p:attrNameLst>
                                          <p:attrName>r</p:attrName>
                                        </p:attrNameLst>
                                      </p:cBhvr>
                                    </p:animRot>
                                  </p:childTnLst>
                                </p:cTn>
                              </p:par>
                              <p:par>
                                <p:cTn id="48" presetID="32" presetClass="emph" presetSubtype="0" fill="hold" grpId="1" nodeType="withEffect">
                                  <p:stCondLst>
                                    <p:cond delay="0"/>
                                  </p:stCondLst>
                                  <p:childTnLst>
                                    <p:animRot by="120000">
                                      <p:cBhvr>
                                        <p:cTn id="49" dur="100" fill="hold">
                                          <p:stCondLst>
                                            <p:cond delay="0"/>
                                          </p:stCondLst>
                                        </p:cTn>
                                        <p:tgtEl>
                                          <p:spTgt spid="82"/>
                                        </p:tgtEl>
                                        <p:attrNameLst>
                                          <p:attrName>r</p:attrName>
                                        </p:attrNameLst>
                                      </p:cBhvr>
                                    </p:animRot>
                                    <p:animRot by="-240000">
                                      <p:cBhvr>
                                        <p:cTn id="50" dur="200" fill="hold">
                                          <p:stCondLst>
                                            <p:cond delay="200"/>
                                          </p:stCondLst>
                                        </p:cTn>
                                        <p:tgtEl>
                                          <p:spTgt spid="82"/>
                                        </p:tgtEl>
                                        <p:attrNameLst>
                                          <p:attrName>r</p:attrName>
                                        </p:attrNameLst>
                                      </p:cBhvr>
                                    </p:animRot>
                                    <p:animRot by="240000">
                                      <p:cBhvr>
                                        <p:cTn id="51" dur="200" fill="hold">
                                          <p:stCondLst>
                                            <p:cond delay="400"/>
                                          </p:stCondLst>
                                        </p:cTn>
                                        <p:tgtEl>
                                          <p:spTgt spid="82"/>
                                        </p:tgtEl>
                                        <p:attrNameLst>
                                          <p:attrName>r</p:attrName>
                                        </p:attrNameLst>
                                      </p:cBhvr>
                                    </p:animRot>
                                    <p:animRot by="-240000">
                                      <p:cBhvr>
                                        <p:cTn id="52" dur="200" fill="hold">
                                          <p:stCondLst>
                                            <p:cond delay="600"/>
                                          </p:stCondLst>
                                        </p:cTn>
                                        <p:tgtEl>
                                          <p:spTgt spid="82"/>
                                        </p:tgtEl>
                                        <p:attrNameLst>
                                          <p:attrName>r</p:attrName>
                                        </p:attrNameLst>
                                      </p:cBhvr>
                                    </p:animRot>
                                    <p:animRot by="120000">
                                      <p:cBhvr>
                                        <p:cTn id="53" dur="200" fill="hold">
                                          <p:stCondLst>
                                            <p:cond delay="800"/>
                                          </p:stCondLst>
                                        </p:cTn>
                                        <p:tgtEl>
                                          <p:spTgt spid="82"/>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 grpId="0" animBg="1"/>
      <p:bldP spid="78" grpId="1" animBg="1"/>
      <p:bldP spid="79" grpId="0" animBg="1"/>
      <p:bldP spid="79" grpId="1" animBg="1"/>
      <p:bldP spid="80" grpId="0" animBg="1"/>
      <p:bldP spid="80" grpId="1" animBg="1"/>
      <p:bldP spid="82" grpId="0" animBg="1"/>
      <p:bldP spid="82" grpId="1" animBg="1"/>
    </p:bldLst>
  </p:timing>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64" name="Commandes Shell : Manipulation des fichiers et des répertoires"/>
          <p:cNvSpPr txBox="1">
            <a:spLocks noGrp="1"/>
          </p:cNvSpPr>
          <p:nvPr>
            <p:ph type="title"/>
          </p:nvPr>
        </p:nvSpPr>
        <p:spPr>
          <a:xfrm>
            <a:off x="586672" y="908025"/>
            <a:ext cx="13464046" cy="1524891"/>
          </a:xfrm>
          <a:prstGeom prst="rect">
            <a:avLst/>
          </a:prstGeom>
        </p:spPr>
        <p:txBody>
          <a:bodyPr/>
          <a:lstStyle>
            <a:lvl1pPr defTabSz="426466">
              <a:spcBef>
                <a:spcPts val="1100"/>
              </a:spcBef>
              <a:defRPr sz="4380"/>
            </a:lvl1pPr>
          </a:lstStyle>
          <a:p>
            <a:r>
              <a:t>Commandes Shell : Manipulation des fichiers et des répertoires  </a:t>
            </a:r>
          </a:p>
        </p:txBody>
      </p:sp>
      <p:sp>
        <p:nvSpPr>
          <p:cNvPr id="465" name="Commande (cd)…"/>
          <p:cNvSpPr txBox="1">
            <a:spLocks noGrp="1"/>
          </p:cNvSpPr>
          <p:nvPr>
            <p:ph type="body" idx="1"/>
          </p:nvPr>
        </p:nvSpPr>
        <p:spPr>
          <a:xfrm>
            <a:off x="586672" y="2931254"/>
            <a:ext cx="13263381" cy="7322766"/>
          </a:xfrm>
          <a:prstGeom prst="rect">
            <a:avLst/>
          </a:prstGeom>
        </p:spPr>
        <p:txBody>
          <a:bodyPr anchor="t"/>
          <a:lstStyle/>
          <a:p>
            <a:pPr marL="0" indent="0" algn="ctr" defTabSz="536227">
              <a:spcBef>
                <a:spcPts val="2102"/>
              </a:spcBef>
              <a:buSzTx/>
              <a:buNone/>
              <a:defRPr sz="3000" b="1" i="1" u="sng">
                <a:solidFill>
                  <a:srgbClr val="B0564E"/>
                </a:solidFill>
              </a:defRPr>
            </a:pPr>
            <a:r>
              <a:rPr dirty="0" err="1">
                <a:solidFill>
                  <a:srgbClr val="0070C0"/>
                </a:solidFill>
              </a:rPr>
              <a:t>Commande</a:t>
            </a:r>
            <a:r>
              <a:rPr lang="fr-FR" dirty="0">
                <a:solidFill>
                  <a:srgbClr val="0070C0"/>
                </a:solidFill>
              </a:rPr>
              <a:t> </a:t>
            </a:r>
            <a:r>
              <a:rPr sz="3208" dirty="0">
                <a:solidFill>
                  <a:srgbClr val="0070C0"/>
                </a:solidFill>
              </a:rPr>
              <a:t> </a:t>
            </a:r>
            <a:r>
              <a:rPr sz="3208" dirty="0">
                <a:solidFill>
                  <a:srgbClr val="002060"/>
                </a:solidFill>
              </a:rPr>
              <a:t>cd </a:t>
            </a:r>
          </a:p>
          <a:p>
            <a:pPr marL="306710" indent="-306710" defTabSz="536227">
              <a:spcBef>
                <a:spcPts val="2102"/>
              </a:spcBef>
              <a:defRPr sz="2800"/>
            </a:pPr>
            <a:r>
              <a:rPr dirty="0"/>
              <a:t>La </a:t>
            </a:r>
            <a:r>
              <a:rPr dirty="0" err="1"/>
              <a:t>commande</a:t>
            </a:r>
            <a:r>
              <a:rPr dirty="0"/>
              <a:t> «</a:t>
            </a:r>
            <a:r>
              <a:rPr b="1" dirty="0"/>
              <a:t>cd</a:t>
            </a:r>
            <a:r>
              <a:rPr dirty="0"/>
              <a:t> » </a:t>
            </a:r>
            <a:r>
              <a:rPr dirty="0" err="1"/>
              <a:t>permet</a:t>
            </a:r>
            <a:r>
              <a:rPr dirty="0"/>
              <a:t> de se </a:t>
            </a:r>
            <a:r>
              <a:rPr dirty="0" err="1"/>
              <a:t>déplacer</a:t>
            </a:r>
            <a:r>
              <a:rPr dirty="0"/>
              <a:t> dans </a:t>
            </a:r>
            <a:r>
              <a:rPr dirty="0" err="1"/>
              <a:t>l’arborescence</a:t>
            </a:r>
            <a:r>
              <a:rPr dirty="0"/>
              <a:t>. Sans </a:t>
            </a:r>
            <a:r>
              <a:rPr dirty="0" err="1"/>
              <a:t>paramètre</a:t>
            </a:r>
            <a:r>
              <a:rPr dirty="0"/>
              <a:t>, </a:t>
            </a:r>
            <a:r>
              <a:rPr dirty="0" err="1"/>
              <a:t>elle</a:t>
            </a:r>
            <a:r>
              <a:rPr dirty="0"/>
              <a:t> nous </a:t>
            </a:r>
            <a:r>
              <a:rPr dirty="0" err="1"/>
              <a:t>renvoie</a:t>
            </a:r>
            <a:r>
              <a:rPr dirty="0"/>
              <a:t> </a:t>
            </a:r>
            <a:r>
              <a:rPr dirty="0" err="1"/>
              <a:t>vers</a:t>
            </a:r>
            <a:r>
              <a:rPr dirty="0"/>
              <a:t> le </a:t>
            </a:r>
            <a:r>
              <a:rPr dirty="0" err="1"/>
              <a:t>répertoire</a:t>
            </a:r>
            <a:r>
              <a:rPr dirty="0"/>
              <a:t> personnel de </a:t>
            </a:r>
            <a:r>
              <a:rPr dirty="0" err="1"/>
              <a:t>l’utilisateur</a:t>
            </a:r>
            <a:r>
              <a:rPr dirty="0"/>
              <a:t> </a:t>
            </a:r>
            <a:r>
              <a:rPr dirty="0" err="1"/>
              <a:t>actuel</a:t>
            </a:r>
            <a:r>
              <a:rPr dirty="0"/>
              <a:t>, </a:t>
            </a:r>
            <a:r>
              <a:rPr dirty="0" err="1"/>
              <a:t>sinon</a:t>
            </a:r>
            <a:r>
              <a:rPr dirty="0"/>
              <a:t> au chemin </a:t>
            </a:r>
            <a:r>
              <a:rPr dirty="0" err="1"/>
              <a:t>spécifié</a:t>
            </a:r>
            <a:r>
              <a:rPr dirty="0"/>
              <a:t> </a:t>
            </a:r>
            <a:r>
              <a:rPr dirty="0" err="1"/>
              <a:t>en</a:t>
            </a:r>
            <a:r>
              <a:rPr dirty="0"/>
              <a:t> argument, </a:t>
            </a:r>
            <a:endParaRPr dirty="0">
              <a:latin typeface="Times Roman"/>
              <a:ea typeface="Times Roman"/>
              <a:cs typeface="Times Roman"/>
              <a:sym typeface="Times Roman"/>
            </a:endParaRPr>
          </a:p>
          <a:p>
            <a:pPr marL="306710" indent="-306710" defTabSz="536227">
              <a:spcBef>
                <a:spcPts val="2102"/>
              </a:spcBef>
              <a:defRPr sz="2800"/>
            </a:pPr>
            <a:r>
              <a:rPr dirty="0"/>
              <a:t>Avec les arguments </a:t>
            </a:r>
            <a:r>
              <a:rPr dirty="0" err="1"/>
              <a:t>listés</a:t>
            </a:r>
            <a:r>
              <a:rPr dirty="0"/>
              <a:t> ci-dessous, </a:t>
            </a:r>
            <a:r>
              <a:rPr dirty="0" err="1"/>
              <a:t>elle</a:t>
            </a:r>
            <a:r>
              <a:rPr dirty="0"/>
              <a:t> </a:t>
            </a:r>
            <a:r>
              <a:rPr dirty="0" err="1"/>
              <a:t>permet</a:t>
            </a:r>
            <a:r>
              <a:rPr dirty="0"/>
              <a:t> de :</a:t>
            </a:r>
          </a:p>
          <a:p>
            <a:pPr marL="613422" lvl="1" indent="-306710" defTabSz="536227">
              <a:spcBef>
                <a:spcPts val="2102"/>
              </a:spcBef>
              <a:defRPr sz="2800" b="1">
                <a:solidFill>
                  <a:srgbClr val="941100"/>
                </a:solidFill>
              </a:defRPr>
            </a:pPr>
            <a:r>
              <a:rPr dirty="0"/>
              <a:t>.</a:t>
            </a:r>
            <a:r>
              <a:rPr dirty="0">
                <a:solidFill>
                  <a:srgbClr val="A50021"/>
                </a:solidFill>
                <a:latin typeface="Times Roman"/>
                <a:ea typeface="Times Roman"/>
                <a:cs typeface="Times Roman"/>
                <a:sym typeface="Times Roman"/>
              </a:rPr>
              <a:t> </a:t>
            </a:r>
            <a:r>
              <a:rPr b="0" dirty="0">
                <a:solidFill>
                  <a:srgbClr val="414141"/>
                </a:solidFill>
                <a:latin typeface="Times Roman"/>
                <a:ea typeface="Times Roman"/>
                <a:cs typeface="Times Roman"/>
                <a:sym typeface="Times Roman"/>
              </a:rPr>
              <a:t>: </a:t>
            </a:r>
            <a:r>
              <a:rPr b="0" dirty="0">
                <a:solidFill>
                  <a:srgbClr val="414141"/>
                </a:solidFill>
              </a:rPr>
              <a:t>se </a:t>
            </a:r>
            <a:r>
              <a:rPr b="0" dirty="0" err="1">
                <a:solidFill>
                  <a:srgbClr val="414141"/>
                </a:solidFill>
              </a:rPr>
              <a:t>déplacer</a:t>
            </a:r>
            <a:r>
              <a:rPr b="0" dirty="0">
                <a:solidFill>
                  <a:srgbClr val="414141"/>
                </a:solidFill>
              </a:rPr>
              <a:t> dans le </a:t>
            </a:r>
            <a:r>
              <a:rPr b="0" dirty="0" err="1">
                <a:solidFill>
                  <a:srgbClr val="414141"/>
                </a:solidFill>
              </a:rPr>
              <a:t>répertoire</a:t>
            </a:r>
            <a:r>
              <a:rPr b="0" dirty="0">
                <a:solidFill>
                  <a:srgbClr val="414141"/>
                </a:solidFill>
              </a:rPr>
              <a:t> courant</a:t>
            </a:r>
          </a:p>
          <a:p>
            <a:pPr marL="613422" lvl="1" indent="-306710" defTabSz="536227">
              <a:spcBef>
                <a:spcPts val="2102"/>
              </a:spcBef>
              <a:defRPr sz="2800" b="1">
                <a:solidFill>
                  <a:srgbClr val="941100"/>
                </a:solidFill>
              </a:defRPr>
            </a:pPr>
            <a:r>
              <a:rPr dirty="0"/>
              <a:t>..</a:t>
            </a:r>
            <a:r>
              <a:rPr dirty="0">
                <a:solidFill>
                  <a:srgbClr val="011993"/>
                </a:solidFill>
              </a:rPr>
              <a:t> </a:t>
            </a:r>
            <a:r>
              <a:rPr b="0" dirty="0">
                <a:solidFill>
                  <a:srgbClr val="414141"/>
                </a:solidFill>
                <a:latin typeface="Times Roman"/>
                <a:ea typeface="Times Roman"/>
                <a:cs typeface="Times Roman"/>
                <a:sym typeface="Times Roman"/>
              </a:rPr>
              <a:t>: </a:t>
            </a:r>
            <a:r>
              <a:rPr b="0" dirty="0">
                <a:solidFill>
                  <a:srgbClr val="414141"/>
                </a:solidFill>
              </a:rPr>
              <a:t>se </a:t>
            </a:r>
            <a:r>
              <a:rPr b="0" dirty="0" err="1">
                <a:solidFill>
                  <a:srgbClr val="414141"/>
                </a:solidFill>
              </a:rPr>
              <a:t>déplacer</a:t>
            </a:r>
            <a:r>
              <a:rPr b="0" dirty="0">
                <a:solidFill>
                  <a:srgbClr val="414141"/>
                </a:solidFill>
              </a:rPr>
              <a:t> </a:t>
            </a:r>
            <a:r>
              <a:rPr b="0" dirty="0" err="1">
                <a:solidFill>
                  <a:srgbClr val="414141"/>
                </a:solidFill>
              </a:rPr>
              <a:t>vers</a:t>
            </a:r>
            <a:r>
              <a:rPr b="0" dirty="0">
                <a:solidFill>
                  <a:srgbClr val="414141"/>
                </a:solidFill>
              </a:rPr>
              <a:t> le </a:t>
            </a:r>
            <a:r>
              <a:rPr b="0" dirty="0" err="1">
                <a:solidFill>
                  <a:srgbClr val="414141"/>
                </a:solidFill>
              </a:rPr>
              <a:t>répertoire</a:t>
            </a:r>
            <a:r>
              <a:rPr b="0" dirty="0">
                <a:solidFill>
                  <a:srgbClr val="414141"/>
                </a:solidFill>
              </a:rPr>
              <a:t> parent</a:t>
            </a:r>
          </a:p>
          <a:p>
            <a:pPr marL="613422" lvl="1" indent="-306710" defTabSz="536227">
              <a:spcBef>
                <a:spcPts val="2102"/>
              </a:spcBef>
              <a:defRPr sz="2800" b="1">
                <a:solidFill>
                  <a:srgbClr val="941100"/>
                </a:solidFill>
              </a:defRPr>
            </a:pPr>
            <a:r>
              <a:rPr dirty="0"/>
              <a:t>- </a:t>
            </a:r>
            <a:r>
              <a:rPr b="0" dirty="0">
                <a:solidFill>
                  <a:srgbClr val="414141"/>
                </a:solidFill>
                <a:latin typeface="Times Roman"/>
                <a:ea typeface="Times Roman"/>
                <a:cs typeface="Times Roman"/>
                <a:sym typeface="Times Roman"/>
              </a:rPr>
              <a:t>: </a:t>
            </a:r>
            <a:r>
              <a:rPr b="0" dirty="0">
                <a:solidFill>
                  <a:srgbClr val="414141"/>
                </a:solidFill>
              </a:rPr>
              <a:t>se </a:t>
            </a:r>
            <a:r>
              <a:rPr b="0" dirty="0" err="1">
                <a:solidFill>
                  <a:srgbClr val="414141"/>
                </a:solidFill>
              </a:rPr>
              <a:t>déplacer</a:t>
            </a:r>
            <a:r>
              <a:rPr b="0" dirty="0">
                <a:solidFill>
                  <a:srgbClr val="414141"/>
                </a:solidFill>
              </a:rPr>
              <a:t> </a:t>
            </a:r>
            <a:r>
              <a:rPr b="0" dirty="0" err="1">
                <a:solidFill>
                  <a:srgbClr val="414141"/>
                </a:solidFill>
              </a:rPr>
              <a:t>vers</a:t>
            </a:r>
            <a:r>
              <a:rPr b="0" dirty="0">
                <a:solidFill>
                  <a:srgbClr val="414141"/>
                </a:solidFill>
              </a:rPr>
              <a:t> le </a:t>
            </a:r>
            <a:r>
              <a:rPr b="0" dirty="0" err="1">
                <a:solidFill>
                  <a:srgbClr val="414141"/>
                </a:solidFill>
              </a:rPr>
              <a:t>répertoire</a:t>
            </a:r>
            <a:r>
              <a:rPr b="0" dirty="0">
                <a:solidFill>
                  <a:srgbClr val="414141"/>
                </a:solidFill>
              </a:rPr>
              <a:t> </a:t>
            </a:r>
            <a:r>
              <a:rPr b="0" dirty="0" err="1">
                <a:solidFill>
                  <a:srgbClr val="414141"/>
                </a:solidFill>
              </a:rPr>
              <a:t>précédent</a:t>
            </a:r>
            <a:endParaRPr b="0" dirty="0">
              <a:solidFill>
                <a:srgbClr val="414141"/>
              </a:solidFill>
            </a:endParaRPr>
          </a:p>
          <a:p>
            <a:pPr marL="613422" lvl="1" indent="-306710" defTabSz="536227">
              <a:spcBef>
                <a:spcPts val="2102"/>
              </a:spcBef>
              <a:defRPr sz="2800" b="1">
                <a:solidFill>
                  <a:srgbClr val="941100"/>
                </a:solidFill>
              </a:defRPr>
            </a:pPr>
            <a:r>
              <a:rPr dirty="0"/>
              <a:t>/</a:t>
            </a:r>
            <a:r>
              <a:rPr dirty="0">
                <a:solidFill>
                  <a:srgbClr val="011993"/>
                </a:solidFill>
              </a:rPr>
              <a:t> </a:t>
            </a:r>
            <a:r>
              <a:rPr b="0" dirty="0">
                <a:solidFill>
                  <a:srgbClr val="414141"/>
                </a:solidFill>
                <a:latin typeface="Times Roman"/>
                <a:ea typeface="Times Roman"/>
                <a:cs typeface="Times Roman"/>
                <a:sym typeface="Times Roman"/>
              </a:rPr>
              <a:t>: </a:t>
            </a:r>
            <a:r>
              <a:rPr b="0" dirty="0">
                <a:solidFill>
                  <a:srgbClr val="414141"/>
                </a:solidFill>
              </a:rPr>
              <a:t>se </a:t>
            </a:r>
            <a:r>
              <a:rPr b="0" dirty="0" err="1">
                <a:solidFill>
                  <a:srgbClr val="414141"/>
                </a:solidFill>
              </a:rPr>
              <a:t>déplacer</a:t>
            </a:r>
            <a:r>
              <a:rPr b="0" dirty="0">
                <a:solidFill>
                  <a:srgbClr val="414141"/>
                </a:solidFill>
              </a:rPr>
              <a:t> </a:t>
            </a:r>
            <a:r>
              <a:rPr b="0" dirty="0" err="1">
                <a:solidFill>
                  <a:srgbClr val="414141"/>
                </a:solidFill>
              </a:rPr>
              <a:t>vers</a:t>
            </a:r>
            <a:r>
              <a:rPr lang="fr-FR" b="0" dirty="0">
                <a:solidFill>
                  <a:srgbClr val="414141"/>
                </a:solidFill>
              </a:rPr>
              <a:t> le répertoire racine</a:t>
            </a:r>
            <a:endParaRPr sz="3097" dirty="0"/>
          </a:p>
          <a:p>
            <a:pPr marL="613422" lvl="1" indent="-306710" defTabSz="536227">
              <a:spcBef>
                <a:spcPts val="2102"/>
              </a:spcBef>
              <a:defRPr sz="2800" b="1">
                <a:solidFill>
                  <a:srgbClr val="941100"/>
                </a:solidFill>
              </a:defRPr>
            </a:pPr>
            <a:r>
              <a:rPr dirty="0"/>
              <a:t>~ </a:t>
            </a:r>
            <a:r>
              <a:rPr b="0" dirty="0">
                <a:solidFill>
                  <a:srgbClr val="414141"/>
                </a:solidFill>
                <a:latin typeface="Times Roman"/>
                <a:ea typeface="Times Roman"/>
                <a:cs typeface="Times Roman"/>
                <a:sym typeface="Times Roman"/>
              </a:rPr>
              <a:t>: </a:t>
            </a:r>
            <a:r>
              <a:rPr b="0" dirty="0">
                <a:solidFill>
                  <a:srgbClr val="414141"/>
                </a:solidFill>
              </a:rPr>
              <a:t>se </a:t>
            </a:r>
            <a:r>
              <a:rPr b="0" dirty="0" err="1">
                <a:solidFill>
                  <a:srgbClr val="414141"/>
                </a:solidFill>
              </a:rPr>
              <a:t>déplacer</a:t>
            </a:r>
            <a:r>
              <a:rPr b="0" dirty="0">
                <a:solidFill>
                  <a:srgbClr val="414141"/>
                </a:solidFill>
              </a:rPr>
              <a:t> </a:t>
            </a:r>
            <a:r>
              <a:rPr b="0" dirty="0" err="1">
                <a:solidFill>
                  <a:srgbClr val="414141"/>
                </a:solidFill>
              </a:rPr>
              <a:t>vers</a:t>
            </a:r>
            <a:r>
              <a:rPr b="0" dirty="0">
                <a:solidFill>
                  <a:srgbClr val="414141"/>
                </a:solidFill>
              </a:rPr>
              <a:t> le </a:t>
            </a:r>
            <a:r>
              <a:rPr b="0" dirty="0" err="1">
                <a:solidFill>
                  <a:srgbClr val="414141"/>
                </a:solidFill>
              </a:rPr>
              <a:t>répertoire</a:t>
            </a:r>
            <a:r>
              <a:rPr b="0" dirty="0">
                <a:solidFill>
                  <a:srgbClr val="414141"/>
                </a:solidFill>
              </a:rPr>
              <a:t> </a:t>
            </a:r>
            <a:r>
              <a:rPr b="0" dirty="0" err="1">
                <a:solidFill>
                  <a:srgbClr val="414141"/>
                </a:solidFill>
              </a:rPr>
              <a:t>personnelle</a:t>
            </a:r>
            <a:r>
              <a:rPr b="0" dirty="0">
                <a:solidFill>
                  <a:srgbClr val="414141"/>
                </a:solidFill>
              </a:rPr>
              <a:t> de </a:t>
            </a:r>
            <a:r>
              <a:rPr b="0" dirty="0" err="1">
                <a:solidFill>
                  <a:srgbClr val="414141"/>
                </a:solidFill>
              </a:rPr>
              <a:t>l’utilisateur</a:t>
            </a:r>
            <a:r>
              <a:rPr b="0" dirty="0">
                <a:solidFill>
                  <a:srgbClr val="414141"/>
                </a:solidFill>
              </a:rPr>
              <a:t> courant</a:t>
            </a:r>
          </a:p>
        </p:txBody>
      </p:sp>
      <p:sp>
        <p:nvSpPr>
          <p:cNvPr id="466" name="Espace réservé du numéro de diapositive 1"/>
          <p:cNvSpPr txBox="1">
            <a:spLocks noGrp="1"/>
          </p:cNvSpPr>
          <p:nvPr>
            <p:ph type="sldNum" sz="quarter" idx="2"/>
          </p:nvPr>
        </p:nvSpPr>
        <p:spPr>
          <a:xfrm>
            <a:off x="7029966" y="10265453"/>
            <a:ext cx="362740" cy="412859"/>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31</a:t>
            </a:fld>
            <a:endParaRPr/>
          </a:p>
        </p:txBody>
      </p:sp>
    </p:spTree>
  </p:cSld>
  <p:clrMapOvr>
    <a:masterClrMapping/>
  </p:clrMapOvr>
  <p:transition spd="med"/>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68" name="Manipulation des Fichiers &amp; Répertoires : FHS"/>
          <p:cNvSpPr txBox="1">
            <a:spLocks noGrp="1"/>
          </p:cNvSpPr>
          <p:nvPr>
            <p:ph type="title"/>
          </p:nvPr>
        </p:nvSpPr>
        <p:spPr>
          <a:prstGeom prst="rect">
            <a:avLst/>
          </a:prstGeom>
        </p:spPr>
        <p:txBody>
          <a:bodyPr>
            <a:normAutofit fontScale="90000"/>
          </a:bodyPr>
          <a:lstStyle>
            <a:lvl1pPr defTabSz="578358">
              <a:spcBef>
                <a:spcPts val="1500"/>
              </a:spcBef>
              <a:defRPr sz="5940"/>
            </a:lvl1pPr>
          </a:lstStyle>
          <a:p>
            <a:r>
              <a:t>Manipulation des Fichiers &amp; Répertoires  </a:t>
            </a:r>
          </a:p>
        </p:txBody>
      </p:sp>
      <p:sp>
        <p:nvSpPr>
          <p:cNvPr id="469" name="Espace réservé du numéro de diapositive 1"/>
          <p:cNvSpPr txBox="1">
            <a:spLocks noGrp="1"/>
          </p:cNvSpPr>
          <p:nvPr>
            <p:ph type="sldNum" sz="quarter" idx="2"/>
          </p:nvPr>
        </p:nvSpPr>
        <p:spPr>
          <a:xfrm>
            <a:off x="7029966" y="10265453"/>
            <a:ext cx="362740" cy="412859"/>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32</a:t>
            </a:fld>
            <a:endParaRPr/>
          </a:p>
        </p:txBody>
      </p:sp>
      <p:sp>
        <p:nvSpPr>
          <p:cNvPr id="470" name="Espace réservé du numéro de diapositive 1"/>
          <p:cNvSpPr txBox="1"/>
          <p:nvPr/>
        </p:nvSpPr>
        <p:spPr>
          <a:xfrm>
            <a:off x="7021471" y="10265453"/>
            <a:ext cx="379729" cy="43151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6200" tIns="56200" rIns="56200" bIns="56200">
            <a:spAutoFit/>
          </a:bodyPr>
          <a:lstStyle>
            <a:lvl1pPr>
              <a:defRPr sz="1800">
                <a:solidFill>
                  <a:srgbClr val="4C4946"/>
                </a:solidFill>
                <a:latin typeface="Palatino"/>
                <a:ea typeface="Palatino"/>
                <a:cs typeface="Palatino"/>
                <a:sym typeface="Palatino"/>
              </a:defRPr>
            </a:lvl1pPr>
          </a:lstStyle>
          <a:p>
            <a:r>
              <a:rPr sz="1991"/>
              <a:t>32</a:t>
            </a:r>
          </a:p>
        </p:txBody>
      </p:sp>
      <p:sp>
        <p:nvSpPr>
          <p:cNvPr id="81" name="Rectangle à coins arrondis 80"/>
          <p:cNvSpPr/>
          <p:nvPr/>
        </p:nvSpPr>
        <p:spPr>
          <a:xfrm>
            <a:off x="6433021" y="3718327"/>
            <a:ext cx="1032454" cy="477981"/>
          </a:xfrm>
          <a:prstGeom prst="roundRect">
            <a:avLst/>
          </a:prstGeom>
          <a:gradFill rotWithShape="1">
            <a:gsLst>
              <a:gs pos="0">
                <a:srgbClr val="F79646">
                  <a:tint val="50000"/>
                  <a:satMod val="300000"/>
                </a:srgbClr>
              </a:gs>
              <a:gs pos="35000">
                <a:srgbClr val="F79646">
                  <a:tint val="37000"/>
                  <a:satMod val="300000"/>
                </a:srgbClr>
              </a:gs>
              <a:gs pos="100000">
                <a:srgbClr val="F79646">
                  <a:tint val="15000"/>
                  <a:satMod val="350000"/>
                </a:srgbClr>
              </a:gs>
            </a:gsLst>
            <a:lin ang="16200000" scaled="1"/>
          </a:gradFill>
          <a:ln w="9525" cap="flat" cmpd="sng" algn="ctr">
            <a:solidFill>
              <a:srgbClr val="F79646">
                <a:shade val="95000"/>
                <a:satMod val="105000"/>
              </a:srgbClr>
            </a:solidFill>
            <a:prstDash val="solid"/>
          </a:ln>
          <a:effectLst>
            <a:outerShdw blurRad="40000" dist="20000" dir="5400000" rotWithShape="0">
              <a:srgbClr val="000000">
                <a:alpha val="38000"/>
              </a:srgbClr>
            </a:outerShdw>
          </a:effectLst>
        </p:spPr>
        <p:txBody>
          <a:bodyPr rtlCol="0" anchor="ctr"/>
          <a:lstStyle/>
          <a:p>
            <a:pPr defTabSz="1011602" hangingPunct="1">
              <a:defRPr/>
            </a:pPr>
            <a:r>
              <a:rPr lang="fr-FR" sz="1991" kern="1200" dirty="0">
                <a:solidFill>
                  <a:prstClr val="black"/>
                </a:solidFill>
                <a:latin typeface="Calibri"/>
                <a:ea typeface="+mn-ea"/>
                <a:cs typeface="+mn-cs"/>
              </a:rPr>
              <a:t>/</a:t>
            </a:r>
            <a:endParaRPr lang="en-US" sz="1991" kern="1200" dirty="0">
              <a:solidFill>
                <a:prstClr val="black"/>
              </a:solidFill>
              <a:latin typeface="Calibri"/>
              <a:ea typeface="+mn-ea"/>
              <a:cs typeface="+mn-cs"/>
            </a:endParaRPr>
          </a:p>
        </p:txBody>
      </p:sp>
      <p:sp>
        <p:nvSpPr>
          <p:cNvPr id="82" name="Rectangle à coins arrondis 81"/>
          <p:cNvSpPr/>
          <p:nvPr/>
        </p:nvSpPr>
        <p:spPr>
          <a:xfrm>
            <a:off x="8105954" y="4992943"/>
            <a:ext cx="1194952" cy="398317"/>
          </a:xfrm>
          <a:prstGeom prst="roundRect">
            <a:avLst/>
          </a:prstGeom>
          <a:solidFill>
            <a:srgbClr val="4F81BD"/>
          </a:solidFill>
          <a:ln w="25400" cap="flat" cmpd="sng" algn="ctr">
            <a:solidFill>
              <a:srgbClr val="4F81BD">
                <a:shade val="50000"/>
              </a:srgbClr>
            </a:solidFill>
            <a:prstDash val="solid"/>
          </a:ln>
          <a:effectLst/>
        </p:spPr>
        <p:txBody>
          <a:bodyPr rtlCol="0" anchor="ctr"/>
          <a:lstStyle/>
          <a:p>
            <a:pPr defTabSz="1011602" hangingPunct="1">
              <a:defRPr/>
            </a:pPr>
            <a:r>
              <a:rPr lang="fr-FR" sz="1991" kern="1200" dirty="0">
                <a:solidFill>
                  <a:prstClr val="white"/>
                </a:solidFill>
                <a:latin typeface="Calibri"/>
                <a:ea typeface="+mn-ea"/>
                <a:cs typeface="+mn-cs"/>
              </a:rPr>
              <a:t>home</a:t>
            </a:r>
            <a:endParaRPr lang="en-US" sz="1991" kern="1200" dirty="0">
              <a:solidFill>
                <a:prstClr val="white"/>
              </a:solidFill>
              <a:latin typeface="Calibri"/>
              <a:ea typeface="+mn-ea"/>
              <a:cs typeface="+mn-cs"/>
            </a:endParaRPr>
          </a:p>
        </p:txBody>
      </p:sp>
      <p:sp>
        <p:nvSpPr>
          <p:cNvPr id="83" name="Rectangle à coins arrondis 82"/>
          <p:cNvSpPr/>
          <p:nvPr/>
        </p:nvSpPr>
        <p:spPr>
          <a:xfrm>
            <a:off x="9938214" y="4992943"/>
            <a:ext cx="1194952" cy="398317"/>
          </a:xfrm>
          <a:prstGeom prst="roundRect">
            <a:avLst/>
          </a:prstGeom>
          <a:solidFill>
            <a:srgbClr val="4F81BD"/>
          </a:solidFill>
          <a:ln w="25400" cap="flat" cmpd="sng" algn="ctr">
            <a:solidFill>
              <a:srgbClr val="4F81BD">
                <a:shade val="50000"/>
              </a:srgbClr>
            </a:solidFill>
            <a:prstDash val="solid"/>
          </a:ln>
          <a:effectLst/>
        </p:spPr>
        <p:txBody>
          <a:bodyPr rtlCol="0" anchor="ctr"/>
          <a:lstStyle/>
          <a:p>
            <a:pPr defTabSz="1011602" hangingPunct="1">
              <a:defRPr/>
            </a:pPr>
            <a:r>
              <a:rPr lang="fr-FR" sz="1991" kern="1200" dirty="0" err="1">
                <a:solidFill>
                  <a:prstClr val="white"/>
                </a:solidFill>
                <a:latin typeface="Calibri"/>
                <a:ea typeface="+mn-ea"/>
                <a:cs typeface="+mn-cs"/>
              </a:rPr>
              <a:t>mnt</a:t>
            </a:r>
            <a:endParaRPr lang="en-US" sz="1991" kern="1200" dirty="0">
              <a:solidFill>
                <a:prstClr val="white"/>
              </a:solidFill>
              <a:latin typeface="Calibri"/>
              <a:ea typeface="+mn-ea"/>
              <a:cs typeface="+mn-cs"/>
            </a:endParaRPr>
          </a:p>
        </p:txBody>
      </p:sp>
      <p:sp>
        <p:nvSpPr>
          <p:cNvPr id="84" name="Rectangle à coins arrondis 83"/>
          <p:cNvSpPr/>
          <p:nvPr/>
        </p:nvSpPr>
        <p:spPr>
          <a:xfrm>
            <a:off x="6194031" y="4992943"/>
            <a:ext cx="1194952" cy="398317"/>
          </a:xfrm>
          <a:prstGeom prst="roundRect">
            <a:avLst/>
          </a:prstGeom>
          <a:solidFill>
            <a:srgbClr val="4F81BD"/>
          </a:solidFill>
          <a:ln w="25400" cap="flat" cmpd="sng" algn="ctr">
            <a:solidFill>
              <a:srgbClr val="4F81BD">
                <a:shade val="50000"/>
              </a:srgbClr>
            </a:solidFill>
            <a:prstDash val="solid"/>
          </a:ln>
          <a:effectLst/>
        </p:spPr>
        <p:txBody>
          <a:bodyPr rtlCol="0" anchor="ctr"/>
          <a:lstStyle/>
          <a:p>
            <a:pPr defTabSz="1011602" hangingPunct="1">
              <a:defRPr/>
            </a:pPr>
            <a:r>
              <a:rPr lang="fr-FR" sz="1991" kern="1200" dirty="0" err="1">
                <a:solidFill>
                  <a:prstClr val="white"/>
                </a:solidFill>
                <a:latin typeface="Calibri"/>
                <a:ea typeface="+mn-ea"/>
                <a:cs typeface="+mn-cs"/>
              </a:rPr>
              <a:t>etc</a:t>
            </a:r>
            <a:endParaRPr lang="en-US" sz="1991" kern="1200" dirty="0">
              <a:solidFill>
                <a:prstClr val="white"/>
              </a:solidFill>
              <a:latin typeface="Calibri"/>
              <a:ea typeface="+mn-ea"/>
              <a:cs typeface="+mn-cs"/>
            </a:endParaRPr>
          </a:p>
        </p:txBody>
      </p:sp>
      <p:sp>
        <p:nvSpPr>
          <p:cNvPr id="85" name="Rectangle à coins arrondis 84"/>
          <p:cNvSpPr/>
          <p:nvPr/>
        </p:nvSpPr>
        <p:spPr>
          <a:xfrm>
            <a:off x="3007492" y="4992943"/>
            <a:ext cx="1194952" cy="398317"/>
          </a:xfrm>
          <a:prstGeom prst="roundRect">
            <a:avLst/>
          </a:prstGeom>
          <a:solidFill>
            <a:srgbClr val="4F81BD"/>
          </a:solidFill>
          <a:ln w="25400" cap="flat" cmpd="sng" algn="ctr">
            <a:solidFill>
              <a:srgbClr val="4F81BD">
                <a:shade val="50000"/>
              </a:srgbClr>
            </a:solidFill>
            <a:prstDash val="solid"/>
          </a:ln>
          <a:effectLst/>
        </p:spPr>
        <p:txBody>
          <a:bodyPr rtlCol="0" anchor="ctr"/>
          <a:lstStyle/>
          <a:p>
            <a:pPr defTabSz="1011602" hangingPunct="1">
              <a:defRPr/>
            </a:pPr>
            <a:r>
              <a:rPr lang="fr-FR" sz="1991" kern="1200" dirty="0">
                <a:solidFill>
                  <a:prstClr val="white"/>
                </a:solidFill>
                <a:latin typeface="Calibri"/>
                <a:ea typeface="+mn-ea"/>
                <a:cs typeface="+mn-cs"/>
              </a:rPr>
              <a:t>bin</a:t>
            </a:r>
            <a:endParaRPr lang="en-US" sz="1991" kern="1200" dirty="0">
              <a:solidFill>
                <a:prstClr val="white"/>
              </a:solidFill>
              <a:latin typeface="Calibri"/>
              <a:ea typeface="+mn-ea"/>
              <a:cs typeface="+mn-cs"/>
            </a:endParaRPr>
          </a:p>
        </p:txBody>
      </p:sp>
      <p:cxnSp>
        <p:nvCxnSpPr>
          <p:cNvPr id="86" name="Connecteur droit 85"/>
          <p:cNvCxnSpPr/>
          <p:nvPr/>
        </p:nvCxnSpPr>
        <p:spPr>
          <a:xfrm>
            <a:off x="4282107" y="5192102"/>
            <a:ext cx="1832260" cy="0"/>
          </a:xfrm>
          <a:prstGeom prst="line">
            <a:avLst/>
          </a:prstGeom>
          <a:noFill/>
          <a:ln w="25400" cap="flat" cmpd="sng" algn="ctr">
            <a:solidFill>
              <a:srgbClr val="4F81BD"/>
            </a:solidFill>
            <a:prstDash val="sysDot"/>
          </a:ln>
          <a:effectLst>
            <a:outerShdw blurRad="40000" dist="20000" dir="5400000" rotWithShape="0">
              <a:srgbClr val="000000">
                <a:alpha val="38000"/>
              </a:srgbClr>
            </a:outerShdw>
          </a:effectLst>
        </p:spPr>
      </p:cxnSp>
      <p:cxnSp>
        <p:nvCxnSpPr>
          <p:cNvPr id="87" name="Connecteur droit 86"/>
          <p:cNvCxnSpPr>
            <a:stCxn id="81" idx="2"/>
            <a:endCxn id="85" idx="0"/>
          </p:cNvCxnSpPr>
          <p:nvPr/>
        </p:nvCxnSpPr>
        <p:spPr>
          <a:xfrm flipH="1">
            <a:off x="3604968" y="4196308"/>
            <a:ext cx="3344281" cy="796634"/>
          </a:xfrm>
          <a:prstGeom prst="line">
            <a:avLst/>
          </a:prstGeom>
          <a:noFill/>
          <a:ln w="9525" cap="flat" cmpd="sng" algn="ctr">
            <a:solidFill>
              <a:srgbClr val="4F81BD">
                <a:shade val="95000"/>
                <a:satMod val="105000"/>
              </a:srgbClr>
            </a:solidFill>
            <a:prstDash val="solid"/>
          </a:ln>
          <a:effectLst/>
        </p:spPr>
      </p:cxnSp>
      <p:cxnSp>
        <p:nvCxnSpPr>
          <p:cNvPr id="88" name="Connecteur droit 87"/>
          <p:cNvCxnSpPr>
            <a:stCxn id="81" idx="2"/>
            <a:endCxn id="84" idx="0"/>
          </p:cNvCxnSpPr>
          <p:nvPr/>
        </p:nvCxnSpPr>
        <p:spPr>
          <a:xfrm flipH="1">
            <a:off x="6791507" y="4196308"/>
            <a:ext cx="157741" cy="796634"/>
          </a:xfrm>
          <a:prstGeom prst="line">
            <a:avLst/>
          </a:prstGeom>
          <a:noFill/>
          <a:ln w="9525" cap="flat" cmpd="sng" algn="ctr">
            <a:solidFill>
              <a:srgbClr val="4F81BD">
                <a:shade val="95000"/>
                <a:satMod val="105000"/>
              </a:srgbClr>
            </a:solidFill>
            <a:prstDash val="solid"/>
          </a:ln>
          <a:effectLst/>
        </p:spPr>
      </p:cxnSp>
      <p:cxnSp>
        <p:nvCxnSpPr>
          <p:cNvPr id="89" name="Connecteur droit 88"/>
          <p:cNvCxnSpPr>
            <a:stCxn id="81" idx="2"/>
            <a:endCxn id="82" idx="0"/>
          </p:cNvCxnSpPr>
          <p:nvPr/>
        </p:nvCxnSpPr>
        <p:spPr>
          <a:xfrm>
            <a:off x="6949248" y="4196308"/>
            <a:ext cx="1754182" cy="796634"/>
          </a:xfrm>
          <a:prstGeom prst="line">
            <a:avLst/>
          </a:prstGeom>
          <a:noFill/>
          <a:ln w="9525" cap="flat" cmpd="sng" algn="ctr">
            <a:solidFill>
              <a:srgbClr val="4F81BD">
                <a:shade val="95000"/>
                <a:satMod val="105000"/>
              </a:srgbClr>
            </a:solidFill>
            <a:prstDash val="solid"/>
          </a:ln>
          <a:effectLst/>
        </p:spPr>
      </p:cxnSp>
      <p:cxnSp>
        <p:nvCxnSpPr>
          <p:cNvPr id="90" name="Connecteur droit 89"/>
          <p:cNvCxnSpPr>
            <a:stCxn id="81" idx="2"/>
            <a:endCxn id="83" idx="0"/>
          </p:cNvCxnSpPr>
          <p:nvPr/>
        </p:nvCxnSpPr>
        <p:spPr>
          <a:xfrm>
            <a:off x="6949248" y="4196308"/>
            <a:ext cx="3586442" cy="796634"/>
          </a:xfrm>
          <a:prstGeom prst="line">
            <a:avLst/>
          </a:prstGeom>
          <a:noFill/>
          <a:ln w="9525" cap="flat" cmpd="sng" algn="ctr">
            <a:solidFill>
              <a:srgbClr val="4F81BD">
                <a:shade val="95000"/>
                <a:satMod val="105000"/>
              </a:srgbClr>
            </a:solidFill>
            <a:prstDash val="solid"/>
          </a:ln>
          <a:effectLst/>
        </p:spPr>
      </p:cxnSp>
      <p:sp>
        <p:nvSpPr>
          <p:cNvPr id="91" name="Rectangle à coins arrondis 90"/>
          <p:cNvSpPr/>
          <p:nvPr/>
        </p:nvSpPr>
        <p:spPr>
          <a:xfrm>
            <a:off x="5636386" y="6028568"/>
            <a:ext cx="1504331" cy="398317"/>
          </a:xfrm>
          <a:prstGeom prst="roundRect">
            <a:avLst/>
          </a:prstGeom>
          <a:solidFill>
            <a:srgbClr val="4F81BD"/>
          </a:solidFill>
          <a:ln w="25400" cap="flat" cmpd="sng" algn="ctr">
            <a:solidFill>
              <a:srgbClr val="4F81BD">
                <a:shade val="50000"/>
              </a:srgbClr>
            </a:solidFill>
            <a:prstDash val="solid"/>
          </a:ln>
          <a:effectLst/>
        </p:spPr>
        <p:txBody>
          <a:bodyPr rtlCol="0" anchor="ctr"/>
          <a:lstStyle/>
          <a:p>
            <a:pPr defTabSz="1011602" hangingPunct="1">
              <a:defRPr/>
            </a:pPr>
            <a:r>
              <a:rPr lang="en-US" sz="1991" kern="1200" dirty="0">
                <a:solidFill>
                  <a:prstClr val="white"/>
                </a:solidFill>
                <a:latin typeface="Calibri"/>
                <a:ea typeface="+mn-ea"/>
                <a:cs typeface="+mn-cs"/>
              </a:rPr>
              <a:t>Mohamed</a:t>
            </a:r>
          </a:p>
        </p:txBody>
      </p:sp>
      <p:sp>
        <p:nvSpPr>
          <p:cNvPr id="92" name="Rectangle à coins arrondis 91"/>
          <p:cNvSpPr/>
          <p:nvPr/>
        </p:nvSpPr>
        <p:spPr>
          <a:xfrm>
            <a:off x="7796575" y="6028568"/>
            <a:ext cx="1504331" cy="398317"/>
          </a:xfrm>
          <a:prstGeom prst="roundRect">
            <a:avLst/>
          </a:prstGeom>
          <a:solidFill>
            <a:srgbClr val="4F81BD"/>
          </a:solidFill>
          <a:ln w="25400" cap="flat" cmpd="sng" algn="ctr">
            <a:solidFill>
              <a:srgbClr val="4F81BD">
                <a:shade val="50000"/>
              </a:srgbClr>
            </a:solidFill>
            <a:prstDash val="solid"/>
          </a:ln>
          <a:effectLst/>
        </p:spPr>
        <p:txBody>
          <a:bodyPr rtlCol="0" anchor="ctr"/>
          <a:lstStyle/>
          <a:p>
            <a:pPr defTabSz="1011602" hangingPunct="1">
              <a:defRPr/>
            </a:pPr>
            <a:r>
              <a:rPr lang="fr-FR" sz="1991" kern="1200" dirty="0">
                <a:solidFill>
                  <a:prstClr val="white"/>
                </a:solidFill>
                <a:latin typeface="Calibri"/>
                <a:ea typeface="+mn-ea"/>
                <a:cs typeface="+mn-cs"/>
              </a:rPr>
              <a:t>Salah</a:t>
            </a:r>
            <a:endParaRPr lang="en-US" sz="1991" kern="1200" dirty="0">
              <a:solidFill>
                <a:prstClr val="white"/>
              </a:solidFill>
              <a:latin typeface="Calibri"/>
              <a:ea typeface="+mn-ea"/>
              <a:cs typeface="+mn-cs"/>
            </a:endParaRPr>
          </a:p>
        </p:txBody>
      </p:sp>
      <p:sp>
        <p:nvSpPr>
          <p:cNvPr id="93" name="Rectangle à coins arrondis 92"/>
          <p:cNvSpPr/>
          <p:nvPr/>
        </p:nvSpPr>
        <p:spPr>
          <a:xfrm>
            <a:off x="9867826" y="6028568"/>
            <a:ext cx="1504331" cy="398317"/>
          </a:xfrm>
          <a:prstGeom prst="roundRect">
            <a:avLst/>
          </a:prstGeom>
          <a:solidFill>
            <a:srgbClr val="4F81BD"/>
          </a:solidFill>
          <a:ln w="25400" cap="flat" cmpd="sng" algn="ctr">
            <a:solidFill>
              <a:srgbClr val="4F81BD">
                <a:shade val="50000"/>
              </a:srgbClr>
            </a:solidFill>
            <a:prstDash val="solid"/>
          </a:ln>
          <a:effectLst/>
        </p:spPr>
        <p:txBody>
          <a:bodyPr rtlCol="0" anchor="ctr"/>
          <a:lstStyle/>
          <a:p>
            <a:pPr defTabSz="1011602" hangingPunct="1">
              <a:defRPr/>
            </a:pPr>
            <a:r>
              <a:rPr lang="fr-FR" sz="1991" kern="1200" dirty="0">
                <a:solidFill>
                  <a:prstClr val="white"/>
                </a:solidFill>
                <a:latin typeface="Calibri"/>
                <a:ea typeface="+mn-ea"/>
                <a:cs typeface="+mn-cs"/>
              </a:rPr>
              <a:t>Ali</a:t>
            </a:r>
            <a:endParaRPr lang="en-US" sz="1991" kern="1200" dirty="0">
              <a:solidFill>
                <a:prstClr val="white"/>
              </a:solidFill>
              <a:latin typeface="Calibri"/>
              <a:ea typeface="+mn-ea"/>
              <a:cs typeface="+mn-cs"/>
            </a:endParaRPr>
          </a:p>
        </p:txBody>
      </p:sp>
      <p:cxnSp>
        <p:nvCxnSpPr>
          <p:cNvPr id="94" name="Connecteur droit 93"/>
          <p:cNvCxnSpPr>
            <a:stCxn id="82" idx="2"/>
            <a:endCxn id="91" idx="0"/>
          </p:cNvCxnSpPr>
          <p:nvPr/>
        </p:nvCxnSpPr>
        <p:spPr>
          <a:xfrm flipH="1">
            <a:off x="6388552" y="5391260"/>
            <a:ext cx="2314879" cy="637308"/>
          </a:xfrm>
          <a:prstGeom prst="line">
            <a:avLst/>
          </a:prstGeom>
          <a:noFill/>
          <a:ln w="9525" cap="flat" cmpd="sng" algn="ctr">
            <a:solidFill>
              <a:srgbClr val="4F81BD">
                <a:shade val="95000"/>
                <a:satMod val="105000"/>
              </a:srgbClr>
            </a:solidFill>
            <a:prstDash val="solid"/>
          </a:ln>
          <a:effectLst/>
        </p:spPr>
      </p:cxnSp>
      <p:cxnSp>
        <p:nvCxnSpPr>
          <p:cNvPr id="95" name="Connecteur droit 94"/>
          <p:cNvCxnSpPr>
            <a:stCxn id="82" idx="2"/>
            <a:endCxn id="92" idx="0"/>
          </p:cNvCxnSpPr>
          <p:nvPr/>
        </p:nvCxnSpPr>
        <p:spPr>
          <a:xfrm flipH="1">
            <a:off x="8548741" y="5391260"/>
            <a:ext cx="154689" cy="637308"/>
          </a:xfrm>
          <a:prstGeom prst="line">
            <a:avLst/>
          </a:prstGeom>
          <a:noFill/>
          <a:ln w="9525" cap="flat" cmpd="sng" algn="ctr">
            <a:solidFill>
              <a:srgbClr val="4F81BD">
                <a:shade val="95000"/>
                <a:satMod val="105000"/>
              </a:srgbClr>
            </a:solidFill>
            <a:prstDash val="solid"/>
          </a:ln>
          <a:effectLst/>
        </p:spPr>
      </p:cxnSp>
      <p:cxnSp>
        <p:nvCxnSpPr>
          <p:cNvPr id="96" name="Connecteur droit 95"/>
          <p:cNvCxnSpPr>
            <a:stCxn id="82" idx="2"/>
            <a:endCxn id="93" idx="0"/>
          </p:cNvCxnSpPr>
          <p:nvPr/>
        </p:nvCxnSpPr>
        <p:spPr>
          <a:xfrm>
            <a:off x="8703429" y="5391260"/>
            <a:ext cx="1916561" cy="637308"/>
          </a:xfrm>
          <a:prstGeom prst="line">
            <a:avLst/>
          </a:prstGeom>
          <a:noFill/>
          <a:ln w="9525" cap="flat" cmpd="sng" algn="ctr">
            <a:solidFill>
              <a:srgbClr val="4F81BD">
                <a:shade val="95000"/>
                <a:satMod val="105000"/>
              </a:srgbClr>
            </a:solidFill>
            <a:prstDash val="solid"/>
          </a:ln>
          <a:effectLst/>
        </p:spPr>
      </p:cxnSp>
      <p:sp>
        <p:nvSpPr>
          <p:cNvPr id="97" name="ZoneTexte 96"/>
          <p:cNvSpPr txBox="1"/>
          <p:nvPr/>
        </p:nvSpPr>
        <p:spPr>
          <a:xfrm>
            <a:off x="7236265" y="5948906"/>
            <a:ext cx="4497003" cy="398699"/>
          </a:xfrm>
          <a:prstGeom prst="rect">
            <a:avLst/>
          </a:prstGeom>
          <a:solidFill>
            <a:sysClr val="window" lastClr="FFFFFF"/>
          </a:solidFill>
        </p:spPr>
        <p:txBody>
          <a:bodyPr wrap="square" rtlCol="0">
            <a:spAutoFit/>
          </a:bodyPr>
          <a:lstStyle/>
          <a:p>
            <a:pPr algn="l" defTabSz="1011602" hangingPunct="1">
              <a:defRPr/>
            </a:pPr>
            <a:r>
              <a:rPr lang="fr-FR" sz="1991" b="1" kern="1200" dirty="0">
                <a:solidFill>
                  <a:prstClr val="black"/>
                </a:solidFill>
                <a:latin typeface="Calibri"/>
                <a:ea typeface="+mn-ea"/>
                <a:cs typeface="+mn-cs"/>
              </a:rPr>
              <a:t>[</a:t>
            </a:r>
            <a:r>
              <a:rPr lang="fr-FR" sz="1991" b="1" kern="1200" dirty="0" err="1">
                <a:solidFill>
                  <a:prstClr val="black"/>
                </a:solidFill>
                <a:latin typeface="Calibri"/>
                <a:ea typeface="+mn-ea"/>
                <a:cs typeface="+mn-cs"/>
              </a:rPr>
              <a:t>Mohamed@localhost</a:t>
            </a:r>
            <a:r>
              <a:rPr lang="fr-FR" sz="1991" b="1" kern="1200" dirty="0">
                <a:solidFill>
                  <a:prstClr val="black"/>
                </a:solidFill>
                <a:latin typeface="Calibri"/>
                <a:ea typeface="+mn-ea"/>
                <a:cs typeface="+mn-cs"/>
              </a:rPr>
              <a:t> ~]$ cd Documents</a:t>
            </a:r>
          </a:p>
        </p:txBody>
      </p:sp>
      <p:sp>
        <p:nvSpPr>
          <p:cNvPr id="98" name="Rectangle à coins arrondis 97"/>
          <p:cNvSpPr/>
          <p:nvPr/>
        </p:nvSpPr>
        <p:spPr>
          <a:xfrm>
            <a:off x="4116585" y="6984530"/>
            <a:ext cx="1194952" cy="398317"/>
          </a:xfrm>
          <a:prstGeom prst="roundRect">
            <a:avLst/>
          </a:prstGeom>
          <a:solidFill>
            <a:srgbClr val="4F81BD"/>
          </a:solidFill>
          <a:ln w="25400" cap="flat" cmpd="sng" algn="ctr">
            <a:solidFill>
              <a:srgbClr val="4F81BD">
                <a:shade val="50000"/>
              </a:srgbClr>
            </a:solidFill>
            <a:prstDash val="solid"/>
          </a:ln>
          <a:effectLst/>
        </p:spPr>
        <p:txBody>
          <a:bodyPr rtlCol="0" anchor="ctr"/>
          <a:lstStyle/>
          <a:p>
            <a:pPr defTabSz="1011602" hangingPunct="1">
              <a:defRPr/>
            </a:pPr>
            <a:r>
              <a:rPr lang="en-US" sz="1991" kern="1200" dirty="0">
                <a:solidFill>
                  <a:prstClr val="white"/>
                </a:solidFill>
                <a:latin typeface="Calibri"/>
                <a:ea typeface="+mn-ea"/>
                <a:cs typeface="+mn-cs"/>
              </a:rPr>
              <a:t>Desktop</a:t>
            </a:r>
          </a:p>
        </p:txBody>
      </p:sp>
      <p:sp>
        <p:nvSpPr>
          <p:cNvPr id="99" name="Rectangle à coins arrondis 98"/>
          <p:cNvSpPr/>
          <p:nvPr/>
        </p:nvSpPr>
        <p:spPr>
          <a:xfrm>
            <a:off x="5556723" y="6984530"/>
            <a:ext cx="1583994" cy="398317"/>
          </a:xfrm>
          <a:prstGeom prst="roundRect">
            <a:avLst/>
          </a:prstGeom>
          <a:solidFill>
            <a:srgbClr val="4F81BD"/>
          </a:solidFill>
          <a:ln w="25400" cap="flat" cmpd="sng" algn="ctr">
            <a:solidFill>
              <a:srgbClr val="4F81BD">
                <a:shade val="50000"/>
              </a:srgbClr>
            </a:solidFill>
            <a:prstDash val="solid"/>
          </a:ln>
          <a:effectLst/>
        </p:spPr>
        <p:txBody>
          <a:bodyPr rtlCol="0" anchor="ctr"/>
          <a:lstStyle/>
          <a:p>
            <a:pPr defTabSz="1011602" hangingPunct="1">
              <a:defRPr/>
            </a:pPr>
            <a:r>
              <a:rPr lang="en-US" sz="1991" kern="1200" dirty="0">
                <a:solidFill>
                  <a:prstClr val="white"/>
                </a:solidFill>
                <a:latin typeface="Calibri"/>
                <a:ea typeface="+mn-ea"/>
                <a:cs typeface="+mn-cs"/>
              </a:rPr>
              <a:t>Documents</a:t>
            </a:r>
          </a:p>
        </p:txBody>
      </p:sp>
      <p:sp>
        <p:nvSpPr>
          <p:cNvPr id="100" name="Rectangle à coins arrondis 99"/>
          <p:cNvSpPr/>
          <p:nvPr/>
        </p:nvSpPr>
        <p:spPr>
          <a:xfrm>
            <a:off x="7388982" y="6984530"/>
            <a:ext cx="1433943" cy="398317"/>
          </a:xfrm>
          <a:prstGeom prst="roundRect">
            <a:avLst/>
          </a:prstGeom>
          <a:solidFill>
            <a:srgbClr val="4F81BD"/>
          </a:solidFill>
          <a:ln w="25400" cap="flat" cmpd="sng" algn="ctr">
            <a:solidFill>
              <a:srgbClr val="4F81BD">
                <a:shade val="50000"/>
              </a:srgbClr>
            </a:solidFill>
            <a:prstDash val="solid"/>
          </a:ln>
          <a:effectLst/>
        </p:spPr>
        <p:txBody>
          <a:bodyPr rtlCol="0" anchor="ctr"/>
          <a:lstStyle/>
          <a:p>
            <a:pPr defTabSz="1011602" hangingPunct="1">
              <a:defRPr/>
            </a:pPr>
            <a:r>
              <a:rPr lang="en-US" sz="1991" kern="1200" dirty="0">
                <a:solidFill>
                  <a:prstClr val="white"/>
                </a:solidFill>
                <a:latin typeface="Calibri"/>
                <a:ea typeface="+mn-ea"/>
                <a:cs typeface="+mn-cs"/>
              </a:rPr>
              <a:t>Downloads</a:t>
            </a:r>
          </a:p>
        </p:txBody>
      </p:sp>
      <p:cxnSp>
        <p:nvCxnSpPr>
          <p:cNvPr id="101" name="Connecteur droit 100"/>
          <p:cNvCxnSpPr/>
          <p:nvPr/>
        </p:nvCxnSpPr>
        <p:spPr>
          <a:xfrm>
            <a:off x="8902588" y="7223521"/>
            <a:ext cx="1832260" cy="0"/>
          </a:xfrm>
          <a:prstGeom prst="line">
            <a:avLst/>
          </a:prstGeom>
          <a:noFill/>
          <a:ln w="25400" cap="flat" cmpd="sng" algn="ctr">
            <a:solidFill>
              <a:srgbClr val="4F81BD"/>
            </a:solidFill>
            <a:prstDash val="sysDot"/>
          </a:ln>
          <a:effectLst>
            <a:outerShdw blurRad="40000" dist="20000" dir="5400000" rotWithShape="0">
              <a:srgbClr val="000000">
                <a:alpha val="38000"/>
              </a:srgbClr>
            </a:outerShdw>
          </a:effectLst>
        </p:spPr>
      </p:cxnSp>
      <p:sp>
        <p:nvSpPr>
          <p:cNvPr id="102" name="Rectangle à coins arrondis 101"/>
          <p:cNvSpPr/>
          <p:nvPr/>
        </p:nvSpPr>
        <p:spPr>
          <a:xfrm>
            <a:off x="10814512" y="6984530"/>
            <a:ext cx="1194952" cy="398317"/>
          </a:xfrm>
          <a:prstGeom prst="roundRect">
            <a:avLst/>
          </a:prstGeom>
          <a:solidFill>
            <a:srgbClr val="4F81BD"/>
          </a:solidFill>
          <a:ln w="25400" cap="flat" cmpd="sng" algn="ctr">
            <a:solidFill>
              <a:srgbClr val="4F81BD">
                <a:shade val="50000"/>
              </a:srgbClr>
            </a:solidFill>
            <a:prstDash val="solid"/>
          </a:ln>
          <a:effectLst/>
        </p:spPr>
        <p:txBody>
          <a:bodyPr rtlCol="0" anchor="ctr"/>
          <a:lstStyle/>
          <a:p>
            <a:pPr defTabSz="1011602" hangingPunct="1">
              <a:defRPr/>
            </a:pPr>
            <a:r>
              <a:rPr lang="en-US" sz="1991" kern="1200" dirty="0">
                <a:solidFill>
                  <a:prstClr val="white"/>
                </a:solidFill>
                <a:latin typeface="Calibri"/>
                <a:ea typeface="+mn-ea"/>
                <a:cs typeface="+mn-cs"/>
              </a:rPr>
              <a:t>Photos</a:t>
            </a:r>
          </a:p>
        </p:txBody>
      </p:sp>
      <p:cxnSp>
        <p:nvCxnSpPr>
          <p:cNvPr id="103" name="Connecteur droit 102"/>
          <p:cNvCxnSpPr>
            <a:stCxn id="91" idx="2"/>
            <a:endCxn id="98" idx="0"/>
          </p:cNvCxnSpPr>
          <p:nvPr/>
        </p:nvCxnSpPr>
        <p:spPr>
          <a:xfrm flipH="1">
            <a:off x="4714061" y="6426885"/>
            <a:ext cx="1674491" cy="557645"/>
          </a:xfrm>
          <a:prstGeom prst="line">
            <a:avLst/>
          </a:prstGeom>
          <a:noFill/>
          <a:ln w="9525" cap="flat" cmpd="sng" algn="ctr">
            <a:solidFill>
              <a:srgbClr val="4F81BD">
                <a:shade val="95000"/>
                <a:satMod val="105000"/>
              </a:srgbClr>
            </a:solidFill>
            <a:prstDash val="solid"/>
          </a:ln>
          <a:effectLst/>
        </p:spPr>
      </p:cxnSp>
      <p:cxnSp>
        <p:nvCxnSpPr>
          <p:cNvPr id="104" name="Connecteur droit 103"/>
          <p:cNvCxnSpPr>
            <a:stCxn id="91" idx="2"/>
            <a:endCxn id="99" idx="0"/>
          </p:cNvCxnSpPr>
          <p:nvPr/>
        </p:nvCxnSpPr>
        <p:spPr>
          <a:xfrm flipH="1">
            <a:off x="6348720" y="6426885"/>
            <a:ext cx="39832" cy="557645"/>
          </a:xfrm>
          <a:prstGeom prst="line">
            <a:avLst/>
          </a:prstGeom>
          <a:noFill/>
          <a:ln w="9525" cap="flat" cmpd="sng" algn="ctr">
            <a:solidFill>
              <a:srgbClr val="4F81BD">
                <a:shade val="95000"/>
                <a:satMod val="105000"/>
              </a:srgbClr>
            </a:solidFill>
            <a:prstDash val="solid"/>
          </a:ln>
          <a:effectLst/>
        </p:spPr>
      </p:cxnSp>
      <p:cxnSp>
        <p:nvCxnSpPr>
          <p:cNvPr id="105" name="Connecteur droit 104"/>
          <p:cNvCxnSpPr>
            <a:stCxn id="91" idx="2"/>
            <a:endCxn id="100" idx="0"/>
          </p:cNvCxnSpPr>
          <p:nvPr/>
        </p:nvCxnSpPr>
        <p:spPr>
          <a:xfrm>
            <a:off x="6388552" y="6426885"/>
            <a:ext cx="1717402" cy="557645"/>
          </a:xfrm>
          <a:prstGeom prst="line">
            <a:avLst/>
          </a:prstGeom>
          <a:noFill/>
          <a:ln w="9525" cap="flat" cmpd="sng" algn="ctr">
            <a:solidFill>
              <a:srgbClr val="4F81BD">
                <a:shade val="95000"/>
                <a:satMod val="105000"/>
              </a:srgbClr>
            </a:solidFill>
            <a:prstDash val="solid"/>
          </a:ln>
          <a:effectLst/>
        </p:spPr>
      </p:cxnSp>
      <p:cxnSp>
        <p:nvCxnSpPr>
          <p:cNvPr id="106" name="Connecteur droit 105"/>
          <p:cNvCxnSpPr>
            <a:stCxn id="91" idx="2"/>
            <a:endCxn id="102" idx="0"/>
          </p:cNvCxnSpPr>
          <p:nvPr/>
        </p:nvCxnSpPr>
        <p:spPr>
          <a:xfrm>
            <a:off x="6388552" y="6426885"/>
            <a:ext cx="5023437" cy="557645"/>
          </a:xfrm>
          <a:prstGeom prst="line">
            <a:avLst/>
          </a:prstGeom>
          <a:noFill/>
          <a:ln w="9525" cap="flat" cmpd="sng" algn="ctr">
            <a:solidFill>
              <a:srgbClr val="4F81BD">
                <a:shade val="95000"/>
                <a:satMod val="105000"/>
              </a:srgbClr>
            </a:solidFill>
            <a:prstDash val="solid"/>
          </a:ln>
          <a:effectLst/>
        </p:spPr>
      </p:cxnSp>
      <p:sp>
        <p:nvSpPr>
          <p:cNvPr id="107" name="ZoneTexte 106"/>
          <p:cNvSpPr txBox="1"/>
          <p:nvPr/>
        </p:nvSpPr>
        <p:spPr>
          <a:xfrm>
            <a:off x="7149992" y="6948738"/>
            <a:ext cx="4875950" cy="343305"/>
          </a:xfrm>
          <a:prstGeom prst="rect">
            <a:avLst/>
          </a:prstGeom>
          <a:solidFill>
            <a:sysClr val="window" lastClr="FFFFFF"/>
          </a:solidFill>
        </p:spPr>
        <p:txBody>
          <a:bodyPr wrap="square" rtlCol="0">
            <a:spAutoFit/>
          </a:bodyPr>
          <a:lstStyle/>
          <a:p>
            <a:pPr algn="l" defTabSz="1011602" hangingPunct="1">
              <a:defRPr/>
            </a:pPr>
            <a:r>
              <a:rPr lang="fr-FR" sz="1549" b="1" kern="1200" dirty="0">
                <a:solidFill>
                  <a:prstClr val="black"/>
                </a:solidFill>
                <a:latin typeface="Calibri"/>
                <a:ea typeface="+mn-ea"/>
                <a:cs typeface="+mn-cs"/>
              </a:rPr>
              <a:t>[</a:t>
            </a:r>
            <a:r>
              <a:rPr lang="fr-FR" sz="1549" b="1" kern="1200" dirty="0" err="1">
                <a:solidFill>
                  <a:prstClr val="black"/>
                </a:solidFill>
                <a:latin typeface="Calibri"/>
                <a:ea typeface="+mn-ea"/>
                <a:cs typeface="+mn-cs"/>
              </a:rPr>
              <a:t>Mohamed@localhost</a:t>
            </a:r>
            <a:r>
              <a:rPr lang="fr-FR" sz="1549" b="1" kern="1200" dirty="0">
                <a:solidFill>
                  <a:prstClr val="black"/>
                </a:solidFill>
                <a:latin typeface="Calibri"/>
                <a:ea typeface="+mn-ea"/>
                <a:cs typeface="+mn-cs"/>
              </a:rPr>
              <a:t> ~/Documents]$ cd repertoire1</a:t>
            </a:r>
          </a:p>
        </p:txBody>
      </p:sp>
      <p:sp>
        <p:nvSpPr>
          <p:cNvPr id="108" name="Rectangle à coins arrondis 107"/>
          <p:cNvSpPr/>
          <p:nvPr/>
        </p:nvSpPr>
        <p:spPr>
          <a:xfrm>
            <a:off x="4202443" y="7860828"/>
            <a:ext cx="1433943" cy="398317"/>
          </a:xfrm>
          <a:prstGeom prst="roundRect">
            <a:avLst/>
          </a:prstGeom>
          <a:solidFill>
            <a:srgbClr val="4F81BD"/>
          </a:solidFill>
          <a:ln w="25400" cap="flat" cmpd="sng" algn="ctr">
            <a:solidFill>
              <a:srgbClr val="4F81BD">
                <a:shade val="50000"/>
              </a:srgbClr>
            </a:solidFill>
            <a:prstDash val="solid"/>
          </a:ln>
          <a:effectLst/>
        </p:spPr>
        <p:txBody>
          <a:bodyPr rtlCol="0" anchor="ctr"/>
          <a:lstStyle/>
          <a:p>
            <a:pPr defTabSz="1011602" hangingPunct="1">
              <a:defRPr/>
            </a:pPr>
            <a:r>
              <a:rPr lang="en-US" sz="1991" kern="1200" dirty="0">
                <a:solidFill>
                  <a:prstClr val="white"/>
                </a:solidFill>
                <a:latin typeface="Calibri"/>
                <a:ea typeface="+mn-ea"/>
                <a:cs typeface="+mn-cs"/>
              </a:rPr>
              <a:t>repertoire1</a:t>
            </a:r>
          </a:p>
        </p:txBody>
      </p:sp>
      <p:sp>
        <p:nvSpPr>
          <p:cNvPr id="109" name="Rectangle à coins arrondis 108"/>
          <p:cNvSpPr/>
          <p:nvPr/>
        </p:nvSpPr>
        <p:spPr>
          <a:xfrm>
            <a:off x="6273694" y="7860828"/>
            <a:ext cx="1433943" cy="398317"/>
          </a:xfrm>
          <a:prstGeom prst="roundRect">
            <a:avLst/>
          </a:prstGeom>
          <a:solidFill>
            <a:srgbClr val="4F81BD"/>
          </a:solidFill>
          <a:ln w="25400" cap="flat" cmpd="sng" algn="ctr">
            <a:solidFill>
              <a:srgbClr val="4F81BD">
                <a:shade val="50000"/>
              </a:srgbClr>
            </a:solidFill>
            <a:prstDash val="solid"/>
          </a:ln>
          <a:effectLst/>
        </p:spPr>
        <p:txBody>
          <a:bodyPr rtlCol="0" anchor="ctr"/>
          <a:lstStyle/>
          <a:p>
            <a:pPr defTabSz="1011602" hangingPunct="1">
              <a:defRPr/>
            </a:pPr>
            <a:r>
              <a:rPr lang="en-US" sz="1991" kern="1200" dirty="0">
                <a:solidFill>
                  <a:prstClr val="white"/>
                </a:solidFill>
                <a:latin typeface="Calibri"/>
                <a:ea typeface="+mn-ea"/>
                <a:cs typeface="+mn-cs"/>
              </a:rPr>
              <a:t>repertoire2</a:t>
            </a:r>
          </a:p>
        </p:txBody>
      </p:sp>
      <p:sp>
        <p:nvSpPr>
          <p:cNvPr id="110" name="ZoneTexte 109"/>
          <p:cNvSpPr txBox="1"/>
          <p:nvPr/>
        </p:nvSpPr>
        <p:spPr>
          <a:xfrm>
            <a:off x="5718217" y="7781166"/>
            <a:ext cx="5889509" cy="413856"/>
          </a:xfrm>
          <a:prstGeom prst="rect">
            <a:avLst/>
          </a:prstGeom>
          <a:solidFill>
            <a:sysClr val="window" lastClr="FFFFFF"/>
          </a:solidFill>
        </p:spPr>
        <p:txBody>
          <a:bodyPr wrap="square" rtlCol="0">
            <a:spAutoFit/>
          </a:bodyPr>
          <a:lstStyle/>
          <a:p>
            <a:pPr algn="l" defTabSz="1011602" hangingPunct="1">
              <a:defRPr/>
            </a:pPr>
            <a:r>
              <a:rPr lang="fr-FR" sz="1991" b="1" kern="1200" dirty="0">
                <a:solidFill>
                  <a:prstClr val="black"/>
                </a:solidFill>
                <a:latin typeface="Calibri"/>
                <a:ea typeface="+mn-ea"/>
                <a:cs typeface="+mn-cs"/>
              </a:rPr>
              <a:t>[</a:t>
            </a:r>
            <a:r>
              <a:rPr lang="fr-FR" sz="1991" b="1" kern="1200" dirty="0" err="1">
                <a:solidFill>
                  <a:prstClr val="black"/>
                </a:solidFill>
                <a:latin typeface="Calibri"/>
                <a:ea typeface="+mn-ea"/>
                <a:cs typeface="+mn-cs"/>
              </a:rPr>
              <a:t>Mohamed@localhost</a:t>
            </a:r>
            <a:r>
              <a:rPr lang="fr-FR" sz="1991" b="1" kern="1200" dirty="0">
                <a:solidFill>
                  <a:prstClr val="black"/>
                </a:solidFill>
                <a:latin typeface="Calibri"/>
                <a:ea typeface="+mn-ea"/>
                <a:cs typeface="+mn-cs"/>
              </a:rPr>
              <a:t> ~/Documents/repertoire1]$</a:t>
            </a:r>
          </a:p>
        </p:txBody>
      </p:sp>
      <p:cxnSp>
        <p:nvCxnSpPr>
          <p:cNvPr id="111" name="Connecteur droit 110"/>
          <p:cNvCxnSpPr>
            <a:stCxn id="99" idx="2"/>
            <a:endCxn id="108" idx="0"/>
          </p:cNvCxnSpPr>
          <p:nvPr/>
        </p:nvCxnSpPr>
        <p:spPr>
          <a:xfrm flipH="1">
            <a:off x="4919415" y="7382847"/>
            <a:ext cx="1429305" cy="477981"/>
          </a:xfrm>
          <a:prstGeom prst="line">
            <a:avLst/>
          </a:prstGeom>
          <a:noFill/>
          <a:ln w="9525" cap="flat" cmpd="sng" algn="ctr">
            <a:solidFill>
              <a:srgbClr val="4F81BD">
                <a:shade val="95000"/>
                <a:satMod val="105000"/>
              </a:srgbClr>
            </a:solidFill>
            <a:prstDash val="solid"/>
          </a:ln>
          <a:effectLst/>
        </p:spPr>
      </p:cxnSp>
      <p:cxnSp>
        <p:nvCxnSpPr>
          <p:cNvPr id="112" name="Connecteur droit 111"/>
          <p:cNvCxnSpPr>
            <a:stCxn id="99" idx="2"/>
            <a:endCxn id="109" idx="0"/>
          </p:cNvCxnSpPr>
          <p:nvPr/>
        </p:nvCxnSpPr>
        <p:spPr>
          <a:xfrm>
            <a:off x="6348720" y="7382847"/>
            <a:ext cx="641945" cy="477981"/>
          </a:xfrm>
          <a:prstGeom prst="line">
            <a:avLst/>
          </a:prstGeom>
          <a:noFill/>
          <a:ln w="9525" cap="flat" cmpd="sng" algn="ctr">
            <a:solidFill>
              <a:srgbClr val="4F81BD">
                <a:shade val="95000"/>
                <a:satMod val="105000"/>
              </a:srgbClr>
            </a:solidFill>
            <a:prstDash val="solid"/>
          </a:ln>
          <a:effectLst/>
        </p:spPr>
      </p:cxnSp>
      <p:sp>
        <p:nvSpPr>
          <p:cNvPr id="113" name="ZoneTexte 112"/>
          <p:cNvSpPr txBox="1"/>
          <p:nvPr/>
        </p:nvSpPr>
        <p:spPr>
          <a:xfrm>
            <a:off x="7558340" y="3718328"/>
            <a:ext cx="4371461" cy="413856"/>
          </a:xfrm>
          <a:prstGeom prst="rect">
            <a:avLst/>
          </a:prstGeom>
          <a:solidFill>
            <a:sysClr val="window" lastClr="FFFFFF"/>
          </a:solidFill>
        </p:spPr>
        <p:txBody>
          <a:bodyPr wrap="square" rtlCol="0">
            <a:spAutoFit/>
          </a:bodyPr>
          <a:lstStyle/>
          <a:p>
            <a:pPr algn="l" defTabSz="1011602" hangingPunct="1">
              <a:defRPr/>
            </a:pPr>
            <a:r>
              <a:rPr lang="fr-FR" sz="1991" b="1" kern="1200" dirty="0">
                <a:solidFill>
                  <a:prstClr val="black"/>
                </a:solidFill>
                <a:latin typeface="Calibri"/>
                <a:ea typeface="+mn-ea"/>
                <a:cs typeface="+mn-cs"/>
              </a:rPr>
              <a:t>[</a:t>
            </a:r>
            <a:r>
              <a:rPr lang="fr-FR" sz="1991" b="1" kern="1200" dirty="0" err="1">
                <a:solidFill>
                  <a:prstClr val="black"/>
                </a:solidFill>
                <a:latin typeface="Calibri"/>
                <a:ea typeface="+mn-ea"/>
                <a:cs typeface="+mn-cs"/>
              </a:rPr>
              <a:t>Mohamed@localhost</a:t>
            </a:r>
            <a:r>
              <a:rPr lang="fr-FR" sz="1991" b="1" kern="1200" dirty="0">
                <a:solidFill>
                  <a:prstClr val="black"/>
                </a:solidFill>
                <a:latin typeface="Calibri"/>
                <a:ea typeface="+mn-ea"/>
                <a:cs typeface="+mn-cs"/>
              </a:rPr>
              <a:t> /]$</a:t>
            </a:r>
          </a:p>
        </p:txBody>
      </p:sp>
      <p:sp>
        <p:nvSpPr>
          <p:cNvPr id="114" name="ZoneTexte 113"/>
          <p:cNvSpPr txBox="1"/>
          <p:nvPr/>
        </p:nvSpPr>
        <p:spPr>
          <a:xfrm>
            <a:off x="2960621" y="4981719"/>
            <a:ext cx="5055640" cy="413856"/>
          </a:xfrm>
          <a:prstGeom prst="rect">
            <a:avLst/>
          </a:prstGeom>
          <a:solidFill>
            <a:sysClr val="window" lastClr="FFFFFF"/>
          </a:solidFill>
        </p:spPr>
        <p:txBody>
          <a:bodyPr wrap="square" rtlCol="0">
            <a:spAutoFit/>
          </a:bodyPr>
          <a:lstStyle/>
          <a:p>
            <a:pPr algn="r" defTabSz="1011602" hangingPunct="1">
              <a:defRPr/>
            </a:pPr>
            <a:r>
              <a:rPr lang="fr-FR" sz="1991" b="1" kern="1200" dirty="0">
                <a:solidFill>
                  <a:prstClr val="black"/>
                </a:solidFill>
                <a:latin typeface="Calibri"/>
                <a:ea typeface="+mn-ea"/>
                <a:cs typeface="+mn-cs"/>
              </a:rPr>
              <a:t>[</a:t>
            </a:r>
            <a:r>
              <a:rPr lang="fr-FR" sz="1991" b="1" kern="1200" dirty="0" err="1">
                <a:solidFill>
                  <a:prstClr val="black"/>
                </a:solidFill>
                <a:latin typeface="Calibri"/>
                <a:ea typeface="+mn-ea"/>
                <a:cs typeface="+mn-cs"/>
              </a:rPr>
              <a:t>Mohamed@localhost</a:t>
            </a:r>
            <a:r>
              <a:rPr lang="fr-FR" sz="1991" b="1" kern="1200" dirty="0">
                <a:solidFill>
                  <a:prstClr val="black"/>
                </a:solidFill>
                <a:latin typeface="Calibri"/>
                <a:ea typeface="+mn-ea"/>
                <a:cs typeface="+mn-cs"/>
              </a:rPr>
              <a:t> /home]$</a:t>
            </a:r>
          </a:p>
        </p:txBody>
      </p:sp>
      <p:sp>
        <p:nvSpPr>
          <p:cNvPr id="115" name="ZoneTexte 114"/>
          <p:cNvSpPr txBox="1"/>
          <p:nvPr/>
        </p:nvSpPr>
        <p:spPr>
          <a:xfrm>
            <a:off x="3024681" y="5988785"/>
            <a:ext cx="4603292" cy="413856"/>
          </a:xfrm>
          <a:prstGeom prst="rect">
            <a:avLst/>
          </a:prstGeom>
          <a:solidFill>
            <a:sysClr val="window" lastClr="FFFFFF"/>
          </a:solidFill>
        </p:spPr>
        <p:txBody>
          <a:bodyPr wrap="square" rtlCol="0">
            <a:spAutoFit/>
          </a:bodyPr>
          <a:lstStyle/>
          <a:p>
            <a:pPr algn="r" defTabSz="1011602" hangingPunct="1">
              <a:defRPr/>
            </a:pPr>
            <a:r>
              <a:rPr lang="fr-FR" sz="1991" b="1" kern="1200" dirty="0">
                <a:solidFill>
                  <a:prstClr val="black"/>
                </a:solidFill>
                <a:latin typeface="Calibri"/>
                <a:ea typeface="+mn-ea"/>
                <a:cs typeface="+mn-cs"/>
              </a:rPr>
              <a:t>[</a:t>
            </a:r>
            <a:r>
              <a:rPr lang="fr-FR" sz="1991" b="1" kern="1200" dirty="0" err="1">
                <a:solidFill>
                  <a:prstClr val="black"/>
                </a:solidFill>
                <a:latin typeface="Calibri"/>
                <a:ea typeface="+mn-ea"/>
                <a:cs typeface="+mn-cs"/>
              </a:rPr>
              <a:t>Mohamed@localhost</a:t>
            </a:r>
            <a:r>
              <a:rPr lang="fr-FR" sz="1991" b="1" kern="1200" dirty="0">
                <a:solidFill>
                  <a:prstClr val="black"/>
                </a:solidFill>
                <a:latin typeface="Calibri"/>
                <a:ea typeface="+mn-ea"/>
                <a:cs typeface="+mn-cs"/>
              </a:rPr>
              <a:t> /home/Salah]$</a:t>
            </a:r>
          </a:p>
        </p:txBody>
      </p:sp>
      <p:pic>
        <p:nvPicPr>
          <p:cNvPr id="116" name="Image 115"/>
          <p:cNvPicPr>
            <a:picLocks noChangeAspect="1"/>
          </p:cNvPicPr>
          <p:nvPr/>
        </p:nvPicPr>
        <p:blipFill>
          <a:blip r:embed="rId2">
            <a:clrChange>
              <a:clrFrom>
                <a:srgbClr val="FFFFFF"/>
              </a:clrFrom>
              <a:clrTo>
                <a:srgbClr val="FFFFFF">
                  <a:alpha val="0"/>
                </a:srgbClr>
              </a:clrTo>
            </a:clrChange>
          </a:blip>
          <a:stretch>
            <a:fillRect/>
          </a:stretch>
        </p:blipFill>
        <p:spPr>
          <a:xfrm>
            <a:off x="5303727" y="5578830"/>
            <a:ext cx="466177" cy="986647"/>
          </a:xfrm>
          <a:prstGeom prst="rect">
            <a:avLst/>
          </a:prstGeom>
        </p:spPr>
      </p:pic>
      <p:pic>
        <p:nvPicPr>
          <p:cNvPr id="117" name="Image 116"/>
          <p:cNvPicPr>
            <a:picLocks noChangeAspect="1"/>
          </p:cNvPicPr>
          <p:nvPr/>
        </p:nvPicPr>
        <p:blipFill>
          <a:blip r:embed="rId2">
            <a:clrChange>
              <a:clrFrom>
                <a:srgbClr val="FFFFFF"/>
              </a:clrFrom>
              <a:clrTo>
                <a:srgbClr val="FFFFFF">
                  <a:alpha val="0"/>
                </a:srgbClr>
              </a:clrTo>
            </a:clrChange>
          </a:blip>
          <a:stretch>
            <a:fillRect/>
          </a:stretch>
        </p:blipFill>
        <p:spPr>
          <a:xfrm>
            <a:off x="5249873" y="6506549"/>
            <a:ext cx="466177" cy="986647"/>
          </a:xfrm>
          <a:prstGeom prst="rect">
            <a:avLst/>
          </a:prstGeom>
        </p:spPr>
      </p:pic>
      <p:pic>
        <p:nvPicPr>
          <p:cNvPr id="118" name="Image 117"/>
          <p:cNvPicPr>
            <a:picLocks noChangeAspect="1"/>
          </p:cNvPicPr>
          <p:nvPr/>
        </p:nvPicPr>
        <p:blipFill>
          <a:blip r:embed="rId2">
            <a:clrChange>
              <a:clrFrom>
                <a:srgbClr val="FFFFFF"/>
              </a:clrFrom>
              <a:clrTo>
                <a:srgbClr val="FFFFFF">
                  <a:alpha val="0"/>
                </a:srgbClr>
              </a:clrTo>
            </a:clrChange>
          </a:blip>
          <a:stretch>
            <a:fillRect/>
          </a:stretch>
        </p:blipFill>
        <p:spPr>
          <a:xfrm>
            <a:off x="3815930" y="7352162"/>
            <a:ext cx="466177" cy="986647"/>
          </a:xfrm>
          <a:prstGeom prst="rect">
            <a:avLst/>
          </a:prstGeom>
        </p:spPr>
      </p:pic>
      <p:pic>
        <p:nvPicPr>
          <p:cNvPr id="119" name="Image 118"/>
          <p:cNvPicPr>
            <a:picLocks noChangeAspect="1"/>
          </p:cNvPicPr>
          <p:nvPr/>
        </p:nvPicPr>
        <p:blipFill>
          <a:blip r:embed="rId2">
            <a:clrChange>
              <a:clrFrom>
                <a:srgbClr val="FFFFFF"/>
              </a:clrFrom>
              <a:clrTo>
                <a:srgbClr val="FFFFFF">
                  <a:alpha val="0"/>
                </a:srgbClr>
              </a:clrTo>
            </a:clrChange>
          </a:blip>
          <a:stretch>
            <a:fillRect/>
          </a:stretch>
        </p:blipFill>
        <p:spPr>
          <a:xfrm>
            <a:off x="6038695" y="3263703"/>
            <a:ext cx="466177" cy="986647"/>
          </a:xfrm>
          <a:prstGeom prst="rect">
            <a:avLst/>
          </a:prstGeom>
        </p:spPr>
      </p:pic>
      <p:pic>
        <p:nvPicPr>
          <p:cNvPr id="120" name="Image 119"/>
          <p:cNvPicPr>
            <a:picLocks noChangeAspect="1"/>
          </p:cNvPicPr>
          <p:nvPr/>
        </p:nvPicPr>
        <p:blipFill>
          <a:blip r:embed="rId2">
            <a:clrChange>
              <a:clrFrom>
                <a:srgbClr val="FFFFFF"/>
              </a:clrFrom>
              <a:clrTo>
                <a:srgbClr val="FFFFFF">
                  <a:alpha val="0"/>
                </a:srgbClr>
              </a:clrTo>
            </a:clrChange>
          </a:blip>
          <a:stretch>
            <a:fillRect/>
          </a:stretch>
        </p:blipFill>
        <p:spPr>
          <a:xfrm>
            <a:off x="9236349" y="4551143"/>
            <a:ext cx="466177" cy="986647"/>
          </a:xfrm>
          <a:prstGeom prst="rect">
            <a:avLst/>
          </a:prstGeom>
        </p:spPr>
      </p:pic>
      <p:pic>
        <p:nvPicPr>
          <p:cNvPr id="121" name="Image 120"/>
          <p:cNvPicPr>
            <a:picLocks noChangeAspect="1"/>
          </p:cNvPicPr>
          <p:nvPr/>
        </p:nvPicPr>
        <p:blipFill>
          <a:blip r:embed="rId2">
            <a:clrChange>
              <a:clrFrom>
                <a:srgbClr val="FFFFFF"/>
              </a:clrFrom>
              <a:clrTo>
                <a:srgbClr val="FFFFFF">
                  <a:alpha val="0"/>
                </a:srgbClr>
              </a:clrTo>
            </a:clrChange>
          </a:blip>
          <a:stretch>
            <a:fillRect/>
          </a:stretch>
        </p:blipFill>
        <p:spPr>
          <a:xfrm>
            <a:off x="9235910" y="5583467"/>
            <a:ext cx="466177" cy="986647"/>
          </a:xfrm>
          <a:prstGeom prst="rect">
            <a:avLst/>
          </a:prstGeom>
        </p:spPr>
      </p:pic>
      <p:sp>
        <p:nvSpPr>
          <p:cNvPr id="122" name="ZoneTexte 121"/>
          <p:cNvSpPr txBox="1"/>
          <p:nvPr/>
        </p:nvSpPr>
        <p:spPr>
          <a:xfrm>
            <a:off x="5716050" y="7831355"/>
            <a:ext cx="6213752" cy="398699"/>
          </a:xfrm>
          <a:prstGeom prst="rect">
            <a:avLst/>
          </a:prstGeom>
          <a:solidFill>
            <a:sysClr val="window" lastClr="FFFFFF"/>
          </a:solidFill>
        </p:spPr>
        <p:txBody>
          <a:bodyPr wrap="square" rtlCol="0">
            <a:spAutoFit/>
          </a:bodyPr>
          <a:lstStyle/>
          <a:p>
            <a:pPr algn="l" defTabSz="1011602" hangingPunct="1">
              <a:defRPr/>
            </a:pPr>
            <a:r>
              <a:rPr lang="fr-FR" sz="1991" b="1" kern="1200" dirty="0">
                <a:solidFill>
                  <a:prstClr val="black"/>
                </a:solidFill>
                <a:latin typeface="Calibri"/>
                <a:ea typeface="+mn-ea"/>
                <a:cs typeface="+mn-cs"/>
              </a:rPr>
              <a:t>[</a:t>
            </a:r>
            <a:r>
              <a:rPr lang="fr-FR" sz="1991" b="1" kern="1200" dirty="0" err="1">
                <a:solidFill>
                  <a:prstClr val="black"/>
                </a:solidFill>
                <a:latin typeface="Calibri"/>
                <a:ea typeface="+mn-ea"/>
                <a:cs typeface="+mn-cs"/>
              </a:rPr>
              <a:t>Mohamed@localhost</a:t>
            </a:r>
            <a:r>
              <a:rPr lang="fr-FR" sz="1991" b="1" kern="1200" dirty="0">
                <a:solidFill>
                  <a:prstClr val="black"/>
                </a:solidFill>
                <a:latin typeface="Calibri"/>
                <a:ea typeface="+mn-ea"/>
                <a:cs typeface="+mn-cs"/>
              </a:rPr>
              <a:t> ~/Documents/repertoire1]$ cd ~</a:t>
            </a:r>
          </a:p>
        </p:txBody>
      </p:sp>
      <p:sp>
        <p:nvSpPr>
          <p:cNvPr id="123" name="ZoneTexte 122"/>
          <p:cNvSpPr txBox="1"/>
          <p:nvPr/>
        </p:nvSpPr>
        <p:spPr>
          <a:xfrm>
            <a:off x="7302642" y="6001080"/>
            <a:ext cx="4497003" cy="413856"/>
          </a:xfrm>
          <a:prstGeom prst="rect">
            <a:avLst/>
          </a:prstGeom>
          <a:solidFill>
            <a:sysClr val="window" lastClr="FFFFFF"/>
          </a:solidFill>
        </p:spPr>
        <p:txBody>
          <a:bodyPr wrap="square" rtlCol="0">
            <a:spAutoFit/>
          </a:bodyPr>
          <a:lstStyle/>
          <a:p>
            <a:pPr algn="l" defTabSz="1011602" hangingPunct="1">
              <a:defRPr/>
            </a:pPr>
            <a:r>
              <a:rPr lang="fr-FR" sz="1991" b="1" kern="1200" dirty="0">
                <a:solidFill>
                  <a:prstClr val="black"/>
                </a:solidFill>
                <a:latin typeface="Calibri"/>
                <a:ea typeface="+mn-ea"/>
                <a:cs typeface="+mn-cs"/>
              </a:rPr>
              <a:t>[</a:t>
            </a:r>
            <a:r>
              <a:rPr lang="fr-FR" sz="1991" b="1" kern="1200" dirty="0" err="1">
                <a:solidFill>
                  <a:prstClr val="black"/>
                </a:solidFill>
                <a:latin typeface="Calibri"/>
                <a:ea typeface="+mn-ea"/>
                <a:cs typeface="+mn-cs"/>
              </a:rPr>
              <a:t>Mohamed@localhost</a:t>
            </a:r>
            <a:r>
              <a:rPr lang="fr-FR" sz="1991" b="1" kern="1200" dirty="0">
                <a:solidFill>
                  <a:prstClr val="black"/>
                </a:solidFill>
                <a:latin typeface="Calibri"/>
                <a:ea typeface="+mn-ea"/>
                <a:cs typeface="+mn-cs"/>
              </a:rPr>
              <a:t> ~]$ </a:t>
            </a:r>
          </a:p>
        </p:txBody>
      </p:sp>
      <p:sp>
        <p:nvSpPr>
          <p:cNvPr id="124" name="ZoneTexte 123"/>
          <p:cNvSpPr txBox="1"/>
          <p:nvPr/>
        </p:nvSpPr>
        <p:spPr>
          <a:xfrm>
            <a:off x="7307726" y="6013689"/>
            <a:ext cx="4497003" cy="413856"/>
          </a:xfrm>
          <a:prstGeom prst="rect">
            <a:avLst/>
          </a:prstGeom>
          <a:solidFill>
            <a:sysClr val="window" lastClr="FFFFFF"/>
          </a:solidFill>
        </p:spPr>
        <p:txBody>
          <a:bodyPr wrap="square" rtlCol="0">
            <a:spAutoFit/>
          </a:bodyPr>
          <a:lstStyle/>
          <a:p>
            <a:pPr algn="l" defTabSz="1011602" hangingPunct="1">
              <a:defRPr/>
            </a:pPr>
            <a:r>
              <a:rPr lang="fr-FR" sz="1991" b="1" kern="1200" dirty="0">
                <a:solidFill>
                  <a:prstClr val="black"/>
                </a:solidFill>
                <a:latin typeface="Calibri"/>
                <a:ea typeface="+mn-ea"/>
                <a:cs typeface="+mn-cs"/>
              </a:rPr>
              <a:t>[</a:t>
            </a:r>
            <a:r>
              <a:rPr lang="fr-FR" sz="1991" b="1" kern="1200" dirty="0" err="1">
                <a:solidFill>
                  <a:prstClr val="black"/>
                </a:solidFill>
                <a:latin typeface="Calibri"/>
                <a:ea typeface="+mn-ea"/>
                <a:cs typeface="+mn-cs"/>
              </a:rPr>
              <a:t>Mohamed@localhost</a:t>
            </a:r>
            <a:r>
              <a:rPr lang="fr-FR" sz="1991" b="1" kern="1200" dirty="0">
                <a:solidFill>
                  <a:prstClr val="black"/>
                </a:solidFill>
                <a:latin typeface="Calibri"/>
                <a:ea typeface="+mn-ea"/>
                <a:cs typeface="+mn-cs"/>
              </a:rPr>
              <a:t> ~]$cd / </a:t>
            </a:r>
          </a:p>
        </p:txBody>
      </p:sp>
      <p:sp>
        <p:nvSpPr>
          <p:cNvPr id="125" name="ZoneTexte 124"/>
          <p:cNvSpPr txBox="1"/>
          <p:nvPr/>
        </p:nvSpPr>
        <p:spPr>
          <a:xfrm>
            <a:off x="7513646" y="3797991"/>
            <a:ext cx="4644773" cy="398699"/>
          </a:xfrm>
          <a:prstGeom prst="rect">
            <a:avLst/>
          </a:prstGeom>
          <a:solidFill>
            <a:sysClr val="window" lastClr="FFFFFF"/>
          </a:solidFill>
        </p:spPr>
        <p:txBody>
          <a:bodyPr wrap="square" rtlCol="0">
            <a:spAutoFit/>
          </a:bodyPr>
          <a:lstStyle/>
          <a:p>
            <a:pPr algn="l" defTabSz="1011602" hangingPunct="1">
              <a:defRPr/>
            </a:pPr>
            <a:r>
              <a:rPr lang="fr-FR" sz="1991" b="1" kern="1200" dirty="0">
                <a:solidFill>
                  <a:prstClr val="black"/>
                </a:solidFill>
                <a:latin typeface="Calibri"/>
                <a:ea typeface="+mn-ea"/>
                <a:cs typeface="+mn-cs"/>
              </a:rPr>
              <a:t>[</a:t>
            </a:r>
            <a:r>
              <a:rPr lang="fr-FR" sz="1991" b="1" kern="1200" dirty="0" err="1">
                <a:solidFill>
                  <a:prstClr val="black"/>
                </a:solidFill>
                <a:latin typeface="Calibri"/>
                <a:ea typeface="+mn-ea"/>
                <a:cs typeface="+mn-cs"/>
              </a:rPr>
              <a:t>Mohamed@localhost</a:t>
            </a:r>
            <a:r>
              <a:rPr lang="fr-FR" sz="1991" b="1" kern="1200" dirty="0">
                <a:solidFill>
                  <a:prstClr val="black"/>
                </a:solidFill>
                <a:latin typeface="Calibri"/>
                <a:ea typeface="+mn-ea"/>
                <a:cs typeface="+mn-cs"/>
              </a:rPr>
              <a:t> /]$cd /home/Salah</a:t>
            </a:r>
          </a:p>
        </p:txBody>
      </p:sp>
      <p:sp>
        <p:nvSpPr>
          <p:cNvPr id="126" name="ZoneTexte 125"/>
          <p:cNvSpPr txBox="1"/>
          <p:nvPr/>
        </p:nvSpPr>
        <p:spPr>
          <a:xfrm>
            <a:off x="2772208" y="5975249"/>
            <a:ext cx="4935429" cy="413856"/>
          </a:xfrm>
          <a:prstGeom prst="rect">
            <a:avLst/>
          </a:prstGeom>
          <a:solidFill>
            <a:sysClr val="window" lastClr="FFFFFF"/>
          </a:solidFill>
        </p:spPr>
        <p:txBody>
          <a:bodyPr wrap="square" rtlCol="0">
            <a:spAutoFit/>
          </a:bodyPr>
          <a:lstStyle/>
          <a:p>
            <a:pPr algn="r" defTabSz="1011602" hangingPunct="1">
              <a:defRPr/>
            </a:pPr>
            <a:r>
              <a:rPr lang="fr-FR" sz="1991" b="1" kern="1200" dirty="0">
                <a:solidFill>
                  <a:prstClr val="black"/>
                </a:solidFill>
                <a:latin typeface="Calibri"/>
                <a:ea typeface="+mn-ea"/>
                <a:cs typeface="+mn-cs"/>
              </a:rPr>
              <a:t>[</a:t>
            </a:r>
            <a:r>
              <a:rPr lang="fr-FR" sz="1991" b="1" kern="1200" dirty="0" err="1">
                <a:solidFill>
                  <a:prstClr val="black"/>
                </a:solidFill>
                <a:latin typeface="Calibri"/>
                <a:ea typeface="+mn-ea"/>
                <a:cs typeface="+mn-cs"/>
              </a:rPr>
              <a:t>Mohamed@localhost</a:t>
            </a:r>
            <a:r>
              <a:rPr lang="fr-FR" sz="1991" b="1" kern="1200" dirty="0">
                <a:solidFill>
                  <a:prstClr val="black"/>
                </a:solidFill>
                <a:latin typeface="Calibri"/>
                <a:ea typeface="+mn-ea"/>
                <a:cs typeface="+mn-cs"/>
              </a:rPr>
              <a:t> /home/Salah]$cd ..</a:t>
            </a:r>
          </a:p>
        </p:txBody>
      </p:sp>
      <p:sp>
        <p:nvSpPr>
          <p:cNvPr id="127" name="ZoneTexte 126"/>
          <p:cNvSpPr txBox="1"/>
          <p:nvPr/>
        </p:nvSpPr>
        <p:spPr>
          <a:xfrm>
            <a:off x="2970651" y="4992944"/>
            <a:ext cx="5055640" cy="413856"/>
          </a:xfrm>
          <a:prstGeom prst="rect">
            <a:avLst/>
          </a:prstGeom>
          <a:solidFill>
            <a:sysClr val="window" lastClr="FFFFFF"/>
          </a:solidFill>
        </p:spPr>
        <p:txBody>
          <a:bodyPr wrap="square" rtlCol="0">
            <a:spAutoFit/>
          </a:bodyPr>
          <a:lstStyle/>
          <a:p>
            <a:pPr algn="r" defTabSz="1011602" hangingPunct="1">
              <a:defRPr/>
            </a:pPr>
            <a:r>
              <a:rPr lang="fr-FR" sz="1991" b="1" kern="1200" dirty="0">
                <a:solidFill>
                  <a:prstClr val="black"/>
                </a:solidFill>
                <a:latin typeface="Calibri"/>
                <a:ea typeface="+mn-ea"/>
                <a:cs typeface="+mn-cs"/>
              </a:rPr>
              <a:t>[</a:t>
            </a:r>
            <a:r>
              <a:rPr lang="fr-FR" sz="1991" b="1" kern="1200" dirty="0" err="1">
                <a:solidFill>
                  <a:prstClr val="black"/>
                </a:solidFill>
                <a:latin typeface="Calibri"/>
                <a:ea typeface="+mn-ea"/>
                <a:cs typeface="+mn-cs"/>
              </a:rPr>
              <a:t>Mohamed@localhost</a:t>
            </a:r>
            <a:r>
              <a:rPr lang="fr-FR" sz="1991" b="1" kern="1200" dirty="0">
                <a:solidFill>
                  <a:prstClr val="black"/>
                </a:solidFill>
                <a:latin typeface="Calibri"/>
                <a:ea typeface="+mn-ea"/>
                <a:cs typeface="+mn-cs"/>
              </a:rPr>
              <a:t> /home]$cd .</a:t>
            </a:r>
          </a:p>
        </p:txBody>
      </p:sp>
      <p:sp>
        <p:nvSpPr>
          <p:cNvPr id="128" name="ZoneTexte 127"/>
          <p:cNvSpPr txBox="1"/>
          <p:nvPr/>
        </p:nvSpPr>
        <p:spPr>
          <a:xfrm>
            <a:off x="2970651" y="4953160"/>
            <a:ext cx="5055640" cy="413856"/>
          </a:xfrm>
          <a:prstGeom prst="rect">
            <a:avLst/>
          </a:prstGeom>
          <a:solidFill>
            <a:sysClr val="window" lastClr="FFFFFF"/>
          </a:solidFill>
        </p:spPr>
        <p:txBody>
          <a:bodyPr wrap="square" rtlCol="0">
            <a:spAutoFit/>
          </a:bodyPr>
          <a:lstStyle/>
          <a:p>
            <a:pPr algn="r" defTabSz="1011602" hangingPunct="1">
              <a:defRPr/>
            </a:pPr>
            <a:r>
              <a:rPr lang="fr-FR" sz="1991" b="1" kern="1200" dirty="0">
                <a:solidFill>
                  <a:prstClr val="black"/>
                </a:solidFill>
                <a:latin typeface="Calibri"/>
                <a:ea typeface="+mn-ea"/>
                <a:cs typeface="+mn-cs"/>
              </a:rPr>
              <a:t>[</a:t>
            </a:r>
            <a:r>
              <a:rPr lang="fr-FR" sz="1991" b="1" kern="1200" dirty="0" err="1">
                <a:solidFill>
                  <a:prstClr val="black"/>
                </a:solidFill>
                <a:latin typeface="Calibri"/>
                <a:ea typeface="+mn-ea"/>
                <a:cs typeface="+mn-cs"/>
              </a:rPr>
              <a:t>Mohamed@localhost</a:t>
            </a:r>
            <a:r>
              <a:rPr lang="fr-FR" sz="1991" b="1" kern="1200" dirty="0">
                <a:solidFill>
                  <a:prstClr val="black"/>
                </a:solidFill>
                <a:latin typeface="Calibri"/>
                <a:ea typeface="+mn-ea"/>
                <a:cs typeface="+mn-cs"/>
              </a:rPr>
              <a:t> /home]$</a:t>
            </a:r>
          </a:p>
        </p:txBody>
      </p:sp>
    </p:spTree>
  </p:cSld>
  <p:clrMapOvr>
    <a:masterClrMapping/>
  </p:clrMapOvr>
  <p:transition spd="med"/>
  <p:timing>
    <p:tnLst>
      <p:par>
        <p:cTn id="1" dur="indefinite" restart="never" fill="hold"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6"/>
                                        </p:tgtEl>
                                        <p:attrNameLst>
                                          <p:attrName>style.visibility</p:attrName>
                                        </p:attrNameLst>
                                      </p:cBhvr>
                                      <p:to>
                                        <p:strVal val="visible"/>
                                      </p:to>
                                    </p:set>
                                    <p:animEffect transition="in" filter="fade">
                                      <p:cBhvr>
                                        <p:cTn id="7" dur="500"/>
                                        <p:tgtEl>
                                          <p:spTgt spid="11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7"/>
                                        </p:tgtEl>
                                        <p:attrNameLst>
                                          <p:attrName>style.visibility</p:attrName>
                                        </p:attrNameLst>
                                      </p:cBhvr>
                                      <p:to>
                                        <p:strVal val="visible"/>
                                      </p:to>
                                    </p:set>
                                    <p:animEffect transition="in" filter="wipe(left)">
                                      <p:cBhvr>
                                        <p:cTn id="12" dur="500"/>
                                        <p:tgtEl>
                                          <p:spTgt spid="9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17"/>
                                        </p:tgtEl>
                                        <p:attrNameLst>
                                          <p:attrName>style.visibility</p:attrName>
                                        </p:attrNameLst>
                                      </p:cBhvr>
                                      <p:to>
                                        <p:strVal val="visible"/>
                                      </p:to>
                                    </p:set>
                                    <p:animEffect transition="in" filter="fade">
                                      <p:cBhvr>
                                        <p:cTn id="17" dur="500"/>
                                        <p:tgtEl>
                                          <p:spTgt spid="117"/>
                                        </p:tgtEl>
                                      </p:cBhvr>
                                    </p:animEffect>
                                  </p:childTnLst>
                                </p:cTn>
                              </p:par>
                              <p:par>
                                <p:cTn id="18" presetID="1" presetClass="exit" presetSubtype="0" fill="hold" nodeType="withEffect">
                                  <p:stCondLst>
                                    <p:cond delay="0"/>
                                  </p:stCondLst>
                                  <p:childTnLst>
                                    <p:set>
                                      <p:cBhvr>
                                        <p:cTn id="19" dur="1" fill="hold">
                                          <p:stCondLst>
                                            <p:cond delay="0"/>
                                          </p:stCondLst>
                                        </p:cTn>
                                        <p:tgtEl>
                                          <p:spTgt spid="116"/>
                                        </p:tgtEl>
                                        <p:attrNameLst>
                                          <p:attrName>style.visibility</p:attrName>
                                        </p:attrNameLst>
                                      </p:cBhvr>
                                      <p:to>
                                        <p:strVal val="hidden"/>
                                      </p:to>
                                    </p:set>
                                  </p:childTnLst>
                                </p:cTn>
                              </p:par>
                              <p:par>
                                <p:cTn id="20" presetID="1" presetClass="exit" presetSubtype="0" fill="hold" grpId="1" nodeType="withEffect">
                                  <p:stCondLst>
                                    <p:cond delay="0"/>
                                  </p:stCondLst>
                                  <p:childTnLst>
                                    <p:set>
                                      <p:cBhvr>
                                        <p:cTn id="21" dur="1" fill="hold">
                                          <p:stCondLst>
                                            <p:cond delay="0"/>
                                          </p:stCondLst>
                                        </p:cTn>
                                        <p:tgtEl>
                                          <p:spTgt spid="97"/>
                                        </p:tgtEl>
                                        <p:attrNameLst>
                                          <p:attrName>style.visibility</p:attrName>
                                        </p:attrNameLst>
                                      </p:cBhvr>
                                      <p:to>
                                        <p:strVal val="hidden"/>
                                      </p:to>
                                    </p:se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107"/>
                                        </p:tgtEl>
                                        <p:attrNameLst>
                                          <p:attrName>style.visibility</p:attrName>
                                        </p:attrNameLst>
                                      </p:cBhvr>
                                      <p:to>
                                        <p:strVal val="visible"/>
                                      </p:to>
                                    </p:set>
                                    <p:animEffect transition="in" filter="wipe(left)">
                                      <p:cBhvr>
                                        <p:cTn id="26" dur="500"/>
                                        <p:tgtEl>
                                          <p:spTgt spid="107"/>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110"/>
                                        </p:tgtEl>
                                        <p:attrNameLst>
                                          <p:attrName>style.visibility</p:attrName>
                                        </p:attrNameLst>
                                      </p:cBhvr>
                                      <p:to>
                                        <p:strVal val="visible"/>
                                      </p:to>
                                    </p:set>
                                    <p:animEffect transition="in" filter="wipe(left)">
                                      <p:cBhvr>
                                        <p:cTn id="31" dur="500"/>
                                        <p:tgtEl>
                                          <p:spTgt spid="110"/>
                                        </p:tgtEl>
                                      </p:cBhvr>
                                    </p:animEffect>
                                  </p:childTnLst>
                                </p:cTn>
                              </p:par>
                              <p:par>
                                <p:cTn id="32" presetID="10" presetClass="entr" presetSubtype="0" fill="hold" nodeType="withEffect">
                                  <p:stCondLst>
                                    <p:cond delay="0"/>
                                  </p:stCondLst>
                                  <p:childTnLst>
                                    <p:set>
                                      <p:cBhvr>
                                        <p:cTn id="33" dur="1" fill="hold">
                                          <p:stCondLst>
                                            <p:cond delay="0"/>
                                          </p:stCondLst>
                                        </p:cTn>
                                        <p:tgtEl>
                                          <p:spTgt spid="118"/>
                                        </p:tgtEl>
                                        <p:attrNameLst>
                                          <p:attrName>style.visibility</p:attrName>
                                        </p:attrNameLst>
                                      </p:cBhvr>
                                      <p:to>
                                        <p:strVal val="visible"/>
                                      </p:to>
                                    </p:set>
                                    <p:animEffect transition="in" filter="fade">
                                      <p:cBhvr>
                                        <p:cTn id="34" dur="500"/>
                                        <p:tgtEl>
                                          <p:spTgt spid="118"/>
                                        </p:tgtEl>
                                      </p:cBhvr>
                                    </p:animEffect>
                                  </p:childTnLst>
                                </p:cTn>
                              </p:par>
                              <p:par>
                                <p:cTn id="35" presetID="1" presetClass="exit" presetSubtype="0" fill="hold" nodeType="withEffect">
                                  <p:stCondLst>
                                    <p:cond delay="0"/>
                                  </p:stCondLst>
                                  <p:childTnLst>
                                    <p:set>
                                      <p:cBhvr>
                                        <p:cTn id="36" dur="1" fill="hold">
                                          <p:stCondLst>
                                            <p:cond delay="0"/>
                                          </p:stCondLst>
                                        </p:cTn>
                                        <p:tgtEl>
                                          <p:spTgt spid="117"/>
                                        </p:tgtEl>
                                        <p:attrNameLst>
                                          <p:attrName>style.visibility</p:attrName>
                                        </p:attrNameLst>
                                      </p:cBhvr>
                                      <p:to>
                                        <p:strVal val="hidden"/>
                                      </p:to>
                                    </p:set>
                                  </p:childTnLst>
                                </p:cTn>
                              </p:par>
                            </p:childTnLst>
                          </p:cTn>
                        </p:par>
                      </p:childTnLst>
                    </p:cTn>
                  </p:par>
                  <p:par>
                    <p:cTn id="37" fill="hold">
                      <p:stCondLst>
                        <p:cond delay="indefinite"/>
                      </p:stCondLst>
                      <p:childTnLst>
                        <p:par>
                          <p:cTn id="38" fill="hold">
                            <p:stCondLst>
                              <p:cond delay="0"/>
                            </p:stCondLst>
                            <p:childTnLst>
                              <p:par>
                                <p:cTn id="39" presetID="1" presetClass="exit" presetSubtype="0" fill="hold" grpId="1" nodeType="clickEffect">
                                  <p:stCondLst>
                                    <p:cond delay="0"/>
                                  </p:stCondLst>
                                  <p:childTnLst>
                                    <p:set>
                                      <p:cBhvr>
                                        <p:cTn id="40" dur="1" fill="hold">
                                          <p:stCondLst>
                                            <p:cond delay="0"/>
                                          </p:stCondLst>
                                        </p:cTn>
                                        <p:tgtEl>
                                          <p:spTgt spid="107"/>
                                        </p:tgtEl>
                                        <p:attrNameLst>
                                          <p:attrName>style.visibility</p:attrName>
                                        </p:attrNameLst>
                                      </p:cBhvr>
                                      <p:to>
                                        <p:strVal val="hidden"/>
                                      </p:to>
                                    </p:set>
                                  </p:childTnLst>
                                </p:cTn>
                              </p:par>
                            </p:childTnLst>
                          </p:cTn>
                        </p:par>
                      </p:childTnLst>
                    </p:cTn>
                  </p:par>
                  <p:par>
                    <p:cTn id="41" fill="hold">
                      <p:stCondLst>
                        <p:cond delay="indefinite"/>
                      </p:stCondLst>
                      <p:childTnLst>
                        <p:par>
                          <p:cTn id="42" fill="hold">
                            <p:stCondLst>
                              <p:cond delay="0"/>
                            </p:stCondLst>
                            <p:childTnLst>
                              <p:par>
                                <p:cTn id="43" presetID="1" presetClass="exit" presetSubtype="0" fill="hold" grpId="1" nodeType="clickEffect">
                                  <p:stCondLst>
                                    <p:cond delay="0"/>
                                  </p:stCondLst>
                                  <p:childTnLst>
                                    <p:set>
                                      <p:cBhvr>
                                        <p:cTn id="44" dur="1" fill="hold">
                                          <p:stCondLst>
                                            <p:cond delay="0"/>
                                          </p:stCondLst>
                                        </p:cTn>
                                        <p:tgtEl>
                                          <p:spTgt spid="110"/>
                                        </p:tgtEl>
                                        <p:attrNameLst>
                                          <p:attrName>style.visibility</p:attrName>
                                        </p:attrNameLst>
                                      </p:cBhvr>
                                      <p:to>
                                        <p:strVal val="hidden"/>
                                      </p:to>
                                    </p:se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122"/>
                                        </p:tgtEl>
                                        <p:attrNameLst>
                                          <p:attrName>style.visibility</p:attrName>
                                        </p:attrNameLst>
                                      </p:cBhvr>
                                      <p:to>
                                        <p:strVal val="visible"/>
                                      </p:to>
                                    </p:set>
                                    <p:animEffect transition="in" filter="wipe(left)">
                                      <p:cBhvr>
                                        <p:cTn id="49" dur="500"/>
                                        <p:tgtEl>
                                          <p:spTgt spid="122"/>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xit" presetSubtype="0" fill="hold" grpId="1" nodeType="clickEffect">
                                  <p:stCondLst>
                                    <p:cond delay="0"/>
                                  </p:stCondLst>
                                  <p:childTnLst>
                                    <p:set>
                                      <p:cBhvr>
                                        <p:cTn id="53" dur="1" fill="hold">
                                          <p:stCondLst>
                                            <p:cond delay="0"/>
                                          </p:stCondLst>
                                        </p:cTn>
                                        <p:tgtEl>
                                          <p:spTgt spid="122"/>
                                        </p:tgtEl>
                                        <p:attrNameLst>
                                          <p:attrName>style.visibility</p:attrName>
                                        </p:attrNameLst>
                                      </p:cBhvr>
                                      <p:to>
                                        <p:strVal val="hidden"/>
                                      </p:to>
                                    </p:set>
                                  </p:childTnLst>
                                </p:cTn>
                              </p:par>
                              <p:par>
                                <p:cTn id="54" presetID="10" presetClass="entr" presetSubtype="0" fill="hold" nodeType="withEffect">
                                  <p:stCondLst>
                                    <p:cond delay="0"/>
                                  </p:stCondLst>
                                  <p:childTnLst>
                                    <p:set>
                                      <p:cBhvr>
                                        <p:cTn id="55" dur="1" fill="hold">
                                          <p:stCondLst>
                                            <p:cond delay="0"/>
                                          </p:stCondLst>
                                        </p:cTn>
                                        <p:tgtEl>
                                          <p:spTgt spid="116"/>
                                        </p:tgtEl>
                                        <p:attrNameLst>
                                          <p:attrName>style.visibility</p:attrName>
                                        </p:attrNameLst>
                                      </p:cBhvr>
                                      <p:to>
                                        <p:strVal val="visible"/>
                                      </p:to>
                                    </p:set>
                                    <p:animEffect transition="in" filter="fade">
                                      <p:cBhvr>
                                        <p:cTn id="56" dur="500"/>
                                        <p:tgtEl>
                                          <p:spTgt spid="116"/>
                                        </p:tgtEl>
                                      </p:cBhvr>
                                    </p:animEffect>
                                  </p:childTnLst>
                                </p:cTn>
                              </p:par>
                              <p:par>
                                <p:cTn id="57" presetID="1" presetClass="exit" presetSubtype="0" fill="hold" nodeType="withEffect">
                                  <p:stCondLst>
                                    <p:cond delay="0"/>
                                  </p:stCondLst>
                                  <p:childTnLst>
                                    <p:set>
                                      <p:cBhvr>
                                        <p:cTn id="58" dur="1" fill="hold">
                                          <p:stCondLst>
                                            <p:cond delay="0"/>
                                          </p:stCondLst>
                                        </p:cTn>
                                        <p:tgtEl>
                                          <p:spTgt spid="118"/>
                                        </p:tgtEl>
                                        <p:attrNameLst>
                                          <p:attrName>style.visibility</p:attrName>
                                        </p:attrNameLst>
                                      </p:cBhvr>
                                      <p:to>
                                        <p:strVal val="hidden"/>
                                      </p:to>
                                    </p:set>
                                  </p:childTnLst>
                                </p:cTn>
                              </p:par>
                              <p:par>
                                <p:cTn id="59" presetID="22" presetClass="entr" presetSubtype="8" fill="hold" grpId="0" nodeType="withEffect">
                                  <p:stCondLst>
                                    <p:cond delay="0"/>
                                  </p:stCondLst>
                                  <p:childTnLst>
                                    <p:set>
                                      <p:cBhvr>
                                        <p:cTn id="60" dur="1" fill="hold">
                                          <p:stCondLst>
                                            <p:cond delay="0"/>
                                          </p:stCondLst>
                                        </p:cTn>
                                        <p:tgtEl>
                                          <p:spTgt spid="123"/>
                                        </p:tgtEl>
                                        <p:attrNameLst>
                                          <p:attrName>style.visibility</p:attrName>
                                        </p:attrNameLst>
                                      </p:cBhvr>
                                      <p:to>
                                        <p:strVal val="visible"/>
                                      </p:to>
                                    </p:set>
                                    <p:animEffect transition="in" filter="wipe(left)">
                                      <p:cBhvr>
                                        <p:cTn id="61" dur="500"/>
                                        <p:tgtEl>
                                          <p:spTgt spid="123"/>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8" fill="hold" grpId="0" nodeType="clickEffect">
                                  <p:stCondLst>
                                    <p:cond delay="0"/>
                                  </p:stCondLst>
                                  <p:childTnLst>
                                    <p:set>
                                      <p:cBhvr>
                                        <p:cTn id="65" dur="1" fill="hold">
                                          <p:stCondLst>
                                            <p:cond delay="0"/>
                                          </p:stCondLst>
                                        </p:cTn>
                                        <p:tgtEl>
                                          <p:spTgt spid="124"/>
                                        </p:tgtEl>
                                        <p:attrNameLst>
                                          <p:attrName>style.visibility</p:attrName>
                                        </p:attrNameLst>
                                      </p:cBhvr>
                                      <p:to>
                                        <p:strVal val="visible"/>
                                      </p:to>
                                    </p:set>
                                    <p:animEffect transition="in" filter="wipe(left)">
                                      <p:cBhvr>
                                        <p:cTn id="66" dur="500"/>
                                        <p:tgtEl>
                                          <p:spTgt spid="124"/>
                                        </p:tgtEl>
                                      </p:cBhvr>
                                    </p:animEffect>
                                  </p:childTnLst>
                                </p:cTn>
                              </p:par>
                              <p:par>
                                <p:cTn id="67" presetID="1" presetClass="exit" presetSubtype="0" fill="hold" grpId="1" nodeType="withEffect">
                                  <p:stCondLst>
                                    <p:cond delay="0"/>
                                  </p:stCondLst>
                                  <p:childTnLst>
                                    <p:set>
                                      <p:cBhvr>
                                        <p:cTn id="68" dur="1" fill="hold">
                                          <p:stCondLst>
                                            <p:cond delay="0"/>
                                          </p:stCondLst>
                                        </p:cTn>
                                        <p:tgtEl>
                                          <p:spTgt spid="123"/>
                                        </p:tgtEl>
                                        <p:attrNameLst>
                                          <p:attrName>style.visibility</p:attrName>
                                        </p:attrNameLst>
                                      </p:cBhvr>
                                      <p:to>
                                        <p:strVal val="hidden"/>
                                      </p:to>
                                    </p:set>
                                  </p:childTnLst>
                                </p:cTn>
                              </p:par>
                            </p:childTnLst>
                          </p:cTn>
                        </p:par>
                      </p:childTnLst>
                    </p:cTn>
                  </p:par>
                  <p:par>
                    <p:cTn id="69" fill="hold">
                      <p:stCondLst>
                        <p:cond delay="indefinite"/>
                      </p:stCondLst>
                      <p:childTnLst>
                        <p:par>
                          <p:cTn id="70" fill="hold">
                            <p:stCondLst>
                              <p:cond delay="0"/>
                            </p:stCondLst>
                            <p:childTnLst>
                              <p:par>
                                <p:cTn id="71" presetID="1" presetClass="exit" presetSubtype="0" fill="hold" nodeType="clickEffect">
                                  <p:stCondLst>
                                    <p:cond delay="0"/>
                                  </p:stCondLst>
                                  <p:childTnLst>
                                    <p:set>
                                      <p:cBhvr>
                                        <p:cTn id="72" dur="1" fill="hold">
                                          <p:stCondLst>
                                            <p:cond delay="0"/>
                                          </p:stCondLst>
                                        </p:cTn>
                                        <p:tgtEl>
                                          <p:spTgt spid="116"/>
                                        </p:tgtEl>
                                        <p:attrNameLst>
                                          <p:attrName>style.visibility</p:attrName>
                                        </p:attrNameLst>
                                      </p:cBhvr>
                                      <p:to>
                                        <p:strVal val="hidden"/>
                                      </p:to>
                                    </p:set>
                                  </p:childTnLst>
                                </p:cTn>
                              </p:par>
                              <p:par>
                                <p:cTn id="73" presetID="1" presetClass="exit" presetSubtype="0" fill="hold" grpId="2" nodeType="withEffect">
                                  <p:stCondLst>
                                    <p:cond delay="0"/>
                                  </p:stCondLst>
                                  <p:childTnLst>
                                    <p:set>
                                      <p:cBhvr>
                                        <p:cTn id="74" dur="1" fill="hold">
                                          <p:stCondLst>
                                            <p:cond delay="0"/>
                                          </p:stCondLst>
                                        </p:cTn>
                                        <p:tgtEl>
                                          <p:spTgt spid="124"/>
                                        </p:tgtEl>
                                        <p:attrNameLst>
                                          <p:attrName>style.visibility</p:attrName>
                                        </p:attrNameLst>
                                      </p:cBhvr>
                                      <p:to>
                                        <p:strVal val="hidden"/>
                                      </p:to>
                                    </p:set>
                                  </p:childTnLst>
                                </p:cTn>
                              </p:par>
                              <p:par>
                                <p:cTn id="75" presetID="22" presetClass="entr" presetSubtype="8" fill="hold" grpId="0" nodeType="withEffect">
                                  <p:stCondLst>
                                    <p:cond delay="0"/>
                                  </p:stCondLst>
                                  <p:childTnLst>
                                    <p:set>
                                      <p:cBhvr>
                                        <p:cTn id="76" dur="1" fill="hold">
                                          <p:stCondLst>
                                            <p:cond delay="0"/>
                                          </p:stCondLst>
                                        </p:cTn>
                                        <p:tgtEl>
                                          <p:spTgt spid="113"/>
                                        </p:tgtEl>
                                        <p:attrNameLst>
                                          <p:attrName>style.visibility</p:attrName>
                                        </p:attrNameLst>
                                      </p:cBhvr>
                                      <p:to>
                                        <p:strVal val="visible"/>
                                      </p:to>
                                    </p:set>
                                    <p:animEffect transition="in" filter="wipe(left)">
                                      <p:cBhvr>
                                        <p:cTn id="77" dur="500"/>
                                        <p:tgtEl>
                                          <p:spTgt spid="113"/>
                                        </p:tgtEl>
                                      </p:cBhvr>
                                    </p:animEffect>
                                  </p:childTnLst>
                                </p:cTn>
                              </p:par>
                              <p:par>
                                <p:cTn id="78" presetID="10" presetClass="entr" presetSubtype="0" fill="hold" nodeType="withEffect">
                                  <p:stCondLst>
                                    <p:cond delay="0"/>
                                  </p:stCondLst>
                                  <p:childTnLst>
                                    <p:set>
                                      <p:cBhvr>
                                        <p:cTn id="79" dur="1" fill="hold">
                                          <p:stCondLst>
                                            <p:cond delay="0"/>
                                          </p:stCondLst>
                                        </p:cTn>
                                        <p:tgtEl>
                                          <p:spTgt spid="119"/>
                                        </p:tgtEl>
                                        <p:attrNameLst>
                                          <p:attrName>style.visibility</p:attrName>
                                        </p:attrNameLst>
                                      </p:cBhvr>
                                      <p:to>
                                        <p:strVal val="visible"/>
                                      </p:to>
                                    </p:set>
                                    <p:animEffect transition="in" filter="fade">
                                      <p:cBhvr>
                                        <p:cTn id="80" dur="500"/>
                                        <p:tgtEl>
                                          <p:spTgt spid="119"/>
                                        </p:tgtEl>
                                      </p:cBhvr>
                                    </p:animEffect>
                                  </p:childTnLst>
                                </p:cTn>
                              </p:par>
                            </p:childTnLst>
                          </p:cTn>
                        </p:par>
                      </p:childTnLst>
                    </p:cTn>
                  </p:par>
                  <p:par>
                    <p:cTn id="81" fill="hold">
                      <p:stCondLst>
                        <p:cond delay="indefinite"/>
                      </p:stCondLst>
                      <p:childTnLst>
                        <p:par>
                          <p:cTn id="82" fill="hold">
                            <p:stCondLst>
                              <p:cond delay="0"/>
                            </p:stCondLst>
                            <p:childTnLst>
                              <p:par>
                                <p:cTn id="83" presetID="1" presetClass="exit" presetSubtype="0" fill="hold" grpId="1" nodeType="clickEffect">
                                  <p:stCondLst>
                                    <p:cond delay="0"/>
                                  </p:stCondLst>
                                  <p:childTnLst>
                                    <p:set>
                                      <p:cBhvr>
                                        <p:cTn id="84" dur="1" fill="hold">
                                          <p:stCondLst>
                                            <p:cond delay="0"/>
                                          </p:stCondLst>
                                        </p:cTn>
                                        <p:tgtEl>
                                          <p:spTgt spid="113"/>
                                        </p:tgtEl>
                                        <p:attrNameLst>
                                          <p:attrName>style.visibility</p:attrName>
                                        </p:attrNameLst>
                                      </p:cBhvr>
                                      <p:to>
                                        <p:strVal val="hidden"/>
                                      </p:to>
                                    </p:set>
                                  </p:childTnLst>
                                </p:cTn>
                              </p:par>
                              <p:par>
                                <p:cTn id="85" presetID="22" presetClass="entr" presetSubtype="8" fill="hold" grpId="0" nodeType="withEffect">
                                  <p:stCondLst>
                                    <p:cond delay="0"/>
                                  </p:stCondLst>
                                  <p:childTnLst>
                                    <p:set>
                                      <p:cBhvr>
                                        <p:cTn id="86" dur="1" fill="hold">
                                          <p:stCondLst>
                                            <p:cond delay="0"/>
                                          </p:stCondLst>
                                        </p:cTn>
                                        <p:tgtEl>
                                          <p:spTgt spid="125"/>
                                        </p:tgtEl>
                                        <p:attrNameLst>
                                          <p:attrName>style.visibility</p:attrName>
                                        </p:attrNameLst>
                                      </p:cBhvr>
                                      <p:to>
                                        <p:strVal val="visible"/>
                                      </p:to>
                                    </p:set>
                                    <p:animEffect transition="in" filter="wipe(left)">
                                      <p:cBhvr>
                                        <p:cTn id="87" dur="500"/>
                                        <p:tgtEl>
                                          <p:spTgt spid="125"/>
                                        </p:tgtEl>
                                      </p:cBhvr>
                                    </p:animEffect>
                                  </p:childTnLst>
                                </p:cTn>
                              </p:par>
                            </p:childTnLst>
                          </p:cTn>
                        </p:par>
                      </p:childTnLst>
                    </p:cTn>
                  </p:par>
                  <p:par>
                    <p:cTn id="88" fill="hold">
                      <p:stCondLst>
                        <p:cond delay="indefinite"/>
                      </p:stCondLst>
                      <p:childTnLst>
                        <p:par>
                          <p:cTn id="89" fill="hold">
                            <p:stCondLst>
                              <p:cond delay="0"/>
                            </p:stCondLst>
                            <p:childTnLst>
                              <p:par>
                                <p:cTn id="90" presetID="1" presetClass="exit" presetSubtype="0" fill="hold" grpId="1" nodeType="clickEffect">
                                  <p:stCondLst>
                                    <p:cond delay="0"/>
                                  </p:stCondLst>
                                  <p:childTnLst>
                                    <p:set>
                                      <p:cBhvr>
                                        <p:cTn id="91" dur="1" fill="hold">
                                          <p:stCondLst>
                                            <p:cond delay="0"/>
                                          </p:stCondLst>
                                        </p:cTn>
                                        <p:tgtEl>
                                          <p:spTgt spid="125"/>
                                        </p:tgtEl>
                                        <p:attrNameLst>
                                          <p:attrName>style.visibility</p:attrName>
                                        </p:attrNameLst>
                                      </p:cBhvr>
                                      <p:to>
                                        <p:strVal val="hidden"/>
                                      </p:to>
                                    </p:set>
                                  </p:childTnLst>
                                </p:cTn>
                              </p:par>
                              <p:par>
                                <p:cTn id="92" presetID="1" presetClass="exit" presetSubtype="0" fill="hold" nodeType="withEffect">
                                  <p:stCondLst>
                                    <p:cond delay="0"/>
                                  </p:stCondLst>
                                  <p:childTnLst>
                                    <p:set>
                                      <p:cBhvr>
                                        <p:cTn id="93" dur="1" fill="hold">
                                          <p:stCondLst>
                                            <p:cond delay="0"/>
                                          </p:stCondLst>
                                        </p:cTn>
                                        <p:tgtEl>
                                          <p:spTgt spid="119"/>
                                        </p:tgtEl>
                                        <p:attrNameLst>
                                          <p:attrName>style.visibility</p:attrName>
                                        </p:attrNameLst>
                                      </p:cBhvr>
                                      <p:to>
                                        <p:strVal val="hidden"/>
                                      </p:to>
                                    </p:set>
                                  </p:childTnLst>
                                </p:cTn>
                              </p:par>
                              <p:par>
                                <p:cTn id="94" presetID="22" presetClass="entr" presetSubtype="8" fill="hold" grpId="0" nodeType="withEffect">
                                  <p:stCondLst>
                                    <p:cond delay="0"/>
                                  </p:stCondLst>
                                  <p:childTnLst>
                                    <p:set>
                                      <p:cBhvr>
                                        <p:cTn id="95" dur="1" fill="hold">
                                          <p:stCondLst>
                                            <p:cond delay="0"/>
                                          </p:stCondLst>
                                        </p:cTn>
                                        <p:tgtEl>
                                          <p:spTgt spid="115"/>
                                        </p:tgtEl>
                                        <p:attrNameLst>
                                          <p:attrName>style.visibility</p:attrName>
                                        </p:attrNameLst>
                                      </p:cBhvr>
                                      <p:to>
                                        <p:strVal val="visible"/>
                                      </p:to>
                                    </p:set>
                                    <p:animEffect transition="in" filter="wipe(left)">
                                      <p:cBhvr>
                                        <p:cTn id="96" dur="500"/>
                                        <p:tgtEl>
                                          <p:spTgt spid="115"/>
                                        </p:tgtEl>
                                      </p:cBhvr>
                                    </p:animEffect>
                                  </p:childTnLst>
                                </p:cTn>
                              </p:par>
                              <p:par>
                                <p:cTn id="97" presetID="10" presetClass="entr" presetSubtype="0" fill="hold" nodeType="withEffect">
                                  <p:stCondLst>
                                    <p:cond delay="0"/>
                                  </p:stCondLst>
                                  <p:childTnLst>
                                    <p:set>
                                      <p:cBhvr>
                                        <p:cTn id="98" dur="1" fill="hold">
                                          <p:stCondLst>
                                            <p:cond delay="0"/>
                                          </p:stCondLst>
                                        </p:cTn>
                                        <p:tgtEl>
                                          <p:spTgt spid="121"/>
                                        </p:tgtEl>
                                        <p:attrNameLst>
                                          <p:attrName>style.visibility</p:attrName>
                                        </p:attrNameLst>
                                      </p:cBhvr>
                                      <p:to>
                                        <p:strVal val="visible"/>
                                      </p:to>
                                    </p:set>
                                    <p:animEffect transition="in" filter="fade">
                                      <p:cBhvr>
                                        <p:cTn id="99" dur="500"/>
                                        <p:tgtEl>
                                          <p:spTgt spid="121"/>
                                        </p:tgtEl>
                                      </p:cBhvr>
                                    </p:animEffect>
                                  </p:childTnLst>
                                </p:cTn>
                              </p:par>
                            </p:childTnLst>
                          </p:cTn>
                        </p:par>
                      </p:childTnLst>
                    </p:cTn>
                  </p:par>
                  <p:par>
                    <p:cTn id="100" fill="hold">
                      <p:stCondLst>
                        <p:cond delay="indefinite"/>
                      </p:stCondLst>
                      <p:childTnLst>
                        <p:par>
                          <p:cTn id="101" fill="hold">
                            <p:stCondLst>
                              <p:cond delay="0"/>
                            </p:stCondLst>
                            <p:childTnLst>
                              <p:par>
                                <p:cTn id="102" presetID="1" presetClass="exit" presetSubtype="0" fill="hold" grpId="1" nodeType="clickEffect">
                                  <p:stCondLst>
                                    <p:cond delay="0"/>
                                  </p:stCondLst>
                                  <p:childTnLst>
                                    <p:set>
                                      <p:cBhvr>
                                        <p:cTn id="103" dur="1" fill="hold">
                                          <p:stCondLst>
                                            <p:cond delay="0"/>
                                          </p:stCondLst>
                                        </p:cTn>
                                        <p:tgtEl>
                                          <p:spTgt spid="124"/>
                                        </p:tgtEl>
                                        <p:attrNameLst>
                                          <p:attrName>style.visibility</p:attrName>
                                        </p:attrNameLst>
                                      </p:cBhvr>
                                      <p:to>
                                        <p:strVal val="hidden"/>
                                      </p:to>
                                    </p:set>
                                  </p:childTnLst>
                                </p:cTn>
                              </p:par>
                              <p:par>
                                <p:cTn id="104" presetID="1" presetClass="exit" presetSubtype="0" fill="hold" grpId="1" nodeType="withEffect">
                                  <p:stCondLst>
                                    <p:cond delay="0"/>
                                  </p:stCondLst>
                                  <p:childTnLst>
                                    <p:set>
                                      <p:cBhvr>
                                        <p:cTn id="105" dur="1" fill="hold">
                                          <p:stCondLst>
                                            <p:cond delay="0"/>
                                          </p:stCondLst>
                                        </p:cTn>
                                        <p:tgtEl>
                                          <p:spTgt spid="115"/>
                                        </p:tgtEl>
                                        <p:attrNameLst>
                                          <p:attrName>style.visibility</p:attrName>
                                        </p:attrNameLst>
                                      </p:cBhvr>
                                      <p:to>
                                        <p:strVal val="hidden"/>
                                      </p:to>
                                    </p:set>
                                  </p:childTnLst>
                                </p:cTn>
                              </p:par>
                            </p:childTnLst>
                          </p:cTn>
                        </p:par>
                      </p:childTnLst>
                    </p:cTn>
                  </p:par>
                  <p:par>
                    <p:cTn id="106" fill="hold">
                      <p:stCondLst>
                        <p:cond delay="indefinite"/>
                      </p:stCondLst>
                      <p:childTnLst>
                        <p:par>
                          <p:cTn id="107" fill="hold">
                            <p:stCondLst>
                              <p:cond delay="0"/>
                            </p:stCondLst>
                            <p:childTnLst>
                              <p:par>
                                <p:cTn id="108" presetID="22" presetClass="entr" presetSubtype="8" fill="hold" grpId="0" nodeType="clickEffect">
                                  <p:stCondLst>
                                    <p:cond delay="0"/>
                                  </p:stCondLst>
                                  <p:childTnLst>
                                    <p:set>
                                      <p:cBhvr>
                                        <p:cTn id="109" dur="1" fill="hold">
                                          <p:stCondLst>
                                            <p:cond delay="0"/>
                                          </p:stCondLst>
                                        </p:cTn>
                                        <p:tgtEl>
                                          <p:spTgt spid="126"/>
                                        </p:tgtEl>
                                        <p:attrNameLst>
                                          <p:attrName>style.visibility</p:attrName>
                                        </p:attrNameLst>
                                      </p:cBhvr>
                                      <p:to>
                                        <p:strVal val="visible"/>
                                      </p:to>
                                    </p:set>
                                    <p:animEffect transition="in" filter="wipe(left)">
                                      <p:cBhvr>
                                        <p:cTn id="110" dur="500"/>
                                        <p:tgtEl>
                                          <p:spTgt spid="126"/>
                                        </p:tgtEl>
                                      </p:cBhvr>
                                    </p:animEffect>
                                  </p:childTnLst>
                                </p:cTn>
                              </p:par>
                            </p:childTnLst>
                          </p:cTn>
                        </p:par>
                      </p:childTnLst>
                    </p:cTn>
                  </p:par>
                  <p:par>
                    <p:cTn id="111" fill="hold">
                      <p:stCondLst>
                        <p:cond delay="indefinite"/>
                      </p:stCondLst>
                      <p:childTnLst>
                        <p:par>
                          <p:cTn id="112" fill="hold">
                            <p:stCondLst>
                              <p:cond delay="0"/>
                            </p:stCondLst>
                            <p:childTnLst>
                              <p:par>
                                <p:cTn id="113" presetID="1" presetClass="exit" presetSubtype="0" fill="hold" nodeType="clickEffect">
                                  <p:stCondLst>
                                    <p:cond delay="0"/>
                                  </p:stCondLst>
                                  <p:childTnLst>
                                    <p:set>
                                      <p:cBhvr>
                                        <p:cTn id="114" dur="1" fill="hold">
                                          <p:stCondLst>
                                            <p:cond delay="0"/>
                                          </p:stCondLst>
                                        </p:cTn>
                                        <p:tgtEl>
                                          <p:spTgt spid="121"/>
                                        </p:tgtEl>
                                        <p:attrNameLst>
                                          <p:attrName>style.visibility</p:attrName>
                                        </p:attrNameLst>
                                      </p:cBhvr>
                                      <p:to>
                                        <p:strVal val="hidden"/>
                                      </p:to>
                                    </p:set>
                                  </p:childTnLst>
                                </p:cTn>
                              </p:par>
                              <p:par>
                                <p:cTn id="115" presetID="10" presetClass="entr" presetSubtype="0" fill="hold" grpId="0" nodeType="withEffect">
                                  <p:stCondLst>
                                    <p:cond delay="0"/>
                                  </p:stCondLst>
                                  <p:childTnLst>
                                    <p:set>
                                      <p:cBhvr>
                                        <p:cTn id="116" dur="1" fill="hold">
                                          <p:stCondLst>
                                            <p:cond delay="0"/>
                                          </p:stCondLst>
                                        </p:cTn>
                                        <p:tgtEl>
                                          <p:spTgt spid="114"/>
                                        </p:tgtEl>
                                        <p:attrNameLst>
                                          <p:attrName>style.visibility</p:attrName>
                                        </p:attrNameLst>
                                      </p:cBhvr>
                                      <p:to>
                                        <p:strVal val="visible"/>
                                      </p:to>
                                    </p:set>
                                    <p:animEffect transition="in" filter="fade">
                                      <p:cBhvr>
                                        <p:cTn id="117" dur="500"/>
                                        <p:tgtEl>
                                          <p:spTgt spid="114"/>
                                        </p:tgtEl>
                                      </p:cBhvr>
                                    </p:animEffect>
                                  </p:childTnLst>
                                </p:cTn>
                              </p:par>
                              <p:par>
                                <p:cTn id="118" presetID="10" presetClass="entr" presetSubtype="0" fill="hold" nodeType="withEffect">
                                  <p:stCondLst>
                                    <p:cond delay="0"/>
                                  </p:stCondLst>
                                  <p:childTnLst>
                                    <p:set>
                                      <p:cBhvr>
                                        <p:cTn id="119" dur="1" fill="hold">
                                          <p:stCondLst>
                                            <p:cond delay="0"/>
                                          </p:stCondLst>
                                        </p:cTn>
                                        <p:tgtEl>
                                          <p:spTgt spid="120"/>
                                        </p:tgtEl>
                                        <p:attrNameLst>
                                          <p:attrName>style.visibility</p:attrName>
                                        </p:attrNameLst>
                                      </p:cBhvr>
                                      <p:to>
                                        <p:strVal val="visible"/>
                                      </p:to>
                                    </p:set>
                                    <p:animEffect transition="in" filter="fade">
                                      <p:cBhvr>
                                        <p:cTn id="120" dur="500"/>
                                        <p:tgtEl>
                                          <p:spTgt spid="120"/>
                                        </p:tgtEl>
                                      </p:cBhvr>
                                    </p:animEffect>
                                  </p:childTnLst>
                                </p:cTn>
                              </p:par>
                              <p:par>
                                <p:cTn id="121" presetID="1" presetClass="exit" presetSubtype="0" fill="hold" grpId="1" nodeType="withEffect">
                                  <p:stCondLst>
                                    <p:cond delay="0"/>
                                  </p:stCondLst>
                                  <p:childTnLst>
                                    <p:set>
                                      <p:cBhvr>
                                        <p:cTn id="122" dur="1" fill="hold">
                                          <p:stCondLst>
                                            <p:cond delay="0"/>
                                          </p:stCondLst>
                                        </p:cTn>
                                        <p:tgtEl>
                                          <p:spTgt spid="126"/>
                                        </p:tgtEl>
                                        <p:attrNameLst>
                                          <p:attrName>style.visibility</p:attrName>
                                        </p:attrNameLst>
                                      </p:cBhvr>
                                      <p:to>
                                        <p:strVal val="hidden"/>
                                      </p:to>
                                    </p:set>
                                  </p:childTnLst>
                                </p:cTn>
                              </p:par>
                            </p:childTnLst>
                          </p:cTn>
                        </p:par>
                      </p:childTnLst>
                    </p:cTn>
                  </p:par>
                  <p:par>
                    <p:cTn id="123" fill="hold">
                      <p:stCondLst>
                        <p:cond delay="indefinite"/>
                      </p:stCondLst>
                      <p:childTnLst>
                        <p:par>
                          <p:cTn id="124" fill="hold">
                            <p:stCondLst>
                              <p:cond delay="0"/>
                            </p:stCondLst>
                            <p:childTnLst>
                              <p:par>
                                <p:cTn id="125" presetID="10" presetClass="entr" presetSubtype="0" fill="hold" grpId="0" nodeType="clickEffect">
                                  <p:stCondLst>
                                    <p:cond delay="0"/>
                                  </p:stCondLst>
                                  <p:childTnLst>
                                    <p:set>
                                      <p:cBhvr>
                                        <p:cTn id="126" dur="1" fill="hold">
                                          <p:stCondLst>
                                            <p:cond delay="0"/>
                                          </p:stCondLst>
                                        </p:cTn>
                                        <p:tgtEl>
                                          <p:spTgt spid="127"/>
                                        </p:tgtEl>
                                        <p:attrNameLst>
                                          <p:attrName>style.visibility</p:attrName>
                                        </p:attrNameLst>
                                      </p:cBhvr>
                                      <p:to>
                                        <p:strVal val="visible"/>
                                      </p:to>
                                    </p:set>
                                    <p:animEffect transition="in" filter="fade">
                                      <p:cBhvr>
                                        <p:cTn id="127" dur="500"/>
                                        <p:tgtEl>
                                          <p:spTgt spid="127"/>
                                        </p:tgtEl>
                                      </p:cBhvr>
                                    </p:animEffect>
                                  </p:childTnLst>
                                </p:cTn>
                              </p:par>
                            </p:childTnLst>
                          </p:cTn>
                        </p:par>
                      </p:childTnLst>
                    </p:cTn>
                  </p:par>
                  <p:par>
                    <p:cTn id="128" fill="hold">
                      <p:stCondLst>
                        <p:cond delay="indefinite"/>
                      </p:stCondLst>
                      <p:childTnLst>
                        <p:par>
                          <p:cTn id="129" fill="hold">
                            <p:stCondLst>
                              <p:cond delay="0"/>
                            </p:stCondLst>
                            <p:childTnLst>
                              <p:par>
                                <p:cTn id="130" presetID="10" presetClass="entr" presetSubtype="0" fill="hold" grpId="0" nodeType="clickEffect">
                                  <p:stCondLst>
                                    <p:cond delay="0"/>
                                  </p:stCondLst>
                                  <p:childTnLst>
                                    <p:set>
                                      <p:cBhvr>
                                        <p:cTn id="131" dur="1" fill="hold">
                                          <p:stCondLst>
                                            <p:cond delay="0"/>
                                          </p:stCondLst>
                                        </p:cTn>
                                        <p:tgtEl>
                                          <p:spTgt spid="128"/>
                                        </p:tgtEl>
                                        <p:attrNameLst>
                                          <p:attrName>style.visibility</p:attrName>
                                        </p:attrNameLst>
                                      </p:cBhvr>
                                      <p:to>
                                        <p:strVal val="visible"/>
                                      </p:to>
                                    </p:set>
                                    <p:animEffect transition="in" filter="fade">
                                      <p:cBhvr>
                                        <p:cTn id="132" dur="500"/>
                                        <p:tgtEl>
                                          <p:spTgt spid="128"/>
                                        </p:tgtEl>
                                      </p:cBhvr>
                                    </p:animEffect>
                                  </p:childTnLst>
                                </p:cTn>
                              </p:par>
                              <p:par>
                                <p:cTn id="133" presetID="32" presetClass="emph" presetSubtype="0" fill="hold" nodeType="withEffect">
                                  <p:stCondLst>
                                    <p:cond delay="0"/>
                                  </p:stCondLst>
                                  <p:childTnLst>
                                    <p:animRot by="120000">
                                      <p:cBhvr>
                                        <p:cTn id="134" dur="100" fill="hold">
                                          <p:stCondLst>
                                            <p:cond delay="0"/>
                                          </p:stCondLst>
                                        </p:cTn>
                                        <p:tgtEl>
                                          <p:spTgt spid="120"/>
                                        </p:tgtEl>
                                        <p:attrNameLst>
                                          <p:attrName>r</p:attrName>
                                        </p:attrNameLst>
                                      </p:cBhvr>
                                    </p:animRot>
                                    <p:animRot by="-240000">
                                      <p:cBhvr>
                                        <p:cTn id="135" dur="200" fill="hold">
                                          <p:stCondLst>
                                            <p:cond delay="200"/>
                                          </p:stCondLst>
                                        </p:cTn>
                                        <p:tgtEl>
                                          <p:spTgt spid="120"/>
                                        </p:tgtEl>
                                        <p:attrNameLst>
                                          <p:attrName>r</p:attrName>
                                        </p:attrNameLst>
                                      </p:cBhvr>
                                    </p:animRot>
                                    <p:animRot by="240000">
                                      <p:cBhvr>
                                        <p:cTn id="136" dur="200" fill="hold">
                                          <p:stCondLst>
                                            <p:cond delay="400"/>
                                          </p:stCondLst>
                                        </p:cTn>
                                        <p:tgtEl>
                                          <p:spTgt spid="120"/>
                                        </p:tgtEl>
                                        <p:attrNameLst>
                                          <p:attrName>r</p:attrName>
                                        </p:attrNameLst>
                                      </p:cBhvr>
                                    </p:animRot>
                                    <p:animRot by="-240000">
                                      <p:cBhvr>
                                        <p:cTn id="137" dur="200" fill="hold">
                                          <p:stCondLst>
                                            <p:cond delay="600"/>
                                          </p:stCondLst>
                                        </p:cTn>
                                        <p:tgtEl>
                                          <p:spTgt spid="120"/>
                                        </p:tgtEl>
                                        <p:attrNameLst>
                                          <p:attrName>r</p:attrName>
                                        </p:attrNameLst>
                                      </p:cBhvr>
                                    </p:animRot>
                                    <p:animRot by="120000">
                                      <p:cBhvr>
                                        <p:cTn id="138" dur="200" fill="hold">
                                          <p:stCondLst>
                                            <p:cond delay="800"/>
                                          </p:stCondLst>
                                        </p:cTn>
                                        <p:tgtEl>
                                          <p:spTgt spid="120"/>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 grpId="0" animBg="1"/>
      <p:bldP spid="97" grpId="1" animBg="1"/>
      <p:bldP spid="107" grpId="0" animBg="1"/>
      <p:bldP spid="107" grpId="1" animBg="1"/>
      <p:bldP spid="110" grpId="0" animBg="1"/>
      <p:bldP spid="110" grpId="1" animBg="1"/>
      <p:bldP spid="113" grpId="0" animBg="1"/>
      <p:bldP spid="113" grpId="1" animBg="1"/>
      <p:bldP spid="114" grpId="0" animBg="1"/>
      <p:bldP spid="115" grpId="0" animBg="1"/>
      <p:bldP spid="115" grpId="1" animBg="1"/>
      <p:bldP spid="122" grpId="0" animBg="1"/>
      <p:bldP spid="122" grpId="1" animBg="1"/>
      <p:bldP spid="123" grpId="0" animBg="1"/>
      <p:bldP spid="123" grpId="1" animBg="1"/>
      <p:bldP spid="124" grpId="0" animBg="1"/>
      <p:bldP spid="124" grpId="1" animBg="1"/>
      <p:bldP spid="124" grpId="2" animBg="1"/>
      <p:bldP spid="125" grpId="0" animBg="1"/>
      <p:bldP spid="125" grpId="1" animBg="1"/>
      <p:bldP spid="126" grpId="0" animBg="1"/>
      <p:bldP spid="126" grpId="1" animBg="1"/>
      <p:bldP spid="127" grpId="0" animBg="1"/>
      <p:bldP spid="128"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61" name="Commandes Shell : Manipulation des fichiers et des répertoires"/>
          <p:cNvSpPr txBox="1">
            <a:spLocks noGrp="1"/>
          </p:cNvSpPr>
          <p:nvPr>
            <p:ph type="title"/>
          </p:nvPr>
        </p:nvSpPr>
        <p:spPr>
          <a:xfrm>
            <a:off x="586672" y="908025"/>
            <a:ext cx="13464046" cy="1524891"/>
          </a:xfrm>
          <a:prstGeom prst="rect">
            <a:avLst/>
          </a:prstGeom>
        </p:spPr>
        <p:txBody>
          <a:bodyPr/>
          <a:lstStyle>
            <a:lvl1pPr defTabSz="368045">
              <a:spcBef>
                <a:spcPts val="1000"/>
              </a:spcBef>
              <a:defRPr sz="4400"/>
            </a:lvl1pPr>
          </a:lstStyle>
          <a:p>
            <a:r>
              <a:t>Commandes Shell : Manipulation des fichiers et des répertoires  </a:t>
            </a:r>
          </a:p>
        </p:txBody>
      </p:sp>
      <p:sp>
        <p:nvSpPr>
          <p:cNvPr id="562" name="Commande pwd…"/>
          <p:cNvSpPr txBox="1">
            <a:spLocks noGrp="1"/>
          </p:cNvSpPr>
          <p:nvPr>
            <p:ph type="body" idx="1"/>
          </p:nvPr>
        </p:nvSpPr>
        <p:spPr>
          <a:xfrm>
            <a:off x="586672" y="2931254"/>
            <a:ext cx="13263381" cy="7322766"/>
          </a:xfrm>
          <a:prstGeom prst="rect">
            <a:avLst/>
          </a:prstGeom>
        </p:spPr>
        <p:txBody>
          <a:bodyPr anchor="t"/>
          <a:lstStyle/>
          <a:p>
            <a:pPr marL="0" indent="0" algn="ctr" defTabSz="463517">
              <a:spcBef>
                <a:spcPts val="1881"/>
              </a:spcBef>
              <a:buSzTx/>
              <a:buNone/>
              <a:defRPr sz="2600" b="1" i="1" u="sng">
                <a:solidFill>
                  <a:srgbClr val="B0564E"/>
                </a:solidFill>
              </a:defRPr>
            </a:pPr>
            <a:r>
              <a:rPr dirty="0" err="1">
                <a:solidFill>
                  <a:srgbClr val="0070C0"/>
                </a:solidFill>
              </a:rPr>
              <a:t>Commande</a:t>
            </a:r>
            <a:r>
              <a:rPr dirty="0">
                <a:solidFill>
                  <a:srgbClr val="0070C0"/>
                </a:solidFill>
              </a:rPr>
              <a:t> </a:t>
            </a:r>
            <a:r>
              <a:rPr lang="fr-FR" dirty="0">
                <a:solidFill>
                  <a:srgbClr val="0070C0"/>
                </a:solidFill>
              </a:rPr>
              <a:t> </a:t>
            </a:r>
            <a:r>
              <a:rPr dirty="0" err="1">
                <a:solidFill>
                  <a:srgbClr val="002060"/>
                </a:solidFill>
              </a:rPr>
              <a:t>pwd</a:t>
            </a:r>
            <a:endParaRPr dirty="0">
              <a:solidFill>
                <a:srgbClr val="002060"/>
              </a:solidFill>
            </a:endParaRPr>
          </a:p>
          <a:p>
            <a:pPr marL="265122" indent="-265122" defTabSz="463517">
              <a:spcBef>
                <a:spcPts val="1881"/>
              </a:spcBef>
              <a:defRPr sz="2400"/>
            </a:pPr>
            <a:r>
              <a:rPr dirty="0"/>
              <a:t>La </a:t>
            </a:r>
            <a:r>
              <a:rPr dirty="0" err="1"/>
              <a:t>commande</a:t>
            </a:r>
            <a:r>
              <a:rPr dirty="0"/>
              <a:t>  « </a:t>
            </a:r>
            <a:r>
              <a:rPr dirty="0" err="1"/>
              <a:t>pwd</a:t>
            </a:r>
            <a:r>
              <a:rPr dirty="0"/>
              <a:t> » </a:t>
            </a:r>
            <a:r>
              <a:rPr dirty="0" err="1"/>
              <a:t>permet</a:t>
            </a:r>
            <a:r>
              <a:rPr dirty="0"/>
              <a:t> </a:t>
            </a:r>
            <a:r>
              <a:rPr dirty="0" err="1"/>
              <a:t>d’afficher</a:t>
            </a:r>
            <a:r>
              <a:rPr dirty="0"/>
              <a:t> le chemin </a:t>
            </a:r>
            <a:r>
              <a:rPr dirty="0" err="1"/>
              <a:t>absolu</a:t>
            </a:r>
            <a:r>
              <a:rPr dirty="0"/>
              <a:t> du </a:t>
            </a:r>
            <a:r>
              <a:rPr dirty="0" err="1"/>
              <a:t>répertoire</a:t>
            </a:r>
            <a:r>
              <a:rPr dirty="0"/>
              <a:t> courant. </a:t>
            </a:r>
            <a:endParaRPr dirty="0">
              <a:latin typeface="Times Roman"/>
              <a:ea typeface="Times Roman"/>
              <a:cs typeface="Times Roman"/>
              <a:sym typeface="Times Roman"/>
            </a:endParaRPr>
          </a:p>
          <a:p>
            <a:pPr marL="0" indent="0" algn="ctr" defTabSz="463517">
              <a:spcBef>
                <a:spcPts val="1881"/>
              </a:spcBef>
              <a:buSzTx/>
              <a:buNone/>
              <a:defRPr sz="2600" b="1" i="1" u="sng">
                <a:solidFill>
                  <a:srgbClr val="B0564E"/>
                </a:solidFill>
              </a:defRPr>
            </a:pPr>
            <a:r>
              <a:rPr dirty="0" err="1">
                <a:solidFill>
                  <a:srgbClr val="0070C0"/>
                </a:solidFill>
              </a:rPr>
              <a:t>Commande</a:t>
            </a:r>
            <a:r>
              <a:rPr dirty="0">
                <a:solidFill>
                  <a:srgbClr val="0070C0"/>
                </a:solidFill>
              </a:rPr>
              <a:t> </a:t>
            </a:r>
            <a:r>
              <a:rPr lang="fr-FR" dirty="0">
                <a:solidFill>
                  <a:srgbClr val="0070C0"/>
                </a:solidFill>
              </a:rPr>
              <a:t>  </a:t>
            </a:r>
            <a:r>
              <a:rPr dirty="0">
                <a:solidFill>
                  <a:srgbClr val="002060"/>
                </a:solidFill>
              </a:rPr>
              <a:t>ls</a:t>
            </a:r>
          </a:p>
          <a:p>
            <a:pPr marL="265122" indent="-265122" defTabSz="463517">
              <a:spcBef>
                <a:spcPts val="1881"/>
              </a:spcBef>
              <a:defRPr sz="2400"/>
            </a:pPr>
            <a:r>
              <a:rPr dirty="0" err="1"/>
              <a:t>Cette</a:t>
            </a:r>
            <a:r>
              <a:rPr dirty="0"/>
              <a:t> </a:t>
            </a:r>
            <a:r>
              <a:rPr dirty="0" err="1"/>
              <a:t>commande</a:t>
            </a:r>
            <a:r>
              <a:rPr dirty="0"/>
              <a:t> </a:t>
            </a:r>
            <a:r>
              <a:rPr dirty="0" err="1"/>
              <a:t>permet</a:t>
            </a:r>
            <a:r>
              <a:rPr dirty="0"/>
              <a:t> </a:t>
            </a:r>
            <a:r>
              <a:rPr dirty="0" err="1"/>
              <a:t>principalement</a:t>
            </a:r>
            <a:r>
              <a:rPr dirty="0"/>
              <a:t> de lister le </a:t>
            </a:r>
            <a:r>
              <a:rPr dirty="0" err="1"/>
              <a:t>contenu</a:t>
            </a:r>
            <a:r>
              <a:rPr dirty="0"/>
              <a:t> d’un  </a:t>
            </a:r>
            <a:r>
              <a:rPr dirty="0" err="1"/>
              <a:t>répertoire</a:t>
            </a:r>
            <a:r>
              <a:rPr dirty="0"/>
              <a:t>. Nous </a:t>
            </a:r>
            <a:r>
              <a:rPr dirty="0" err="1"/>
              <a:t>pouvons</a:t>
            </a:r>
            <a:r>
              <a:rPr dirty="0"/>
              <a:t> </a:t>
            </a:r>
            <a:r>
              <a:rPr dirty="0" err="1"/>
              <a:t>lui</a:t>
            </a:r>
            <a:r>
              <a:rPr dirty="0"/>
              <a:t> </a:t>
            </a:r>
            <a:r>
              <a:rPr dirty="0" err="1"/>
              <a:t>associer</a:t>
            </a:r>
            <a:r>
              <a:rPr dirty="0"/>
              <a:t> </a:t>
            </a:r>
            <a:r>
              <a:rPr dirty="0" err="1"/>
              <a:t>plusieurs</a:t>
            </a:r>
            <a:r>
              <a:rPr dirty="0"/>
              <a:t> options </a:t>
            </a:r>
            <a:r>
              <a:rPr dirty="0" err="1"/>
              <a:t>dont</a:t>
            </a:r>
            <a:r>
              <a:rPr dirty="0"/>
              <a:t> les plus </a:t>
            </a:r>
            <a:r>
              <a:rPr dirty="0" err="1"/>
              <a:t>évidentes</a:t>
            </a:r>
            <a:r>
              <a:rPr dirty="0"/>
              <a:t> </a:t>
            </a:r>
            <a:r>
              <a:rPr dirty="0" err="1"/>
              <a:t>sont</a:t>
            </a:r>
            <a:r>
              <a:rPr dirty="0"/>
              <a:t> : </a:t>
            </a:r>
            <a:endParaRPr dirty="0">
              <a:solidFill>
                <a:srgbClr val="000000"/>
              </a:solidFill>
            </a:endParaRPr>
          </a:p>
          <a:p>
            <a:pPr marL="618621" lvl="1" indent="-353497" defTabSz="463517">
              <a:spcBef>
                <a:spcPts val="1881"/>
              </a:spcBef>
              <a:defRPr sz="2400" b="1">
                <a:solidFill>
                  <a:srgbClr val="011993"/>
                </a:solidFill>
              </a:defRPr>
            </a:pPr>
            <a:r>
              <a:rPr dirty="0"/>
              <a:t>-l </a:t>
            </a:r>
            <a:r>
              <a:rPr b="0" dirty="0">
                <a:solidFill>
                  <a:srgbClr val="414141"/>
                </a:solidFill>
              </a:rPr>
              <a:t> : Lister les </a:t>
            </a:r>
            <a:r>
              <a:rPr b="0" dirty="0" err="1">
                <a:solidFill>
                  <a:srgbClr val="414141"/>
                </a:solidFill>
              </a:rPr>
              <a:t>métadonnées</a:t>
            </a:r>
            <a:r>
              <a:rPr b="0" dirty="0">
                <a:solidFill>
                  <a:srgbClr val="414141"/>
                </a:solidFill>
              </a:rPr>
              <a:t> relatives à un </a:t>
            </a:r>
            <a:r>
              <a:rPr b="0" dirty="0" err="1">
                <a:solidFill>
                  <a:srgbClr val="414141"/>
                </a:solidFill>
              </a:rPr>
              <a:t>fichier</a:t>
            </a:r>
            <a:r>
              <a:rPr b="0" dirty="0">
                <a:solidFill>
                  <a:srgbClr val="414141"/>
                </a:solidFill>
              </a:rPr>
              <a:t> </a:t>
            </a:r>
            <a:r>
              <a:rPr b="0" dirty="0" err="1">
                <a:solidFill>
                  <a:srgbClr val="414141"/>
                </a:solidFill>
              </a:rPr>
              <a:t>ou</a:t>
            </a:r>
            <a:r>
              <a:rPr b="0" dirty="0">
                <a:solidFill>
                  <a:srgbClr val="414141"/>
                </a:solidFill>
              </a:rPr>
              <a:t> un </a:t>
            </a:r>
            <a:r>
              <a:rPr b="0" dirty="0" err="1">
                <a:solidFill>
                  <a:srgbClr val="414141"/>
                </a:solidFill>
              </a:rPr>
              <a:t>répertoire</a:t>
            </a:r>
            <a:r>
              <a:rPr b="0" dirty="0">
                <a:solidFill>
                  <a:srgbClr val="414141"/>
                </a:solidFill>
              </a:rPr>
              <a:t>.</a:t>
            </a:r>
          </a:p>
          <a:p>
            <a:pPr marL="618621" lvl="1" indent="-353497" defTabSz="463517">
              <a:spcBef>
                <a:spcPts val="1881"/>
              </a:spcBef>
              <a:defRPr sz="2400" b="1">
                <a:solidFill>
                  <a:srgbClr val="011993"/>
                </a:solidFill>
              </a:defRPr>
            </a:pPr>
            <a:r>
              <a:rPr dirty="0"/>
              <a:t>-a</a:t>
            </a:r>
            <a:r>
              <a:rPr b="0" dirty="0">
                <a:solidFill>
                  <a:srgbClr val="414141"/>
                </a:solidFill>
              </a:rPr>
              <a:t> : </a:t>
            </a:r>
            <a:r>
              <a:rPr b="0" dirty="0" err="1">
                <a:solidFill>
                  <a:srgbClr val="414141"/>
                </a:solidFill>
              </a:rPr>
              <a:t>Afficher</a:t>
            </a:r>
            <a:r>
              <a:rPr b="0" dirty="0">
                <a:solidFill>
                  <a:srgbClr val="414141"/>
                </a:solidFill>
              </a:rPr>
              <a:t> </a:t>
            </a:r>
            <a:r>
              <a:rPr b="0" dirty="0" err="1">
                <a:solidFill>
                  <a:srgbClr val="414141"/>
                </a:solidFill>
              </a:rPr>
              <a:t>tous</a:t>
            </a:r>
            <a:r>
              <a:rPr b="0" dirty="0">
                <a:solidFill>
                  <a:srgbClr val="414141"/>
                </a:solidFill>
              </a:rPr>
              <a:t> les </a:t>
            </a:r>
            <a:r>
              <a:rPr b="0" dirty="0" err="1">
                <a:solidFill>
                  <a:srgbClr val="414141"/>
                </a:solidFill>
              </a:rPr>
              <a:t>fichiers</a:t>
            </a:r>
            <a:r>
              <a:rPr b="0" dirty="0">
                <a:solidFill>
                  <a:srgbClr val="414141"/>
                </a:solidFill>
              </a:rPr>
              <a:t>, y </a:t>
            </a:r>
            <a:r>
              <a:rPr b="0" dirty="0" err="1">
                <a:solidFill>
                  <a:srgbClr val="414141"/>
                </a:solidFill>
              </a:rPr>
              <a:t>compris</a:t>
            </a:r>
            <a:r>
              <a:rPr b="0" dirty="0">
                <a:solidFill>
                  <a:srgbClr val="414141"/>
                </a:solidFill>
              </a:rPr>
              <a:t> les </a:t>
            </a:r>
            <a:r>
              <a:rPr b="0" dirty="0" err="1">
                <a:solidFill>
                  <a:srgbClr val="414141"/>
                </a:solidFill>
              </a:rPr>
              <a:t>fichiers</a:t>
            </a:r>
            <a:r>
              <a:rPr b="0" dirty="0">
                <a:solidFill>
                  <a:srgbClr val="414141"/>
                </a:solidFill>
              </a:rPr>
              <a:t> </a:t>
            </a:r>
            <a:r>
              <a:rPr b="0" dirty="0" err="1">
                <a:solidFill>
                  <a:srgbClr val="414141"/>
                </a:solidFill>
              </a:rPr>
              <a:t>cachés</a:t>
            </a:r>
            <a:r>
              <a:rPr b="0" dirty="0">
                <a:solidFill>
                  <a:srgbClr val="414141"/>
                </a:solidFill>
              </a:rPr>
              <a:t>.</a:t>
            </a:r>
          </a:p>
          <a:p>
            <a:pPr marL="618621" lvl="1" indent="-353497" defTabSz="463517">
              <a:spcBef>
                <a:spcPts val="1881"/>
              </a:spcBef>
              <a:defRPr sz="2400" b="1">
                <a:solidFill>
                  <a:srgbClr val="011993"/>
                </a:solidFill>
              </a:defRPr>
            </a:pPr>
            <a:r>
              <a:rPr dirty="0"/>
              <a:t>-R </a:t>
            </a:r>
            <a:r>
              <a:rPr b="0" dirty="0">
                <a:solidFill>
                  <a:srgbClr val="414141"/>
                </a:solidFill>
              </a:rPr>
              <a:t>: Pour assurer un </a:t>
            </a:r>
            <a:r>
              <a:rPr b="0" dirty="0" err="1">
                <a:solidFill>
                  <a:srgbClr val="414141"/>
                </a:solidFill>
              </a:rPr>
              <a:t>affichage</a:t>
            </a:r>
            <a:r>
              <a:rPr b="0" dirty="0">
                <a:solidFill>
                  <a:srgbClr val="414141"/>
                </a:solidFill>
              </a:rPr>
              <a:t> </a:t>
            </a:r>
            <a:r>
              <a:rPr b="0" dirty="0" err="1">
                <a:solidFill>
                  <a:srgbClr val="414141"/>
                </a:solidFill>
              </a:rPr>
              <a:t>récursif</a:t>
            </a:r>
            <a:r>
              <a:rPr b="0" dirty="0">
                <a:solidFill>
                  <a:srgbClr val="414141"/>
                </a:solidFill>
              </a:rPr>
              <a:t> (le </a:t>
            </a:r>
            <a:r>
              <a:rPr b="0" dirty="0" err="1">
                <a:solidFill>
                  <a:srgbClr val="414141"/>
                </a:solidFill>
              </a:rPr>
              <a:t>contenu</a:t>
            </a:r>
            <a:r>
              <a:rPr b="0" dirty="0">
                <a:solidFill>
                  <a:srgbClr val="414141"/>
                </a:solidFill>
              </a:rPr>
              <a:t> du </a:t>
            </a:r>
            <a:r>
              <a:rPr b="0" dirty="0" err="1">
                <a:solidFill>
                  <a:srgbClr val="414141"/>
                </a:solidFill>
              </a:rPr>
              <a:t>répertoire</a:t>
            </a:r>
            <a:r>
              <a:rPr b="0" dirty="0">
                <a:solidFill>
                  <a:srgbClr val="414141"/>
                </a:solidFill>
              </a:rPr>
              <a:t> et de </a:t>
            </a:r>
            <a:r>
              <a:rPr b="0" dirty="0" err="1">
                <a:solidFill>
                  <a:srgbClr val="414141"/>
                </a:solidFill>
              </a:rPr>
              <a:t>ses</a:t>
            </a:r>
            <a:r>
              <a:rPr b="0" dirty="0">
                <a:solidFill>
                  <a:srgbClr val="414141"/>
                </a:solidFill>
              </a:rPr>
              <a:t> sous </a:t>
            </a:r>
            <a:r>
              <a:rPr b="0" dirty="0" err="1">
                <a:solidFill>
                  <a:srgbClr val="414141"/>
                </a:solidFill>
              </a:rPr>
              <a:t>répertoires</a:t>
            </a:r>
            <a:r>
              <a:rPr b="0" dirty="0">
                <a:solidFill>
                  <a:srgbClr val="414141"/>
                </a:solidFill>
              </a:rPr>
              <a:t>). </a:t>
            </a:r>
          </a:p>
          <a:p>
            <a:pPr marL="618621" lvl="1" indent="-353497" defTabSz="463517">
              <a:spcBef>
                <a:spcPts val="1881"/>
              </a:spcBef>
              <a:defRPr sz="2400"/>
            </a:pPr>
            <a:r>
              <a:rPr dirty="0"/>
              <a:t>-</a:t>
            </a:r>
            <a:r>
              <a:rPr b="1" dirty="0" err="1">
                <a:solidFill>
                  <a:srgbClr val="011993"/>
                </a:solidFill>
              </a:rPr>
              <a:t>i</a:t>
            </a:r>
            <a:r>
              <a:rPr b="1" dirty="0">
                <a:solidFill>
                  <a:srgbClr val="011993"/>
                </a:solidFill>
              </a:rPr>
              <a:t> </a:t>
            </a:r>
            <a:r>
              <a:rPr dirty="0"/>
              <a:t>: </a:t>
            </a:r>
            <a:r>
              <a:rPr dirty="0" err="1"/>
              <a:t>Afficher</a:t>
            </a:r>
            <a:r>
              <a:rPr dirty="0"/>
              <a:t> le </a:t>
            </a:r>
            <a:r>
              <a:rPr dirty="0" err="1"/>
              <a:t>numéro</a:t>
            </a:r>
            <a:r>
              <a:rPr dirty="0"/>
              <a:t> </a:t>
            </a:r>
            <a:r>
              <a:rPr dirty="0" err="1"/>
              <a:t>d’i</a:t>
            </a:r>
            <a:r>
              <a:rPr dirty="0"/>
              <a:t>-node des </a:t>
            </a:r>
            <a:r>
              <a:rPr dirty="0" err="1"/>
              <a:t>fichiers</a:t>
            </a:r>
            <a:r>
              <a:rPr dirty="0"/>
              <a:t> et des </a:t>
            </a:r>
            <a:r>
              <a:rPr dirty="0" err="1"/>
              <a:t>répertoires</a:t>
            </a:r>
            <a:r>
              <a:rPr dirty="0"/>
              <a:t>.</a:t>
            </a:r>
          </a:p>
          <a:p>
            <a:pPr marL="530247" lvl="1" indent="-265122" defTabSz="463517">
              <a:spcBef>
                <a:spcPts val="1881"/>
              </a:spcBef>
              <a:defRPr sz="2400"/>
            </a:pPr>
            <a:r>
              <a:rPr dirty="0"/>
              <a:t>-</a:t>
            </a:r>
            <a:r>
              <a:rPr b="1" dirty="0">
                <a:solidFill>
                  <a:srgbClr val="011993"/>
                </a:solidFill>
              </a:rPr>
              <a:t>d </a:t>
            </a:r>
            <a:r>
              <a:rPr dirty="0"/>
              <a:t>: </a:t>
            </a:r>
            <a:r>
              <a:rPr dirty="0" err="1"/>
              <a:t>Afficher</a:t>
            </a:r>
            <a:r>
              <a:rPr dirty="0"/>
              <a:t> les </a:t>
            </a:r>
            <a:r>
              <a:rPr dirty="0" err="1"/>
              <a:t>informations</a:t>
            </a:r>
            <a:r>
              <a:rPr dirty="0"/>
              <a:t> d’un dossier.</a:t>
            </a:r>
          </a:p>
        </p:txBody>
      </p:sp>
      <p:sp>
        <p:nvSpPr>
          <p:cNvPr id="563" name="Espace réservé du numéro de diapositive 1"/>
          <p:cNvSpPr txBox="1">
            <a:spLocks noGrp="1"/>
          </p:cNvSpPr>
          <p:nvPr>
            <p:ph type="sldNum" sz="quarter" idx="2"/>
          </p:nvPr>
        </p:nvSpPr>
        <p:spPr>
          <a:xfrm>
            <a:off x="7029966" y="10265453"/>
            <a:ext cx="362740" cy="412859"/>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33</a:t>
            </a:fld>
            <a:endParaRPr/>
          </a:p>
        </p:txBody>
      </p:sp>
    </p:spTree>
  </p:cSld>
  <p:clrMapOvr>
    <a:masterClrMapping/>
  </p:clrMapOvr>
  <p:transition spd="med"/>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65" name="Manipulation des Fichiers &amp; Répertoires : FHS"/>
          <p:cNvSpPr txBox="1">
            <a:spLocks noGrp="1"/>
          </p:cNvSpPr>
          <p:nvPr>
            <p:ph type="title"/>
          </p:nvPr>
        </p:nvSpPr>
        <p:spPr>
          <a:prstGeom prst="rect">
            <a:avLst/>
          </a:prstGeom>
        </p:spPr>
        <p:txBody>
          <a:bodyPr>
            <a:normAutofit fontScale="90000"/>
          </a:bodyPr>
          <a:lstStyle>
            <a:lvl1pPr>
              <a:defRPr sz="6000"/>
            </a:lvl1pPr>
          </a:lstStyle>
          <a:p>
            <a:r>
              <a:t>Manipulation des Fichiers &amp; Répertoires </a:t>
            </a:r>
          </a:p>
        </p:txBody>
      </p:sp>
      <p:sp>
        <p:nvSpPr>
          <p:cNvPr id="566" name="Espace réservé du numéro de diapositive 1"/>
          <p:cNvSpPr txBox="1">
            <a:spLocks noGrp="1"/>
          </p:cNvSpPr>
          <p:nvPr>
            <p:ph type="sldNum" sz="quarter" idx="2"/>
          </p:nvPr>
        </p:nvSpPr>
        <p:spPr>
          <a:xfrm>
            <a:off x="7029966" y="10265453"/>
            <a:ext cx="362740" cy="412859"/>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34</a:t>
            </a:fld>
            <a:endParaRPr/>
          </a:p>
        </p:txBody>
      </p:sp>
      <p:sp>
        <p:nvSpPr>
          <p:cNvPr id="67" name="Rectangle à coins arrondis 66"/>
          <p:cNvSpPr/>
          <p:nvPr/>
        </p:nvSpPr>
        <p:spPr>
          <a:xfrm>
            <a:off x="6392123" y="3657089"/>
            <a:ext cx="1032454" cy="477981"/>
          </a:xfrm>
          <a:prstGeom prst="roundRect">
            <a:avLst/>
          </a:prstGeom>
          <a:gradFill rotWithShape="1">
            <a:gsLst>
              <a:gs pos="0">
                <a:srgbClr val="F79646">
                  <a:tint val="50000"/>
                  <a:satMod val="300000"/>
                </a:srgbClr>
              </a:gs>
              <a:gs pos="35000">
                <a:srgbClr val="F79646">
                  <a:tint val="37000"/>
                  <a:satMod val="300000"/>
                </a:srgbClr>
              </a:gs>
              <a:gs pos="100000">
                <a:srgbClr val="F79646">
                  <a:tint val="15000"/>
                  <a:satMod val="350000"/>
                </a:srgbClr>
              </a:gs>
            </a:gsLst>
            <a:lin ang="16200000" scaled="1"/>
          </a:gradFill>
          <a:ln w="9525" cap="flat" cmpd="sng" algn="ctr">
            <a:solidFill>
              <a:srgbClr val="F79646">
                <a:shade val="95000"/>
                <a:satMod val="105000"/>
              </a:srgbClr>
            </a:solidFill>
            <a:prstDash val="solid"/>
          </a:ln>
          <a:effectLst>
            <a:outerShdw blurRad="40000" dist="20000" dir="5400000" rotWithShape="0">
              <a:srgbClr val="000000">
                <a:alpha val="38000"/>
              </a:srgbClr>
            </a:outerShdw>
          </a:effectLst>
        </p:spPr>
        <p:txBody>
          <a:bodyPr rtlCol="0" anchor="ctr"/>
          <a:lstStyle/>
          <a:p>
            <a:pPr defTabSz="1011602" hangingPunct="1">
              <a:defRPr/>
            </a:pPr>
            <a:r>
              <a:rPr lang="fr-FR" sz="1991" kern="1200" dirty="0">
                <a:solidFill>
                  <a:prstClr val="black"/>
                </a:solidFill>
                <a:latin typeface="Calibri"/>
                <a:ea typeface="+mn-ea"/>
                <a:cs typeface="+mn-cs"/>
              </a:rPr>
              <a:t>/</a:t>
            </a:r>
            <a:endParaRPr lang="en-US" sz="1991" kern="1200" dirty="0">
              <a:solidFill>
                <a:prstClr val="black"/>
              </a:solidFill>
              <a:latin typeface="Calibri"/>
              <a:ea typeface="+mn-ea"/>
              <a:cs typeface="+mn-cs"/>
            </a:endParaRPr>
          </a:p>
        </p:txBody>
      </p:sp>
      <p:sp>
        <p:nvSpPr>
          <p:cNvPr id="68" name="Rectangle à coins arrondis 67"/>
          <p:cNvSpPr/>
          <p:nvPr/>
        </p:nvSpPr>
        <p:spPr>
          <a:xfrm>
            <a:off x="8065056" y="4931704"/>
            <a:ext cx="1194952" cy="398317"/>
          </a:xfrm>
          <a:prstGeom prst="roundRect">
            <a:avLst/>
          </a:prstGeom>
          <a:solidFill>
            <a:srgbClr val="4F81BD"/>
          </a:solidFill>
          <a:ln w="25400" cap="flat" cmpd="sng" algn="ctr">
            <a:solidFill>
              <a:srgbClr val="4F81BD">
                <a:shade val="50000"/>
              </a:srgbClr>
            </a:solidFill>
            <a:prstDash val="solid"/>
          </a:ln>
          <a:effectLst/>
        </p:spPr>
        <p:txBody>
          <a:bodyPr rtlCol="0" anchor="ctr"/>
          <a:lstStyle/>
          <a:p>
            <a:pPr defTabSz="1011602" hangingPunct="1">
              <a:defRPr/>
            </a:pPr>
            <a:r>
              <a:rPr lang="fr-FR" sz="1991" kern="1200" dirty="0">
                <a:solidFill>
                  <a:prstClr val="white"/>
                </a:solidFill>
                <a:latin typeface="Calibri"/>
                <a:ea typeface="+mn-ea"/>
                <a:cs typeface="+mn-cs"/>
              </a:rPr>
              <a:t>home</a:t>
            </a:r>
            <a:endParaRPr lang="en-US" sz="1991" kern="1200" dirty="0">
              <a:solidFill>
                <a:prstClr val="white"/>
              </a:solidFill>
              <a:latin typeface="Calibri"/>
              <a:ea typeface="+mn-ea"/>
              <a:cs typeface="+mn-cs"/>
            </a:endParaRPr>
          </a:p>
        </p:txBody>
      </p:sp>
      <p:sp>
        <p:nvSpPr>
          <p:cNvPr id="69" name="Rectangle à coins arrondis 68"/>
          <p:cNvSpPr/>
          <p:nvPr/>
        </p:nvSpPr>
        <p:spPr>
          <a:xfrm>
            <a:off x="9897316" y="4931704"/>
            <a:ext cx="1194952" cy="398317"/>
          </a:xfrm>
          <a:prstGeom prst="roundRect">
            <a:avLst/>
          </a:prstGeom>
          <a:solidFill>
            <a:srgbClr val="4F81BD"/>
          </a:solidFill>
          <a:ln w="25400" cap="flat" cmpd="sng" algn="ctr">
            <a:solidFill>
              <a:srgbClr val="4F81BD">
                <a:shade val="50000"/>
              </a:srgbClr>
            </a:solidFill>
            <a:prstDash val="solid"/>
          </a:ln>
          <a:effectLst/>
        </p:spPr>
        <p:txBody>
          <a:bodyPr rtlCol="0" anchor="ctr"/>
          <a:lstStyle/>
          <a:p>
            <a:pPr defTabSz="1011602" hangingPunct="1">
              <a:defRPr/>
            </a:pPr>
            <a:r>
              <a:rPr lang="fr-FR" sz="1991" kern="1200" dirty="0" err="1">
                <a:solidFill>
                  <a:prstClr val="white"/>
                </a:solidFill>
                <a:latin typeface="Calibri"/>
                <a:ea typeface="+mn-ea"/>
                <a:cs typeface="+mn-cs"/>
              </a:rPr>
              <a:t>mnt</a:t>
            </a:r>
            <a:endParaRPr lang="en-US" sz="1991" kern="1200" dirty="0">
              <a:solidFill>
                <a:prstClr val="white"/>
              </a:solidFill>
              <a:latin typeface="Calibri"/>
              <a:ea typeface="+mn-ea"/>
              <a:cs typeface="+mn-cs"/>
            </a:endParaRPr>
          </a:p>
        </p:txBody>
      </p:sp>
      <p:sp>
        <p:nvSpPr>
          <p:cNvPr id="70" name="Rectangle à coins arrondis 69"/>
          <p:cNvSpPr/>
          <p:nvPr/>
        </p:nvSpPr>
        <p:spPr>
          <a:xfrm>
            <a:off x="6153133" y="4931704"/>
            <a:ext cx="1194952" cy="398317"/>
          </a:xfrm>
          <a:prstGeom prst="roundRect">
            <a:avLst/>
          </a:prstGeom>
          <a:solidFill>
            <a:srgbClr val="4F81BD"/>
          </a:solidFill>
          <a:ln w="25400" cap="flat" cmpd="sng" algn="ctr">
            <a:solidFill>
              <a:srgbClr val="4F81BD">
                <a:shade val="50000"/>
              </a:srgbClr>
            </a:solidFill>
            <a:prstDash val="solid"/>
          </a:ln>
          <a:effectLst/>
        </p:spPr>
        <p:txBody>
          <a:bodyPr rtlCol="0" anchor="ctr"/>
          <a:lstStyle/>
          <a:p>
            <a:pPr defTabSz="1011602" hangingPunct="1">
              <a:defRPr/>
            </a:pPr>
            <a:r>
              <a:rPr lang="fr-FR" sz="1991" kern="1200" dirty="0" err="1">
                <a:solidFill>
                  <a:prstClr val="white"/>
                </a:solidFill>
                <a:latin typeface="Calibri"/>
                <a:ea typeface="+mn-ea"/>
                <a:cs typeface="+mn-cs"/>
              </a:rPr>
              <a:t>etc</a:t>
            </a:r>
            <a:endParaRPr lang="en-US" sz="1991" kern="1200" dirty="0">
              <a:solidFill>
                <a:prstClr val="white"/>
              </a:solidFill>
              <a:latin typeface="Calibri"/>
              <a:ea typeface="+mn-ea"/>
              <a:cs typeface="+mn-cs"/>
            </a:endParaRPr>
          </a:p>
        </p:txBody>
      </p:sp>
      <p:sp>
        <p:nvSpPr>
          <p:cNvPr id="71" name="Rectangle à coins arrondis 70"/>
          <p:cNvSpPr/>
          <p:nvPr/>
        </p:nvSpPr>
        <p:spPr>
          <a:xfrm>
            <a:off x="2966593" y="4931704"/>
            <a:ext cx="1194952" cy="398317"/>
          </a:xfrm>
          <a:prstGeom prst="roundRect">
            <a:avLst/>
          </a:prstGeom>
          <a:solidFill>
            <a:srgbClr val="4F81BD"/>
          </a:solidFill>
          <a:ln w="25400" cap="flat" cmpd="sng" algn="ctr">
            <a:solidFill>
              <a:srgbClr val="4F81BD">
                <a:shade val="50000"/>
              </a:srgbClr>
            </a:solidFill>
            <a:prstDash val="solid"/>
          </a:ln>
          <a:effectLst/>
        </p:spPr>
        <p:txBody>
          <a:bodyPr rtlCol="0" anchor="ctr"/>
          <a:lstStyle/>
          <a:p>
            <a:pPr defTabSz="1011602" hangingPunct="1">
              <a:defRPr/>
            </a:pPr>
            <a:r>
              <a:rPr lang="fr-FR" sz="1991" kern="1200" dirty="0">
                <a:solidFill>
                  <a:prstClr val="white"/>
                </a:solidFill>
                <a:latin typeface="Calibri"/>
                <a:ea typeface="+mn-ea"/>
                <a:cs typeface="+mn-cs"/>
              </a:rPr>
              <a:t>bin</a:t>
            </a:r>
            <a:endParaRPr lang="en-US" sz="1991" kern="1200" dirty="0">
              <a:solidFill>
                <a:prstClr val="white"/>
              </a:solidFill>
              <a:latin typeface="Calibri"/>
              <a:ea typeface="+mn-ea"/>
              <a:cs typeface="+mn-cs"/>
            </a:endParaRPr>
          </a:p>
        </p:txBody>
      </p:sp>
      <p:cxnSp>
        <p:nvCxnSpPr>
          <p:cNvPr id="72" name="Connecteur droit 71"/>
          <p:cNvCxnSpPr/>
          <p:nvPr/>
        </p:nvCxnSpPr>
        <p:spPr>
          <a:xfrm>
            <a:off x="4241209" y="5130863"/>
            <a:ext cx="1832260" cy="0"/>
          </a:xfrm>
          <a:prstGeom prst="line">
            <a:avLst/>
          </a:prstGeom>
          <a:noFill/>
          <a:ln w="25400" cap="flat" cmpd="sng" algn="ctr">
            <a:solidFill>
              <a:srgbClr val="4F81BD"/>
            </a:solidFill>
            <a:prstDash val="sysDot"/>
          </a:ln>
          <a:effectLst>
            <a:outerShdw blurRad="40000" dist="20000" dir="5400000" rotWithShape="0">
              <a:srgbClr val="000000">
                <a:alpha val="38000"/>
              </a:srgbClr>
            </a:outerShdw>
          </a:effectLst>
        </p:spPr>
      </p:cxnSp>
      <p:cxnSp>
        <p:nvCxnSpPr>
          <p:cNvPr id="73" name="Connecteur droit 72"/>
          <p:cNvCxnSpPr>
            <a:stCxn id="67" idx="2"/>
            <a:endCxn id="71" idx="0"/>
          </p:cNvCxnSpPr>
          <p:nvPr/>
        </p:nvCxnSpPr>
        <p:spPr>
          <a:xfrm flipH="1">
            <a:off x="3564069" y="4135069"/>
            <a:ext cx="3344281" cy="796634"/>
          </a:xfrm>
          <a:prstGeom prst="line">
            <a:avLst/>
          </a:prstGeom>
          <a:noFill/>
          <a:ln w="9525" cap="flat" cmpd="sng" algn="ctr">
            <a:solidFill>
              <a:srgbClr val="4F81BD">
                <a:shade val="95000"/>
                <a:satMod val="105000"/>
              </a:srgbClr>
            </a:solidFill>
            <a:prstDash val="solid"/>
          </a:ln>
          <a:effectLst/>
        </p:spPr>
      </p:cxnSp>
      <p:cxnSp>
        <p:nvCxnSpPr>
          <p:cNvPr id="74" name="Connecteur droit 73"/>
          <p:cNvCxnSpPr>
            <a:stCxn id="67" idx="2"/>
            <a:endCxn id="70" idx="0"/>
          </p:cNvCxnSpPr>
          <p:nvPr/>
        </p:nvCxnSpPr>
        <p:spPr>
          <a:xfrm flipH="1">
            <a:off x="6750609" y="4135069"/>
            <a:ext cx="157741" cy="796634"/>
          </a:xfrm>
          <a:prstGeom prst="line">
            <a:avLst/>
          </a:prstGeom>
          <a:noFill/>
          <a:ln w="9525" cap="flat" cmpd="sng" algn="ctr">
            <a:solidFill>
              <a:srgbClr val="4F81BD">
                <a:shade val="95000"/>
                <a:satMod val="105000"/>
              </a:srgbClr>
            </a:solidFill>
            <a:prstDash val="solid"/>
          </a:ln>
          <a:effectLst/>
        </p:spPr>
      </p:cxnSp>
      <p:cxnSp>
        <p:nvCxnSpPr>
          <p:cNvPr id="75" name="Connecteur droit 74"/>
          <p:cNvCxnSpPr>
            <a:stCxn id="67" idx="2"/>
            <a:endCxn id="68" idx="0"/>
          </p:cNvCxnSpPr>
          <p:nvPr/>
        </p:nvCxnSpPr>
        <p:spPr>
          <a:xfrm>
            <a:off x="6908350" y="4135069"/>
            <a:ext cx="1754182" cy="796634"/>
          </a:xfrm>
          <a:prstGeom prst="line">
            <a:avLst/>
          </a:prstGeom>
          <a:noFill/>
          <a:ln w="9525" cap="flat" cmpd="sng" algn="ctr">
            <a:solidFill>
              <a:srgbClr val="4F81BD">
                <a:shade val="95000"/>
                <a:satMod val="105000"/>
              </a:srgbClr>
            </a:solidFill>
            <a:prstDash val="solid"/>
          </a:ln>
          <a:effectLst/>
        </p:spPr>
      </p:cxnSp>
      <p:cxnSp>
        <p:nvCxnSpPr>
          <p:cNvPr id="76" name="Connecteur droit 75"/>
          <p:cNvCxnSpPr>
            <a:stCxn id="67" idx="2"/>
            <a:endCxn id="69" idx="0"/>
          </p:cNvCxnSpPr>
          <p:nvPr/>
        </p:nvCxnSpPr>
        <p:spPr>
          <a:xfrm>
            <a:off x="6908350" y="4135069"/>
            <a:ext cx="3586442" cy="796634"/>
          </a:xfrm>
          <a:prstGeom prst="line">
            <a:avLst/>
          </a:prstGeom>
          <a:noFill/>
          <a:ln w="9525" cap="flat" cmpd="sng" algn="ctr">
            <a:solidFill>
              <a:srgbClr val="4F81BD">
                <a:shade val="95000"/>
                <a:satMod val="105000"/>
              </a:srgbClr>
            </a:solidFill>
            <a:prstDash val="solid"/>
          </a:ln>
          <a:effectLst/>
        </p:spPr>
      </p:cxnSp>
      <p:sp>
        <p:nvSpPr>
          <p:cNvPr id="77" name="Rectangle à coins arrondis 76"/>
          <p:cNvSpPr/>
          <p:nvPr/>
        </p:nvSpPr>
        <p:spPr>
          <a:xfrm>
            <a:off x="5595488" y="5967330"/>
            <a:ext cx="1504331" cy="398317"/>
          </a:xfrm>
          <a:prstGeom prst="roundRect">
            <a:avLst/>
          </a:prstGeom>
          <a:solidFill>
            <a:srgbClr val="4F81BD"/>
          </a:solidFill>
          <a:ln w="25400" cap="flat" cmpd="sng" algn="ctr">
            <a:solidFill>
              <a:srgbClr val="4F81BD">
                <a:shade val="50000"/>
              </a:srgbClr>
            </a:solidFill>
            <a:prstDash val="solid"/>
          </a:ln>
          <a:effectLst/>
        </p:spPr>
        <p:txBody>
          <a:bodyPr rtlCol="0" anchor="ctr"/>
          <a:lstStyle/>
          <a:p>
            <a:pPr defTabSz="1011602" hangingPunct="1">
              <a:defRPr/>
            </a:pPr>
            <a:r>
              <a:rPr lang="en-US" sz="1991" kern="1200" dirty="0">
                <a:solidFill>
                  <a:prstClr val="white"/>
                </a:solidFill>
                <a:latin typeface="Calibri"/>
                <a:ea typeface="+mn-ea"/>
                <a:cs typeface="+mn-cs"/>
              </a:rPr>
              <a:t>Mohamed</a:t>
            </a:r>
          </a:p>
        </p:txBody>
      </p:sp>
      <p:sp>
        <p:nvSpPr>
          <p:cNvPr id="78" name="Rectangle à coins arrondis 77"/>
          <p:cNvSpPr/>
          <p:nvPr/>
        </p:nvSpPr>
        <p:spPr>
          <a:xfrm>
            <a:off x="7755677" y="5967330"/>
            <a:ext cx="1504331" cy="398317"/>
          </a:xfrm>
          <a:prstGeom prst="roundRect">
            <a:avLst/>
          </a:prstGeom>
          <a:solidFill>
            <a:srgbClr val="4F81BD"/>
          </a:solidFill>
          <a:ln w="25400" cap="flat" cmpd="sng" algn="ctr">
            <a:solidFill>
              <a:srgbClr val="4F81BD">
                <a:shade val="50000"/>
              </a:srgbClr>
            </a:solidFill>
            <a:prstDash val="solid"/>
          </a:ln>
          <a:effectLst/>
        </p:spPr>
        <p:txBody>
          <a:bodyPr rtlCol="0" anchor="ctr"/>
          <a:lstStyle/>
          <a:p>
            <a:pPr defTabSz="1011602" hangingPunct="1">
              <a:defRPr/>
            </a:pPr>
            <a:r>
              <a:rPr lang="fr-FR" sz="1991" kern="1200" dirty="0">
                <a:solidFill>
                  <a:prstClr val="white"/>
                </a:solidFill>
                <a:latin typeface="Calibri"/>
                <a:ea typeface="+mn-ea"/>
                <a:cs typeface="+mn-cs"/>
              </a:rPr>
              <a:t>Salah</a:t>
            </a:r>
            <a:endParaRPr lang="en-US" sz="1991" kern="1200" dirty="0">
              <a:solidFill>
                <a:prstClr val="white"/>
              </a:solidFill>
              <a:latin typeface="Calibri"/>
              <a:ea typeface="+mn-ea"/>
              <a:cs typeface="+mn-cs"/>
            </a:endParaRPr>
          </a:p>
        </p:txBody>
      </p:sp>
      <p:sp>
        <p:nvSpPr>
          <p:cNvPr id="79" name="Rectangle à coins arrondis 78"/>
          <p:cNvSpPr/>
          <p:nvPr/>
        </p:nvSpPr>
        <p:spPr>
          <a:xfrm>
            <a:off x="9826927" y="5967330"/>
            <a:ext cx="1504331" cy="398317"/>
          </a:xfrm>
          <a:prstGeom prst="roundRect">
            <a:avLst/>
          </a:prstGeom>
          <a:solidFill>
            <a:srgbClr val="4F81BD"/>
          </a:solidFill>
          <a:ln w="25400" cap="flat" cmpd="sng" algn="ctr">
            <a:solidFill>
              <a:srgbClr val="4F81BD">
                <a:shade val="50000"/>
              </a:srgbClr>
            </a:solidFill>
            <a:prstDash val="solid"/>
          </a:ln>
          <a:effectLst/>
        </p:spPr>
        <p:txBody>
          <a:bodyPr rtlCol="0" anchor="ctr"/>
          <a:lstStyle/>
          <a:p>
            <a:pPr defTabSz="1011602" hangingPunct="1">
              <a:defRPr/>
            </a:pPr>
            <a:r>
              <a:rPr lang="fr-FR" sz="1991" kern="1200" dirty="0">
                <a:solidFill>
                  <a:prstClr val="white"/>
                </a:solidFill>
                <a:latin typeface="Calibri"/>
                <a:ea typeface="+mn-ea"/>
                <a:cs typeface="+mn-cs"/>
              </a:rPr>
              <a:t>Ali</a:t>
            </a:r>
            <a:endParaRPr lang="en-US" sz="1991" kern="1200" dirty="0">
              <a:solidFill>
                <a:prstClr val="white"/>
              </a:solidFill>
              <a:latin typeface="Calibri"/>
              <a:ea typeface="+mn-ea"/>
              <a:cs typeface="+mn-cs"/>
            </a:endParaRPr>
          </a:p>
        </p:txBody>
      </p:sp>
      <p:cxnSp>
        <p:nvCxnSpPr>
          <p:cNvPr id="80" name="Connecteur droit 79"/>
          <p:cNvCxnSpPr>
            <a:stCxn id="68" idx="2"/>
            <a:endCxn id="77" idx="0"/>
          </p:cNvCxnSpPr>
          <p:nvPr/>
        </p:nvCxnSpPr>
        <p:spPr>
          <a:xfrm flipH="1">
            <a:off x="6347653" y="5330021"/>
            <a:ext cx="2314879" cy="637308"/>
          </a:xfrm>
          <a:prstGeom prst="line">
            <a:avLst/>
          </a:prstGeom>
          <a:noFill/>
          <a:ln w="9525" cap="flat" cmpd="sng" algn="ctr">
            <a:solidFill>
              <a:srgbClr val="4F81BD">
                <a:shade val="95000"/>
                <a:satMod val="105000"/>
              </a:srgbClr>
            </a:solidFill>
            <a:prstDash val="solid"/>
          </a:ln>
          <a:effectLst/>
        </p:spPr>
      </p:cxnSp>
      <p:cxnSp>
        <p:nvCxnSpPr>
          <p:cNvPr id="81" name="Connecteur droit 80"/>
          <p:cNvCxnSpPr>
            <a:stCxn id="68" idx="2"/>
            <a:endCxn id="78" idx="0"/>
          </p:cNvCxnSpPr>
          <p:nvPr/>
        </p:nvCxnSpPr>
        <p:spPr>
          <a:xfrm flipH="1">
            <a:off x="8507842" y="5330021"/>
            <a:ext cx="154689" cy="637308"/>
          </a:xfrm>
          <a:prstGeom prst="line">
            <a:avLst/>
          </a:prstGeom>
          <a:noFill/>
          <a:ln w="9525" cap="flat" cmpd="sng" algn="ctr">
            <a:solidFill>
              <a:srgbClr val="4F81BD">
                <a:shade val="95000"/>
                <a:satMod val="105000"/>
              </a:srgbClr>
            </a:solidFill>
            <a:prstDash val="solid"/>
          </a:ln>
          <a:effectLst/>
        </p:spPr>
      </p:cxnSp>
      <p:cxnSp>
        <p:nvCxnSpPr>
          <p:cNvPr id="82" name="Connecteur droit 81"/>
          <p:cNvCxnSpPr>
            <a:stCxn id="68" idx="2"/>
            <a:endCxn id="79" idx="0"/>
          </p:cNvCxnSpPr>
          <p:nvPr/>
        </p:nvCxnSpPr>
        <p:spPr>
          <a:xfrm>
            <a:off x="8662531" y="5330021"/>
            <a:ext cx="1916561" cy="637308"/>
          </a:xfrm>
          <a:prstGeom prst="line">
            <a:avLst/>
          </a:prstGeom>
          <a:noFill/>
          <a:ln w="9525" cap="flat" cmpd="sng" algn="ctr">
            <a:solidFill>
              <a:srgbClr val="4F81BD">
                <a:shade val="95000"/>
                <a:satMod val="105000"/>
              </a:srgbClr>
            </a:solidFill>
            <a:prstDash val="solid"/>
          </a:ln>
          <a:effectLst/>
        </p:spPr>
      </p:cxnSp>
      <p:sp>
        <p:nvSpPr>
          <p:cNvPr id="83" name="Rectangle à coins arrondis 82"/>
          <p:cNvSpPr/>
          <p:nvPr/>
        </p:nvSpPr>
        <p:spPr>
          <a:xfrm>
            <a:off x="4075687" y="6923291"/>
            <a:ext cx="1194952" cy="398317"/>
          </a:xfrm>
          <a:prstGeom prst="roundRect">
            <a:avLst/>
          </a:prstGeom>
          <a:solidFill>
            <a:srgbClr val="4F81BD"/>
          </a:solidFill>
          <a:ln w="25400" cap="flat" cmpd="sng" algn="ctr">
            <a:solidFill>
              <a:srgbClr val="4F81BD">
                <a:shade val="50000"/>
              </a:srgbClr>
            </a:solidFill>
            <a:prstDash val="solid"/>
          </a:ln>
          <a:effectLst/>
        </p:spPr>
        <p:txBody>
          <a:bodyPr rtlCol="0" anchor="ctr"/>
          <a:lstStyle/>
          <a:p>
            <a:pPr defTabSz="1011602" hangingPunct="1">
              <a:defRPr/>
            </a:pPr>
            <a:r>
              <a:rPr lang="en-US" sz="1991" kern="1200" dirty="0">
                <a:solidFill>
                  <a:prstClr val="white"/>
                </a:solidFill>
                <a:latin typeface="Calibri"/>
                <a:ea typeface="+mn-ea"/>
                <a:cs typeface="+mn-cs"/>
              </a:rPr>
              <a:t>Desktop</a:t>
            </a:r>
          </a:p>
        </p:txBody>
      </p:sp>
      <p:sp>
        <p:nvSpPr>
          <p:cNvPr id="84" name="Rectangle à coins arrondis 83"/>
          <p:cNvSpPr/>
          <p:nvPr/>
        </p:nvSpPr>
        <p:spPr>
          <a:xfrm>
            <a:off x="5515825" y="6923291"/>
            <a:ext cx="1583994" cy="398317"/>
          </a:xfrm>
          <a:prstGeom prst="roundRect">
            <a:avLst/>
          </a:prstGeom>
          <a:solidFill>
            <a:srgbClr val="4F81BD"/>
          </a:solidFill>
          <a:ln w="25400" cap="flat" cmpd="sng" algn="ctr">
            <a:solidFill>
              <a:srgbClr val="4F81BD">
                <a:shade val="50000"/>
              </a:srgbClr>
            </a:solidFill>
            <a:prstDash val="solid"/>
          </a:ln>
          <a:effectLst/>
        </p:spPr>
        <p:txBody>
          <a:bodyPr rtlCol="0" anchor="ctr"/>
          <a:lstStyle/>
          <a:p>
            <a:pPr defTabSz="1011602" hangingPunct="1">
              <a:defRPr/>
            </a:pPr>
            <a:r>
              <a:rPr lang="en-US" sz="1991" kern="1200" dirty="0">
                <a:solidFill>
                  <a:prstClr val="white"/>
                </a:solidFill>
                <a:latin typeface="Calibri"/>
                <a:ea typeface="+mn-ea"/>
                <a:cs typeface="+mn-cs"/>
              </a:rPr>
              <a:t>Documents</a:t>
            </a:r>
          </a:p>
        </p:txBody>
      </p:sp>
      <p:sp>
        <p:nvSpPr>
          <p:cNvPr id="85" name="Rectangle à coins arrondis 84"/>
          <p:cNvSpPr/>
          <p:nvPr/>
        </p:nvSpPr>
        <p:spPr>
          <a:xfrm>
            <a:off x="7348084" y="6923291"/>
            <a:ext cx="1433943" cy="398317"/>
          </a:xfrm>
          <a:prstGeom prst="roundRect">
            <a:avLst/>
          </a:prstGeom>
          <a:solidFill>
            <a:srgbClr val="4F81BD"/>
          </a:solidFill>
          <a:ln w="25400" cap="flat" cmpd="sng" algn="ctr">
            <a:solidFill>
              <a:srgbClr val="4F81BD">
                <a:shade val="50000"/>
              </a:srgbClr>
            </a:solidFill>
            <a:prstDash val="solid"/>
          </a:ln>
          <a:effectLst/>
        </p:spPr>
        <p:txBody>
          <a:bodyPr rtlCol="0" anchor="ctr"/>
          <a:lstStyle/>
          <a:p>
            <a:pPr defTabSz="1011602" hangingPunct="1">
              <a:defRPr/>
            </a:pPr>
            <a:r>
              <a:rPr lang="en-US" sz="1991" kern="1200" dirty="0">
                <a:solidFill>
                  <a:prstClr val="white"/>
                </a:solidFill>
                <a:latin typeface="Calibri"/>
                <a:ea typeface="+mn-ea"/>
                <a:cs typeface="+mn-cs"/>
              </a:rPr>
              <a:t>Downloads</a:t>
            </a:r>
          </a:p>
        </p:txBody>
      </p:sp>
      <p:cxnSp>
        <p:nvCxnSpPr>
          <p:cNvPr id="86" name="Connecteur droit 85"/>
          <p:cNvCxnSpPr/>
          <p:nvPr/>
        </p:nvCxnSpPr>
        <p:spPr>
          <a:xfrm>
            <a:off x="8861690" y="7162282"/>
            <a:ext cx="1832260" cy="0"/>
          </a:xfrm>
          <a:prstGeom prst="line">
            <a:avLst/>
          </a:prstGeom>
          <a:noFill/>
          <a:ln w="25400" cap="flat" cmpd="sng" algn="ctr">
            <a:solidFill>
              <a:srgbClr val="4F81BD"/>
            </a:solidFill>
            <a:prstDash val="sysDot"/>
          </a:ln>
          <a:effectLst>
            <a:outerShdw blurRad="40000" dist="20000" dir="5400000" rotWithShape="0">
              <a:srgbClr val="000000">
                <a:alpha val="38000"/>
              </a:srgbClr>
            </a:outerShdw>
          </a:effectLst>
        </p:spPr>
      </p:cxnSp>
      <p:sp>
        <p:nvSpPr>
          <p:cNvPr id="87" name="Rectangle à coins arrondis 86"/>
          <p:cNvSpPr/>
          <p:nvPr/>
        </p:nvSpPr>
        <p:spPr>
          <a:xfrm>
            <a:off x="10773614" y="6923291"/>
            <a:ext cx="1194952" cy="398317"/>
          </a:xfrm>
          <a:prstGeom prst="roundRect">
            <a:avLst/>
          </a:prstGeom>
          <a:solidFill>
            <a:srgbClr val="4F81BD"/>
          </a:solidFill>
          <a:ln w="25400" cap="flat" cmpd="sng" algn="ctr">
            <a:solidFill>
              <a:srgbClr val="4F81BD">
                <a:shade val="50000"/>
              </a:srgbClr>
            </a:solidFill>
            <a:prstDash val="solid"/>
          </a:ln>
          <a:effectLst/>
        </p:spPr>
        <p:txBody>
          <a:bodyPr rtlCol="0" anchor="ctr"/>
          <a:lstStyle/>
          <a:p>
            <a:pPr defTabSz="1011602" hangingPunct="1">
              <a:defRPr/>
            </a:pPr>
            <a:r>
              <a:rPr lang="en-US" sz="1991" kern="1200" dirty="0">
                <a:solidFill>
                  <a:prstClr val="white"/>
                </a:solidFill>
                <a:latin typeface="Calibri"/>
                <a:ea typeface="+mn-ea"/>
                <a:cs typeface="+mn-cs"/>
              </a:rPr>
              <a:t>Photos</a:t>
            </a:r>
          </a:p>
        </p:txBody>
      </p:sp>
      <p:cxnSp>
        <p:nvCxnSpPr>
          <p:cNvPr id="88" name="Connecteur droit 87"/>
          <p:cNvCxnSpPr>
            <a:stCxn id="77" idx="2"/>
            <a:endCxn id="83" idx="0"/>
          </p:cNvCxnSpPr>
          <p:nvPr/>
        </p:nvCxnSpPr>
        <p:spPr>
          <a:xfrm flipH="1">
            <a:off x="4673162" y="6365647"/>
            <a:ext cx="1674491" cy="557645"/>
          </a:xfrm>
          <a:prstGeom prst="line">
            <a:avLst/>
          </a:prstGeom>
          <a:noFill/>
          <a:ln w="9525" cap="flat" cmpd="sng" algn="ctr">
            <a:solidFill>
              <a:srgbClr val="4F81BD">
                <a:shade val="95000"/>
                <a:satMod val="105000"/>
              </a:srgbClr>
            </a:solidFill>
            <a:prstDash val="solid"/>
          </a:ln>
          <a:effectLst/>
        </p:spPr>
      </p:cxnSp>
      <p:cxnSp>
        <p:nvCxnSpPr>
          <p:cNvPr id="89" name="Connecteur droit 88"/>
          <p:cNvCxnSpPr>
            <a:stCxn id="77" idx="2"/>
            <a:endCxn id="84" idx="0"/>
          </p:cNvCxnSpPr>
          <p:nvPr/>
        </p:nvCxnSpPr>
        <p:spPr>
          <a:xfrm flipH="1">
            <a:off x="6307821" y="6365647"/>
            <a:ext cx="39832" cy="557645"/>
          </a:xfrm>
          <a:prstGeom prst="line">
            <a:avLst/>
          </a:prstGeom>
          <a:noFill/>
          <a:ln w="9525" cap="flat" cmpd="sng" algn="ctr">
            <a:solidFill>
              <a:srgbClr val="4F81BD">
                <a:shade val="95000"/>
                <a:satMod val="105000"/>
              </a:srgbClr>
            </a:solidFill>
            <a:prstDash val="solid"/>
          </a:ln>
          <a:effectLst/>
        </p:spPr>
      </p:cxnSp>
      <p:cxnSp>
        <p:nvCxnSpPr>
          <p:cNvPr id="90" name="Connecteur droit 89"/>
          <p:cNvCxnSpPr>
            <a:stCxn id="77" idx="2"/>
            <a:endCxn id="85" idx="0"/>
          </p:cNvCxnSpPr>
          <p:nvPr/>
        </p:nvCxnSpPr>
        <p:spPr>
          <a:xfrm>
            <a:off x="6347653" y="6365647"/>
            <a:ext cx="1717402" cy="557645"/>
          </a:xfrm>
          <a:prstGeom prst="line">
            <a:avLst/>
          </a:prstGeom>
          <a:noFill/>
          <a:ln w="9525" cap="flat" cmpd="sng" algn="ctr">
            <a:solidFill>
              <a:srgbClr val="4F81BD">
                <a:shade val="95000"/>
                <a:satMod val="105000"/>
              </a:srgbClr>
            </a:solidFill>
            <a:prstDash val="solid"/>
          </a:ln>
          <a:effectLst/>
        </p:spPr>
      </p:cxnSp>
      <p:cxnSp>
        <p:nvCxnSpPr>
          <p:cNvPr id="91" name="Connecteur droit 90"/>
          <p:cNvCxnSpPr>
            <a:stCxn id="77" idx="2"/>
            <a:endCxn id="87" idx="0"/>
          </p:cNvCxnSpPr>
          <p:nvPr/>
        </p:nvCxnSpPr>
        <p:spPr>
          <a:xfrm>
            <a:off x="6347653" y="6365647"/>
            <a:ext cx="5023437" cy="557645"/>
          </a:xfrm>
          <a:prstGeom prst="line">
            <a:avLst/>
          </a:prstGeom>
          <a:noFill/>
          <a:ln w="9525" cap="flat" cmpd="sng" algn="ctr">
            <a:solidFill>
              <a:srgbClr val="4F81BD">
                <a:shade val="95000"/>
                <a:satMod val="105000"/>
              </a:srgbClr>
            </a:solidFill>
            <a:prstDash val="solid"/>
          </a:ln>
          <a:effectLst/>
        </p:spPr>
      </p:cxnSp>
      <p:sp>
        <p:nvSpPr>
          <p:cNvPr id="92" name="Rectangle à coins arrondis 91"/>
          <p:cNvSpPr/>
          <p:nvPr/>
        </p:nvSpPr>
        <p:spPr>
          <a:xfrm>
            <a:off x="4161545" y="7799590"/>
            <a:ext cx="1433943" cy="398317"/>
          </a:xfrm>
          <a:prstGeom prst="roundRect">
            <a:avLst/>
          </a:prstGeom>
          <a:solidFill>
            <a:srgbClr val="4F81BD"/>
          </a:solidFill>
          <a:ln w="25400" cap="flat" cmpd="sng" algn="ctr">
            <a:solidFill>
              <a:srgbClr val="4F81BD">
                <a:shade val="50000"/>
              </a:srgbClr>
            </a:solidFill>
            <a:prstDash val="solid"/>
          </a:ln>
          <a:effectLst/>
        </p:spPr>
        <p:txBody>
          <a:bodyPr rtlCol="0" anchor="ctr"/>
          <a:lstStyle/>
          <a:p>
            <a:pPr defTabSz="1011602" hangingPunct="1">
              <a:defRPr/>
            </a:pPr>
            <a:r>
              <a:rPr lang="en-US" sz="1991" kern="1200" dirty="0">
                <a:solidFill>
                  <a:prstClr val="white"/>
                </a:solidFill>
                <a:latin typeface="Calibri"/>
                <a:ea typeface="+mn-ea"/>
                <a:cs typeface="+mn-cs"/>
              </a:rPr>
              <a:t>repertoire1</a:t>
            </a:r>
          </a:p>
        </p:txBody>
      </p:sp>
      <p:sp>
        <p:nvSpPr>
          <p:cNvPr id="93" name="Rectangle à coins arrondis 92"/>
          <p:cNvSpPr/>
          <p:nvPr/>
        </p:nvSpPr>
        <p:spPr>
          <a:xfrm>
            <a:off x="6232795" y="7799590"/>
            <a:ext cx="1433943" cy="398317"/>
          </a:xfrm>
          <a:prstGeom prst="roundRect">
            <a:avLst/>
          </a:prstGeom>
          <a:solidFill>
            <a:srgbClr val="4F81BD"/>
          </a:solidFill>
          <a:ln w="25400" cap="flat" cmpd="sng" algn="ctr">
            <a:solidFill>
              <a:srgbClr val="4F81BD">
                <a:shade val="50000"/>
              </a:srgbClr>
            </a:solidFill>
            <a:prstDash val="solid"/>
          </a:ln>
          <a:effectLst/>
        </p:spPr>
        <p:txBody>
          <a:bodyPr rtlCol="0" anchor="ctr"/>
          <a:lstStyle/>
          <a:p>
            <a:pPr defTabSz="1011602" hangingPunct="1">
              <a:defRPr/>
            </a:pPr>
            <a:r>
              <a:rPr lang="en-US" sz="1991" kern="1200" dirty="0">
                <a:solidFill>
                  <a:prstClr val="white"/>
                </a:solidFill>
                <a:latin typeface="Calibri"/>
                <a:ea typeface="+mn-ea"/>
                <a:cs typeface="+mn-cs"/>
              </a:rPr>
              <a:t>repertoire2</a:t>
            </a:r>
          </a:p>
        </p:txBody>
      </p:sp>
      <p:cxnSp>
        <p:nvCxnSpPr>
          <p:cNvPr id="94" name="Connecteur droit 93"/>
          <p:cNvCxnSpPr>
            <a:stCxn id="84" idx="2"/>
            <a:endCxn id="92" idx="0"/>
          </p:cNvCxnSpPr>
          <p:nvPr/>
        </p:nvCxnSpPr>
        <p:spPr>
          <a:xfrm flipH="1">
            <a:off x="4878516" y="7321608"/>
            <a:ext cx="1429305" cy="477981"/>
          </a:xfrm>
          <a:prstGeom prst="line">
            <a:avLst/>
          </a:prstGeom>
          <a:noFill/>
          <a:ln w="9525" cap="flat" cmpd="sng" algn="ctr">
            <a:solidFill>
              <a:srgbClr val="4F81BD">
                <a:shade val="95000"/>
                <a:satMod val="105000"/>
              </a:srgbClr>
            </a:solidFill>
            <a:prstDash val="solid"/>
          </a:ln>
          <a:effectLst/>
        </p:spPr>
      </p:cxnSp>
      <p:cxnSp>
        <p:nvCxnSpPr>
          <p:cNvPr id="95" name="Connecteur droit 94"/>
          <p:cNvCxnSpPr>
            <a:stCxn id="84" idx="2"/>
            <a:endCxn id="93" idx="0"/>
          </p:cNvCxnSpPr>
          <p:nvPr/>
        </p:nvCxnSpPr>
        <p:spPr>
          <a:xfrm>
            <a:off x="6307822" y="7321608"/>
            <a:ext cx="641945" cy="477981"/>
          </a:xfrm>
          <a:prstGeom prst="line">
            <a:avLst/>
          </a:prstGeom>
          <a:noFill/>
          <a:ln w="9525" cap="flat" cmpd="sng" algn="ctr">
            <a:solidFill>
              <a:srgbClr val="4F81BD">
                <a:shade val="95000"/>
                <a:satMod val="105000"/>
              </a:srgbClr>
            </a:solidFill>
            <a:prstDash val="solid"/>
          </a:ln>
          <a:effectLst/>
        </p:spPr>
      </p:cxnSp>
      <p:pic>
        <p:nvPicPr>
          <p:cNvPr id="96" name="Image 95"/>
          <p:cNvPicPr>
            <a:picLocks noChangeAspect="1"/>
          </p:cNvPicPr>
          <p:nvPr/>
        </p:nvPicPr>
        <p:blipFill>
          <a:blip r:embed="rId2">
            <a:clrChange>
              <a:clrFrom>
                <a:srgbClr val="FFFFFF"/>
              </a:clrFrom>
              <a:clrTo>
                <a:srgbClr val="FFFFFF">
                  <a:alpha val="0"/>
                </a:srgbClr>
              </a:clrTo>
            </a:clrChange>
          </a:blip>
          <a:stretch>
            <a:fillRect/>
          </a:stretch>
        </p:blipFill>
        <p:spPr>
          <a:xfrm>
            <a:off x="5262829" y="5517591"/>
            <a:ext cx="466177" cy="986647"/>
          </a:xfrm>
          <a:prstGeom prst="rect">
            <a:avLst/>
          </a:prstGeom>
        </p:spPr>
      </p:pic>
      <p:sp>
        <p:nvSpPr>
          <p:cNvPr id="97" name="ZoneTexte 96"/>
          <p:cNvSpPr txBox="1"/>
          <p:nvPr/>
        </p:nvSpPr>
        <p:spPr>
          <a:xfrm>
            <a:off x="7188758" y="5952451"/>
            <a:ext cx="4497003" cy="731869"/>
          </a:xfrm>
          <a:prstGeom prst="rect">
            <a:avLst/>
          </a:prstGeom>
          <a:solidFill>
            <a:sysClr val="window" lastClr="FFFFFF"/>
          </a:solidFill>
        </p:spPr>
        <p:txBody>
          <a:bodyPr wrap="square" rtlCol="0">
            <a:spAutoFit/>
          </a:bodyPr>
          <a:lstStyle/>
          <a:p>
            <a:pPr algn="l" defTabSz="1011602" hangingPunct="1">
              <a:defRPr/>
            </a:pPr>
            <a:r>
              <a:rPr lang="fr-FR" sz="1991" b="1" kern="1200" dirty="0">
                <a:solidFill>
                  <a:prstClr val="black"/>
                </a:solidFill>
                <a:latin typeface="Calibri"/>
                <a:ea typeface="+mn-ea"/>
                <a:cs typeface="+mn-cs"/>
              </a:rPr>
              <a:t>[</a:t>
            </a:r>
            <a:r>
              <a:rPr lang="fr-FR" sz="1991" b="1" kern="1200" dirty="0" err="1">
                <a:solidFill>
                  <a:prstClr val="black"/>
                </a:solidFill>
                <a:latin typeface="Calibri"/>
                <a:ea typeface="+mn-ea"/>
                <a:cs typeface="+mn-cs"/>
              </a:rPr>
              <a:t>Mohamed@localhost</a:t>
            </a:r>
            <a:r>
              <a:rPr lang="fr-FR" sz="1991" b="1" kern="1200" dirty="0">
                <a:solidFill>
                  <a:prstClr val="black"/>
                </a:solidFill>
                <a:latin typeface="Calibri"/>
                <a:ea typeface="+mn-ea"/>
                <a:cs typeface="+mn-cs"/>
              </a:rPr>
              <a:t> ~]$</a:t>
            </a:r>
            <a:r>
              <a:rPr lang="fr-FR" sz="1991" b="1" kern="1200" dirty="0" err="1">
                <a:solidFill>
                  <a:prstClr val="black"/>
                </a:solidFill>
                <a:latin typeface="Calibri"/>
                <a:ea typeface="+mn-ea"/>
                <a:cs typeface="+mn-cs"/>
              </a:rPr>
              <a:t>pwd</a:t>
            </a:r>
            <a:endParaRPr lang="fr-FR" sz="1991" b="1" kern="1200" dirty="0">
              <a:solidFill>
                <a:prstClr val="black"/>
              </a:solidFill>
              <a:latin typeface="Calibri"/>
              <a:ea typeface="+mn-ea"/>
              <a:cs typeface="+mn-cs"/>
            </a:endParaRPr>
          </a:p>
          <a:p>
            <a:pPr algn="l" defTabSz="1011602" hangingPunct="1">
              <a:defRPr/>
            </a:pPr>
            <a:r>
              <a:rPr lang="fr-FR" sz="1991" b="1" kern="1200" dirty="0">
                <a:solidFill>
                  <a:prstClr val="black"/>
                </a:solidFill>
                <a:latin typeface="Calibri"/>
                <a:ea typeface="+mn-ea"/>
                <a:cs typeface="+mn-cs"/>
              </a:rPr>
              <a:t>/home/Mohamed </a:t>
            </a:r>
          </a:p>
        </p:txBody>
      </p:sp>
      <p:pic>
        <p:nvPicPr>
          <p:cNvPr id="98" name="Image 97"/>
          <p:cNvPicPr>
            <a:picLocks noChangeAspect="1"/>
          </p:cNvPicPr>
          <p:nvPr/>
        </p:nvPicPr>
        <p:blipFill>
          <a:blip r:embed="rId2">
            <a:clrChange>
              <a:clrFrom>
                <a:srgbClr val="FFFFFF"/>
              </a:clrFrom>
              <a:clrTo>
                <a:srgbClr val="FFFFFF">
                  <a:alpha val="0"/>
                </a:srgbClr>
              </a:clrTo>
            </a:clrChange>
          </a:blip>
          <a:stretch>
            <a:fillRect/>
          </a:stretch>
        </p:blipFill>
        <p:spPr>
          <a:xfrm>
            <a:off x="5846282" y="7450251"/>
            <a:ext cx="466177" cy="986647"/>
          </a:xfrm>
          <a:prstGeom prst="rect">
            <a:avLst/>
          </a:prstGeom>
        </p:spPr>
      </p:pic>
      <p:sp>
        <p:nvSpPr>
          <p:cNvPr id="99" name="ZoneTexte 98"/>
          <p:cNvSpPr txBox="1"/>
          <p:nvPr/>
        </p:nvSpPr>
        <p:spPr>
          <a:xfrm>
            <a:off x="7740159" y="7749446"/>
            <a:ext cx="4497003" cy="520083"/>
          </a:xfrm>
          <a:prstGeom prst="rect">
            <a:avLst/>
          </a:prstGeom>
          <a:solidFill>
            <a:sysClr val="window" lastClr="FFFFFF"/>
          </a:solidFill>
        </p:spPr>
        <p:txBody>
          <a:bodyPr wrap="square" rtlCol="0">
            <a:spAutoFit/>
          </a:bodyPr>
          <a:lstStyle/>
          <a:p>
            <a:pPr algn="l" defTabSz="1011602" hangingPunct="1">
              <a:defRPr/>
            </a:pPr>
            <a:r>
              <a:rPr lang="fr-FR" sz="1328" b="1" kern="1200" dirty="0">
                <a:solidFill>
                  <a:prstClr val="black"/>
                </a:solidFill>
                <a:latin typeface="Calibri"/>
                <a:ea typeface="+mn-ea"/>
                <a:cs typeface="+mn-cs"/>
              </a:rPr>
              <a:t>[</a:t>
            </a:r>
            <a:r>
              <a:rPr lang="fr-FR" sz="1328" b="1" kern="1200" dirty="0" err="1">
                <a:solidFill>
                  <a:prstClr val="black"/>
                </a:solidFill>
                <a:latin typeface="Calibri"/>
                <a:ea typeface="+mn-ea"/>
                <a:cs typeface="+mn-cs"/>
              </a:rPr>
              <a:t>Mohamed@localhost</a:t>
            </a:r>
            <a:r>
              <a:rPr lang="fr-FR" sz="1328" b="1" kern="1200" dirty="0">
                <a:solidFill>
                  <a:prstClr val="black"/>
                </a:solidFill>
                <a:latin typeface="Calibri"/>
                <a:ea typeface="+mn-ea"/>
                <a:cs typeface="+mn-cs"/>
              </a:rPr>
              <a:t> ~/Documents/repertoire2]$</a:t>
            </a:r>
            <a:r>
              <a:rPr lang="fr-FR" sz="1328" b="1" kern="1200" dirty="0" err="1">
                <a:solidFill>
                  <a:prstClr val="black"/>
                </a:solidFill>
                <a:latin typeface="Calibri"/>
                <a:ea typeface="+mn-ea"/>
                <a:cs typeface="+mn-cs"/>
              </a:rPr>
              <a:t>pwd</a:t>
            </a:r>
            <a:endParaRPr lang="fr-FR" sz="1328" b="1" kern="1200" dirty="0">
              <a:solidFill>
                <a:prstClr val="black"/>
              </a:solidFill>
              <a:latin typeface="Calibri"/>
              <a:ea typeface="+mn-ea"/>
              <a:cs typeface="+mn-cs"/>
            </a:endParaRPr>
          </a:p>
          <a:p>
            <a:pPr algn="l" defTabSz="1011602" hangingPunct="1">
              <a:defRPr/>
            </a:pPr>
            <a:r>
              <a:rPr lang="fr-FR" sz="1328" b="1" kern="1200" dirty="0">
                <a:solidFill>
                  <a:prstClr val="black"/>
                </a:solidFill>
                <a:latin typeface="Calibri"/>
                <a:ea typeface="+mn-ea"/>
                <a:cs typeface="+mn-cs"/>
              </a:rPr>
              <a:t>/home/Mohamed/Documents/repertoire2</a:t>
            </a:r>
          </a:p>
        </p:txBody>
      </p:sp>
      <p:pic>
        <p:nvPicPr>
          <p:cNvPr id="100" name="Image 99"/>
          <p:cNvPicPr>
            <a:picLocks noChangeAspect="1"/>
          </p:cNvPicPr>
          <p:nvPr/>
        </p:nvPicPr>
        <p:blipFill>
          <a:blip r:embed="rId2">
            <a:clrChange>
              <a:clrFrom>
                <a:srgbClr val="FFFFFF"/>
              </a:clrFrom>
              <a:clrTo>
                <a:srgbClr val="FFFFFF">
                  <a:alpha val="0"/>
                </a:srgbClr>
              </a:clrTo>
            </a:clrChange>
          </a:blip>
          <a:stretch>
            <a:fillRect/>
          </a:stretch>
        </p:blipFill>
        <p:spPr>
          <a:xfrm>
            <a:off x="5771257" y="4447528"/>
            <a:ext cx="466177" cy="986647"/>
          </a:xfrm>
          <a:prstGeom prst="rect">
            <a:avLst/>
          </a:prstGeom>
        </p:spPr>
      </p:pic>
      <p:sp>
        <p:nvSpPr>
          <p:cNvPr id="101" name="ZoneTexte 100"/>
          <p:cNvSpPr txBox="1"/>
          <p:nvPr/>
        </p:nvSpPr>
        <p:spPr>
          <a:xfrm>
            <a:off x="7471564" y="4852042"/>
            <a:ext cx="4497003" cy="731869"/>
          </a:xfrm>
          <a:prstGeom prst="rect">
            <a:avLst/>
          </a:prstGeom>
          <a:solidFill>
            <a:sysClr val="window" lastClr="FFFFFF"/>
          </a:solidFill>
        </p:spPr>
        <p:txBody>
          <a:bodyPr wrap="square" rtlCol="0">
            <a:spAutoFit/>
          </a:bodyPr>
          <a:lstStyle/>
          <a:p>
            <a:pPr algn="l" defTabSz="1011602" hangingPunct="1">
              <a:defRPr/>
            </a:pPr>
            <a:r>
              <a:rPr lang="fr-FR" sz="1991" b="1" kern="1200" dirty="0">
                <a:solidFill>
                  <a:prstClr val="black"/>
                </a:solidFill>
                <a:latin typeface="Calibri"/>
                <a:ea typeface="+mn-ea"/>
                <a:cs typeface="+mn-cs"/>
              </a:rPr>
              <a:t>[</a:t>
            </a:r>
            <a:r>
              <a:rPr lang="fr-FR" sz="1991" b="1" kern="1200" dirty="0" err="1">
                <a:solidFill>
                  <a:prstClr val="black"/>
                </a:solidFill>
                <a:latin typeface="Calibri"/>
                <a:ea typeface="+mn-ea"/>
                <a:cs typeface="+mn-cs"/>
              </a:rPr>
              <a:t>Mohamed@localhost</a:t>
            </a:r>
            <a:r>
              <a:rPr lang="fr-FR" sz="1991" b="1" kern="1200" dirty="0">
                <a:solidFill>
                  <a:prstClr val="black"/>
                </a:solidFill>
                <a:latin typeface="Calibri"/>
                <a:ea typeface="+mn-ea"/>
                <a:cs typeface="+mn-cs"/>
              </a:rPr>
              <a:t> /</a:t>
            </a:r>
            <a:r>
              <a:rPr lang="fr-FR" sz="1991" b="1" kern="1200" dirty="0" err="1">
                <a:solidFill>
                  <a:prstClr val="black"/>
                </a:solidFill>
                <a:latin typeface="Calibri"/>
                <a:ea typeface="+mn-ea"/>
                <a:cs typeface="+mn-cs"/>
              </a:rPr>
              <a:t>etc</a:t>
            </a:r>
            <a:r>
              <a:rPr lang="fr-FR" sz="1991" b="1" kern="1200" dirty="0">
                <a:solidFill>
                  <a:prstClr val="black"/>
                </a:solidFill>
                <a:latin typeface="Calibri"/>
                <a:ea typeface="+mn-ea"/>
                <a:cs typeface="+mn-cs"/>
              </a:rPr>
              <a:t>]$</a:t>
            </a:r>
            <a:r>
              <a:rPr lang="fr-FR" sz="1991" b="1" kern="1200" dirty="0" err="1">
                <a:solidFill>
                  <a:prstClr val="black"/>
                </a:solidFill>
                <a:latin typeface="Calibri"/>
                <a:ea typeface="+mn-ea"/>
                <a:cs typeface="+mn-cs"/>
              </a:rPr>
              <a:t>pwd</a:t>
            </a:r>
            <a:endParaRPr lang="fr-FR" sz="1991" b="1" kern="1200" dirty="0">
              <a:solidFill>
                <a:prstClr val="black"/>
              </a:solidFill>
              <a:latin typeface="Calibri"/>
              <a:ea typeface="+mn-ea"/>
              <a:cs typeface="+mn-cs"/>
            </a:endParaRPr>
          </a:p>
          <a:p>
            <a:pPr algn="l" defTabSz="1011602" hangingPunct="1">
              <a:defRPr/>
            </a:pPr>
            <a:r>
              <a:rPr lang="fr-FR" sz="1991" b="1" kern="1200" dirty="0">
                <a:solidFill>
                  <a:prstClr val="black"/>
                </a:solidFill>
                <a:latin typeface="Calibri"/>
                <a:ea typeface="+mn-ea"/>
                <a:cs typeface="+mn-cs"/>
              </a:rPr>
              <a:t>/</a:t>
            </a:r>
            <a:r>
              <a:rPr lang="fr-FR" sz="1991" b="1" kern="1200" dirty="0" err="1">
                <a:solidFill>
                  <a:prstClr val="black"/>
                </a:solidFill>
                <a:latin typeface="Calibri"/>
                <a:ea typeface="+mn-ea"/>
                <a:cs typeface="+mn-cs"/>
              </a:rPr>
              <a:t>etc</a:t>
            </a:r>
            <a:r>
              <a:rPr lang="fr-FR" sz="1991" b="1" kern="1200" dirty="0">
                <a:solidFill>
                  <a:prstClr val="black"/>
                </a:solidFill>
                <a:latin typeface="Calibri"/>
                <a:ea typeface="+mn-ea"/>
                <a:cs typeface="+mn-cs"/>
              </a:rPr>
              <a:t> </a:t>
            </a:r>
          </a:p>
        </p:txBody>
      </p:sp>
    </p:spTree>
  </p:cSld>
  <p:clrMapOvr>
    <a:masterClrMapping/>
  </p:clrMapOvr>
  <p:transition spd="med"/>
  <p:timing>
    <p:tnLst>
      <p:par>
        <p:cTn id="1" dur="indefinite" restart="never" fill="hold"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6"/>
                                        </p:tgtEl>
                                        <p:attrNameLst>
                                          <p:attrName>style.visibility</p:attrName>
                                        </p:attrNameLst>
                                      </p:cBhvr>
                                      <p:to>
                                        <p:strVal val="visible"/>
                                      </p:to>
                                    </p:set>
                                    <p:animEffect transition="in" filter="fade">
                                      <p:cBhvr>
                                        <p:cTn id="7" dur="500"/>
                                        <p:tgtEl>
                                          <p:spTgt spid="9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7"/>
                                        </p:tgtEl>
                                        <p:attrNameLst>
                                          <p:attrName>style.visibility</p:attrName>
                                        </p:attrNameLst>
                                      </p:cBhvr>
                                      <p:to>
                                        <p:strVal val="visible"/>
                                      </p:to>
                                    </p:set>
                                    <p:animEffect transition="in" filter="wipe(left)">
                                      <p:cBhvr>
                                        <p:cTn id="12" dur="500"/>
                                        <p:tgtEl>
                                          <p:spTgt spid="9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8"/>
                                        </p:tgtEl>
                                        <p:attrNameLst>
                                          <p:attrName>style.visibility</p:attrName>
                                        </p:attrNameLst>
                                      </p:cBhvr>
                                      <p:to>
                                        <p:strVal val="visible"/>
                                      </p:to>
                                    </p:set>
                                    <p:animEffect transition="in" filter="fade">
                                      <p:cBhvr>
                                        <p:cTn id="17" dur="500"/>
                                        <p:tgtEl>
                                          <p:spTgt spid="9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99"/>
                                        </p:tgtEl>
                                        <p:attrNameLst>
                                          <p:attrName>style.visibility</p:attrName>
                                        </p:attrNameLst>
                                      </p:cBhvr>
                                      <p:to>
                                        <p:strVal val="visible"/>
                                      </p:to>
                                    </p:set>
                                    <p:animEffect transition="in" filter="wipe(left)">
                                      <p:cBhvr>
                                        <p:cTn id="22" dur="500"/>
                                        <p:tgtEl>
                                          <p:spTgt spid="99"/>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00"/>
                                        </p:tgtEl>
                                        <p:attrNameLst>
                                          <p:attrName>style.visibility</p:attrName>
                                        </p:attrNameLst>
                                      </p:cBhvr>
                                      <p:to>
                                        <p:strVal val="visible"/>
                                      </p:to>
                                    </p:set>
                                    <p:animEffect transition="in" filter="fade">
                                      <p:cBhvr>
                                        <p:cTn id="27" dur="500"/>
                                        <p:tgtEl>
                                          <p:spTgt spid="100"/>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01"/>
                                        </p:tgtEl>
                                        <p:attrNameLst>
                                          <p:attrName>style.visibility</p:attrName>
                                        </p:attrNameLst>
                                      </p:cBhvr>
                                      <p:to>
                                        <p:strVal val="visible"/>
                                      </p:to>
                                    </p:set>
                                    <p:animEffect transition="in" filter="wipe(left)">
                                      <p:cBhvr>
                                        <p:cTn id="32" dur="500"/>
                                        <p:tgtEl>
                                          <p:spTgt spid="1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 grpId="0" animBg="1"/>
      <p:bldP spid="99" grpId="0" animBg="1"/>
      <p:bldP spid="101"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44" name="Manipulation des Fichiers &amp; Répertoires : FHS"/>
          <p:cNvSpPr txBox="1">
            <a:spLocks noGrp="1"/>
          </p:cNvSpPr>
          <p:nvPr>
            <p:ph type="title"/>
          </p:nvPr>
        </p:nvSpPr>
        <p:spPr>
          <a:prstGeom prst="rect">
            <a:avLst/>
          </a:prstGeom>
        </p:spPr>
        <p:txBody>
          <a:bodyPr>
            <a:normAutofit fontScale="90000"/>
          </a:bodyPr>
          <a:lstStyle>
            <a:lvl1pPr>
              <a:defRPr sz="6000"/>
            </a:lvl1pPr>
          </a:lstStyle>
          <a:p>
            <a:r>
              <a:t>Manipulation des Fichiers &amp; Répertoires </a:t>
            </a:r>
          </a:p>
        </p:txBody>
      </p:sp>
      <p:sp>
        <p:nvSpPr>
          <p:cNvPr id="645" name="Espace réservé du numéro de diapositive 1"/>
          <p:cNvSpPr txBox="1">
            <a:spLocks noGrp="1"/>
          </p:cNvSpPr>
          <p:nvPr>
            <p:ph type="sldNum" sz="quarter" idx="2"/>
          </p:nvPr>
        </p:nvSpPr>
        <p:spPr>
          <a:xfrm>
            <a:off x="7029966" y="10265453"/>
            <a:ext cx="362740" cy="412859"/>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35</a:t>
            </a:fld>
            <a:endParaRPr/>
          </a:p>
        </p:txBody>
      </p:sp>
      <p:sp>
        <p:nvSpPr>
          <p:cNvPr id="75" name="Rectangle à coins arrondis 74"/>
          <p:cNvSpPr/>
          <p:nvPr/>
        </p:nvSpPr>
        <p:spPr>
          <a:xfrm>
            <a:off x="6543406" y="3594831"/>
            <a:ext cx="1032454" cy="477981"/>
          </a:xfrm>
          <a:prstGeom prst="roundRect">
            <a:avLst/>
          </a:prstGeom>
          <a:gradFill rotWithShape="1">
            <a:gsLst>
              <a:gs pos="0">
                <a:srgbClr val="F79646">
                  <a:tint val="50000"/>
                  <a:satMod val="300000"/>
                </a:srgbClr>
              </a:gs>
              <a:gs pos="35000">
                <a:srgbClr val="F79646">
                  <a:tint val="37000"/>
                  <a:satMod val="300000"/>
                </a:srgbClr>
              </a:gs>
              <a:gs pos="100000">
                <a:srgbClr val="F79646">
                  <a:tint val="15000"/>
                  <a:satMod val="350000"/>
                </a:srgbClr>
              </a:gs>
            </a:gsLst>
            <a:lin ang="16200000" scaled="1"/>
          </a:gradFill>
          <a:ln w="9525" cap="flat" cmpd="sng" algn="ctr">
            <a:solidFill>
              <a:srgbClr val="F79646">
                <a:shade val="95000"/>
                <a:satMod val="105000"/>
              </a:srgbClr>
            </a:solidFill>
            <a:prstDash val="solid"/>
          </a:ln>
          <a:effectLst>
            <a:outerShdw blurRad="40000" dist="20000" dir="5400000" rotWithShape="0">
              <a:srgbClr val="000000">
                <a:alpha val="38000"/>
              </a:srgbClr>
            </a:outerShdw>
          </a:effectLst>
        </p:spPr>
        <p:txBody>
          <a:bodyPr rtlCol="0" anchor="ctr"/>
          <a:lstStyle/>
          <a:p>
            <a:pPr defTabSz="1011602" hangingPunct="1">
              <a:defRPr/>
            </a:pPr>
            <a:r>
              <a:rPr lang="fr-FR" sz="1991" kern="1200" dirty="0">
                <a:solidFill>
                  <a:prstClr val="black"/>
                </a:solidFill>
                <a:latin typeface="Calibri"/>
                <a:ea typeface="+mn-ea"/>
                <a:cs typeface="+mn-cs"/>
              </a:rPr>
              <a:t>/</a:t>
            </a:r>
            <a:endParaRPr lang="en-US" sz="1991" kern="1200" dirty="0">
              <a:solidFill>
                <a:prstClr val="black"/>
              </a:solidFill>
              <a:latin typeface="Calibri"/>
              <a:ea typeface="+mn-ea"/>
              <a:cs typeface="+mn-cs"/>
            </a:endParaRPr>
          </a:p>
        </p:txBody>
      </p:sp>
      <p:sp>
        <p:nvSpPr>
          <p:cNvPr id="76" name="Rectangle à coins arrondis 75"/>
          <p:cNvSpPr/>
          <p:nvPr/>
        </p:nvSpPr>
        <p:spPr>
          <a:xfrm>
            <a:off x="8216339" y="4869448"/>
            <a:ext cx="1194952" cy="398317"/>
          </a:xfrm>
          <a:prstGeom prst="roundRect">
            <a:avLst/>
          </a:prstGeom>
          <a:solidFill>
            <a:srgbClr val="4F81BD"/>
          </a:solidFill>
          <a:ln w="25400" cap="flat" cmpd="sng" algn="ctr">
            <a:solidFill>
              <a:srgbClr val="4F81BD">
                <a:shade val="50000"/>
              </a:srgbClr>
            </a:solidFill>
            <a:prstDash val="solid"/>
          </a:ln>
          <a:effectLst/>
        </p:spPr>
        <p:txBody>
          <a:bodyPr rtlCol="0" anchor="ctr"/>
          <a:lstStyle/>
          <a:p>
            <a:pPr defTabSz="1011602" hangingPunct="1">
              <a:defRPr/>
            </a:pPr>
            <a:r>
              <a:rPr lang="fr-FR" sz="1991" kern="1200" dirty="0">
                <a:solidFill>
                  <a:prstClr val="white"/>
                </a:solidFill>
                <a:latin typeface="Calibri"/>
                <a:ea typeface="+mn-ea"/>
                <a:cs typeface="+mn-cs"/>
              </a:rPr>
              <a:t>home</a:t>
            </a:r>
            <a:endParaRPr lang="en-US" sz="1991" kern="1200" dirty="0">
              <a:solidFill>
                <a:prstClr val="white"/>
              </a:solidFill>
              <a:latin typeface="Calibri"/>
              <a:ea typeface="+mn-ea"/>
              <a:cs typeface="+mn-cs"/>
            </a:endParaRPr>
          </a:p>
        </p:txBody>
      </p:sp>
      <p:sp>
        <p:nvSpPr>
          <p:cNvPr id="77" name="Rectangle à coins arrondis 76"/>
          <p:cNvSpPr/>
          <p:nvPr/>
        </p:nvSpPr>
        <p:spPr>
          <a:xfrm>
            <a:off x="10048599" y="4869448"/>
            <a:ext cx="1194952" cy="398317"/>
          </a:xfrm>
          <a:prstGeom prst="roundRect">
            <a:avLst/>
          </a:prstGeom>
          <a:solidFill>
            <a:srgbClr val="4F81BD"/>
          </a:solidFill>
          <a:ln w="25400" cap="flat" cmpd="sng" algn="ctr">
            <a:solidFill>
              <a:srgbClr val="4F81BD">
                <a:shade val="50000"/>
              </a:srgbClr>
            </a:solidFill>
            <a:prstDash val="solid"/>
          </a:ln>
          <a:effectLst/>
        </p:spPr>
        <p:txBody>
          <a:bodyPr rtlCol="0" anchor="ctr"/>
          <a:lstStyle/>
          <a:p>
            <a:pPr defTabSz="1011602" hangingPunct="1">
              <a:defRPr/>
            </a:pPr>
            <a:r>
              <a:rPr lang="fr-FR" sz="1991" kern="1200" dirty="0" err="1">
                <a:solidFill>
                  <a:prstClr val="white"/>
                </a:solidFill>
                <a:latin typeface="Calibri"/>
                <a:ea typeface="+mn-ea"/>
                <a:cs typeface="+mn-cs"/>
              </a:rPr>
              <a:t>mnt</a:t>
            </a:r>
            <a:endParaRPr lang="en-US" sz="1991" kern="1200" dirty="0">
              <a:solidFill>
                <a:prstClr val="white"/>
              </a:solidFill>
              <a:latin typeface="Calibri"/>
              <a:ea typeface="+mn-ea"/>
              <a:cs typeface="+mn-cs"/>
            </a:endParaRPr>
          </a:p>
        </p:txBody>
      </p:sp>
      <p:sp>
        <p:nvSpPr>
          <p:cNvPr id="78" name="Rectangle à coins arrondis 77"/>
          <p:cNvSpPr/>
          <p:nvPr/>
        </p:nvSpPr>
        <p:spPr>
          <a:xfrm>
            <a:off x="6304415" y="4869448"/>
            <a:ext cx="1194952" cy="398317"/>
          </a:xfrm>
          <a:prstGeom prst="roundRect">
            <a:avLst/>
          </a:prstGeom>
          <a:solidFill>
            <a:srgbClr val="4F81BD"/>
          </a:solidFill>
          <a:ln w="25400" cap="flat" cmpd="sng" algn="ctr">
            <a:solidFill>
              <a:srgbClr val="4F81BD">
                <a:shade val="50000"/>
              </a:srgbClr>
            </a:solidFill>
            <a:prstDash val="solid"/>
          </a:ln>
          <a:effectLst/>
        </p:spPr>
        <p:txBody>
          <a:bodyPr rtlCol="0" anchor="ctr"/>
          <a:lstStyle/>
          <a:p>
            <a:pPr defTabSz="1011602" hangingPunct="1">
              <a:defRPr/>
            </a:pPr>
            <a:r>
              <a:rPr lang="fr-FR" sz="1991" kern="1200" dirty="0" err="1">
                <a:solidFill>
                  <a:prstClr val="white"/>
                </a:solidFill>
                <a:latin typeface="Calibri"/>
                <a:ea typeface="+mn-ea"/>
                <a:cs typeface="+mn-cs"/>
              </a:rPr>
              <a:t>etc</a:t>
            </a:r>
            <a:endParaRPr lang="en-US" sz="1991" kern="1200" dirty="0">
              <a:solidFill>
                <a:prstClr val="white"/>
              </a:solidFill>
              <a:latin typeface="Calibri"/>
              <a:ea typeface="+mn-ea"/>
              <a:cs typeface="+mn-cs"/>
            </a:endParaRPr>
          </a:p>
        </p:txBody>
      </p:sp>
      <p:sp>
        <p:nvSpPr>
          <p:cNvPr id="79" name="Rectangle à coins arrondis 78"/>
          <p:cNvSpPr/>
          <p:nvPr/>
        </p:nvSpPr>
        <p:spPr>
          <a:xfrm>
            <a:off x="3117876" y="4869448"/>
            <a:ext cx="1194952" cy="398317"/>
          </a:xfrm>
          <a:prstGeom prst="roundRect">
            <a:avLst/>
          </a:prstGeom>
          <a:solidFill>
            <a:srgbClr val="4F81BD"/>
          </a:solidFill>
          <a:ln w="25400" cap="flat" cmpd="sng" algn="ctr">
            <a:solidFill>
              <a:srgbClr val="4F81BD">
                <a:shade val="50000"/>
              </a:srgbClr>
            </a:solidFill>
            <a:prstDash val="solid"/>
          </a:ln>
          <a:effectLst/>
        </p:spPr>
        <p:txBody>
          <a:bodyPr rtlCol="0" anchor="ctr"/>
          <a:lstStyle/>
          <a:p>
            <a:pPr defTabSz="1011602" hangingPunct="1">
              <a:defRPr/>
            </a:pPr>
            <a:r>
              <a:rPr lang="fr-FR" sz="1991" kern="1200" dirty="0">
                <a:solidFill>
                  <a:prstClr val="white"/>
                </a:solidFill>
                <a:latin typeface="Calibri"/>
                <a:ea typeface="+mn-ea"/>
                <a:cs typeface="+mn-cs"/>
              </a:rPr>
              <a:t>bin</a:t>
            </a:r>
            <a:endParaRPr lang="en-US" sz="1991" kern="1200" dirty="0">
              <a:solidFill>
                <a:prstClr val="white"/>
              </a:solidFill>
              <a:latin typeface="Calibri"/>
              <a:ea typeface="+mn-ea"/>
              <a:cs typeface="+mn-cs"/>
            </a:endParaRPr>
          </a:p>
        </p:txBody>
      </p:sp>
      <p:cxnSp>
        <p:nvCxnSpPr>
          <p:cNvPr id="80" name="Connecteur droit 79"/>
          <p:cNvCxnSpPr/>
          <p:nvPr/>
        </p:nvCxnSpPr>
        <p:spPr>
          <a:xfrm>
            <a:off x="4392491" y="5068606"/>
            <a:ext cx="1832260" cy="0"/>
          </a:xfrm>
          <a:prstGeom prst="line">
            <a:avLst/>
          </a:prstGeom>
          <a:noFill/>
          <a:ln w="25400" cap="flat" cmpd="sng" algn="ctr">
            <a:solidFill>
              <a:srgbClr val="4F81BD"/>
            </a:solidFill>
            <a:prstDash val="sysDot"/>
          </a:ln>
          <a:effectLst>
            <a:outerShdw blurRad="40000" dist="20000" dir="5400000" rotWithShape="0">
              <a:srgbClr val="000000">
                <a:alpha val="38000"/>
              </a:srgbClr>
            </a:outerShdw>
          </a:effectLst>
        </p:spPr>
      </p:cxnSp>
      <p:cxnSp>
        <p:nvCxnSpPr>
          <p:cNvPr id="81" name="Connecteur droit 80"/>
          <p:cNvCxnSpPr>
            <a:stCxn id="75" idx="2"/>
            <a:endCxn id="79" idx="0"/>
          </p:cNvCxnSpPr>
          <p:nvPr/>
        </p:nvCxnSpPr>
        <p:spPr>
          <a:xfrm flipH="1">
            <a:off x="3715353" y="4072813"/>
            <a:ext cx="3344281" cy="796634"/>
          </a:xfrm>
          <a:prstGeom prst="line">
            <a:avLst/>
          </a:prstGeom>
          <a:noFill/>
          <a:ln w="9525" cap="flat" cmpd="sng" algn="ctr">
            <a:solidFill>
              <a:srgbClr val="4F81BD">
                <a:shade val="95000"/>
                <a:satMod val="105000"/>
              </a:srgbClr>
            </a:solidFill>
            <a:prstDash val="solid"/>
          </a:ln>
          <a:effectLst/>
        </p:spPr>
      </p:cxnSp>
      <p:cxnSp>
        <p:nvCxnSpPr>
          <p:cNvPr id="82" name="Connecteur droit 81"/>
          <p:cNvCxnSpPr>
            <a:stCxn id="75" idx="2"/>
            <a:endCxn id="78" idx="0"/>
          </p:cNvCxnSpPr>
          <p:nvPr/>
        </p:nvCxnSpPr>
        <p:spPr>
          <a:xfrm flipH="1">
            <a:off x="6901891" y="4072813"/>
            <a:ext cx="157741" cy="796634"/>
          </a:xfrm>
          <a:prstGeom prst="line">
            <a:avLst/>
          </a:prstGeom>
          <a:noFill/>
          <a:ln w="9525" cap="flat" cmpd="sng" algn="ctr">
            <a:solidFill>
              <a:srgbClr val="4F81BD">
                <a:shade val="95000"/>
                <a:satMod val="105000"/>
              </a:srgbClr>
            </a:solidFill>
            <a:prstDash val="solid"/>
          </a:ln>
          <a:effectLst/>
        </p:spPr>
      </p:cxnSp>
      <p:cxnSp>
        <p:nvCxnSpPr>
          <p:cNvPr id="83" name="Connecteur droit 82"/>
          <p:cNvCxnSpPr>
            <a:stCxn id="75" idx="2"/>
            <a:endCxn id="76" idx="0"/>
          </p:cNvCxnSpPr>
          <p:nvPr/>
        </p:nvCxnSpPr>
        <p:spPr>
          <a:xfrm>
            <a:off x="7059633" y="4072813"/>
            <a:ext cx="1754182" cy="796634"/>
          </a:xfrm>
          <a:prstGeom prst="line">
            <a:avLst/>
          </a:prstGeom>
          <a:noFill/>
          <a:ln w="9525" cap="flat" cmpd="sng" algn="ctr">
            <a:solidFill>
              <a:srgbClr val="4F81BD">
                <a:shade val="95000"/>
                <a:satMod val="105000"/>
              </a:srgbClr>
            </a:solidFill>
            <a:prstDash val="solid"/>
          </a:ln>
          <a:effectLst/>
        </p:spPr>
      </p:cxnSp>
      <p:cxnSp>
        <p:nvCxnSpPr>
          <p:cNvPr id="84" name="Connecteur droit 83"/>
          <p:cNvCxnSpPr>
            <a:stCxn id="75" idx="2"/>
            <a:endCxn id="77" idx="0"/>
          </p:cNvCxnSpPr>
          <p:nvPr/>
        </p:nvCxnSpPr>
        <p:spPr>
          <a:xfrm>
            <a:off x="7059633" y="4072813"/>
            <a:ext cx="3586442" cy="796634"/>
          </a:xfrm>
          <a:prstGeom prst="line">
            <a:avLst/>
          </a:prstGeom>
          <a:noFill/>
          <a:ln w="9525" cap="flat" cmpd="sng" algn="ctr">
            <a:solidFill>
              <a:srgbClr val="4F81BD">
                <a:shade val="95000"/>
                <a:satMod val="105000"/>
              </a:srgbClr>
            </a:solidFill>
            <a:prstDash val="solid"/>
          </a:ln>
          <a:effectLst/>
        </p:spPr>
      </p:cxnSp>
      <p:sp>
        <p:nvSpPr>
          <p:cNvPr id="85" name="Rectangle à coins arrondis 84"/>
          <p:cNvSpPr/>
          <p:nvPr/>
        </p:nvSpPr>
        <p:spPr>
          <a:xfrm>
            <a:off x="5746771" y="5905074"/>
            <a:ext cx="1504331" cy="398317"/>
          </a:xfrm>
          <a:prstGeom prst="roundRect">
            <a:avLst/>
          </a:prstGeom>
          <a:solidFill>
            <a:srgbClr val="4F81BD"/>
          </a:solidFill>
          <a:ln w="25400" cap="flat" cmpd="sng" algn="ctr">
            <a:solidFill>
              <a:srgbClr val="4F81BD">
                <a:shade val="50000"/>
              </a:srgbClr>
            </a:solidFill>
            <a:prstDash val="solid"/>
          </a:ln>
          <a:effectLst/>
        </p:spPr>
        <p:txBody>
          <a:bodyPr rtlCol="0" anchor="ctr"/>
          <a:lstStyle/>
          <a:p>
            <a:pPr defTabSz="1011602" hangingPunct="1">
              <a:defRPr/>
            </a:pPr>
            <a:r>
              <a:rPr lang="en-US" sz="1991" kern="1200" dirty="0">
                <a:solidFill>
                  <a:prstClr val="white"/>
                </a:solidFill>
                <a:latin typeface="Calibri"/>
                <a:ea typeface="+mn-ea"/>
                <a:cs typeface="+mn-cs"/>
              </a:rPr>
              <a:t>Mohamed</a:t>
            </a:r>
          </a:p>
        </p:txBody>
      </p:sp>
      <p:sp>
        <p:nvSpPr>
          <p:cNvPr id="86" name="Rectangle à coins arrondis 85"/>
          <p:cNvSpPr/>
          <p:nvPr/>
        </p:nvSpPr>
        <p:spPr>
          <a:xfrm>
            <a:off x="7906960" y="5905074"/>
            <a:ext cx="1504331" cy="398317"/>
          </a:xfrm>
          <a:prstGeom prst="roundRect">
            <a:avLst/>
          </a:prstGeom>
          <a:solidFill>
            <a:srgbClr val="4F81BD"/>
          </a:solidFill>
          <a:ln w="25400" cap="flat" cmpd="sng" algn="ctr">
            <a:solidFill>
              <a:srgbClr val="4F81BD">
                <a:shade val="50000"/>
              </a:srgbClr>
            </a:solidFill>
            <a:prstDash val="solid"/>
          </a:ln>
          <a:effectLst/>
        </p:spPr>
        <p:txBody>
          <a:bodyPr rtlCol="0" anchor="ctr"/>
          <a:lstStyle/>
          <a:p>
            <a:pPr defTabSz="1011602" hangingPunct="1">
              <a:defRPr/>
            </a:pPr>
            <a:r>
              <a:rPr lang="fr-FR" sz="1991" kern="1200" dirty="0">
                <a:solidFill>
                  <a:prstClr val="white"/>
                </a:solidFill>
                <a:latin typeface="Calibri"/>
                <a:ea typeface="+mn-ea"/>
                <a:cs typeface="+mn-cs"/>
              </a:rPr>
              <a:t>Salah</a:t>
            </a:r>
            <a:endParaRPr lang="en-US" sz="1991" kern="1200" dirty="0">
              <a:solidFill>
                <a:prstClr val="white"/>
              </a:solidFill>
              <a:latin typeface="Calibri"/>
              <a:ea typeface="+mn-ea"/>
              <a:cs typeface="+mn-cs"/>
            </a:endParaRPr>
          </a:p>
        </p:txBody>
      </p:sp>
      <p:sp>
        <p:nvSpPr>
          <p:cNvPr id="87" name="Rectangle à coins arrondis 86"/>
          <p:cNvSpPr/>
          <p:nvPr/>
        </p:nvSpPr>
        <p:spPr>
          <a:xfrm>
            <a:off x="9978211" y="5905074"/>
            <a:ext cx="1504331" cy="398317"/>
          </a:xfrm>
          <a:prstGeom prst="roundRect">
            <a:avLst/>
          </a:prstGeom>
          <a:solidFill>
            <a:srgbClr val="4F81BD"/>
          </a:solidFill>
          <a:ln w="25400" cap="flat" cmpd="sng" algn="ctr">
            <a:solidFill>
              <a:srgbClr val="4F81BD">
                <a:shade val="50000"/>
              </a:srgbClr>
            </a:solidFill>
            <a:prstDash val="solid"/>
          </a:ln>
          <a:effectLst/>
        </p:spPr>
        <p:txBody>
          <a:bodyPr rtlCol="0" anchor="ctr"/>
          <a:lstStyle/>
          <a:p>
            <a:pPr defTabSz="1011602" hangingPunct="1">
              <a:defRPr/>
            </a:pPr>
            <a:r>
              <a:rPr lang="fr-FR" sz="1991" kern="1200" dirty="0">
                <a:solidFill>
                  <a:prstClr val="white"/>
                </a:solidFill>
                <a:latin typeface="Calibri"/>
                <a:ea typeface="+mn-ea"/>
                <a:cs typeface="+mn-cs"/>
              </a:rPr>
              <a:t>Ali</a:t>
            </a:r>
            <a:endParaRPr lang="en-US" sz="1991" kern="1200" dirty="0">
              <a:solidFill>
                <a:prstClr val="white"/>
              </a:solidFill>
              <a:latin typeface="Calibri"/>
              <a:ea typeface="+mn-ea"/>
              <a:cs typeface="+mn-cs"/>
            </a:endParaRPr>
          </a:p>
        </p:txBody>
      </p:sp>
      <p:cxnSp>
        <p:nvCxnSpPr>
          <p:cNvPr id="88" name="Connecteur droit 87"/>
          <p:cNvCxnSpPr>
            <a:stCxn id="76" idx="2"/>
            <a:endCxn id="85" idx="0"/>
          </p:cNvCxnSpPr>
          <p:nvPr/>
        </p:nvCxnSpPr>
        <p:spPr>
          <a:xfrm flipH="1">
            <a:off x="6498936" y="5267765"/>
            <a:ext cx="2314879" cy="637308"/>
          </a:xfrm>
          <a:prstGeom prst="line">
            <a:avLst/>
          </a:prstGeom>
          <a:noFill/>
          <a:ln w="9525" cap="flat" cmpd="sng" algn="ctr">
            <a:solidFill>
              <a:srgbClr val="4F81BD">
                <a:shade val="95000"/>
                <a:satMod val="105000"/>
              </a:srgbClr>
            </a:solidFill>
            <a:prstDash val="solid"/>
          </a:ln>
          <a:effectLst/>
        </p:spPr>
      </p:cxnSp>
      <p:cxnSp>
        <p:nvCxnSpPr>
          <p:cNvPr id="89" name="Connecteur droit 88"/>
          <p:cNvCxnSpPr>
            <a:stCxn id="76" idx="2"/>
            <a:endCxn id="86" idx="0"/>
          </p:cNvCxnSpPr>
          <p:nvPr/>
        </p:nvCxnSpPr>
        <p:spPr>
          <a:xfrm flipH="1">
            <a:off x="8659126" y="5267765"/>
            <a:ext cx="154689" cy="637308"/>
          </a:xfrm>
          <a:prstGeom prst="line">
            <a:avLst/>
          </a:prstGeom>
          <a:noFill/>
          <a:ln w="9525" cap="flat" cmpd="sng" algn="ctr">
            <a:solidFill>
              <a:srgbClr val="4F81BD">
                <a:shade val="95000"/>
                <a:satMod val="105000"/>
              </a:srgbClr>
            </a:solidFill>
            <a:prstDash val="solid"/>
          </a:ln>
          <a:effectLst/>
        </p:spPr>
      </p:cxnSp>
      <p:cxnSp>
        <p:nvCxnSpPr>
          <p:cNvPr id="90" name="Connecteur droit 89"/>
          <p:cNvCxnSpPr>
            <a:stCxn id="76" idx="2"/>
            <a:endCxn id="87" idx="0"/>
          </p:cNvCxnSpPr>
          <p:nvPr/>
        </p:nvCxnSpPr>
        <p:spPr>
          <a:xfrm>
            <a:off x="8813814" y="5267765"/>
            <a:ext cx="1916561" cy="637308"/>
          </a:xfrm>
          <a:prstGeom prst="line">
            <a:avLst/>
          </a:prstGeom>
          <a:noFill/>
          <a:ln w="9525" cap="flat" cmpd="sng" algn="ctr">
            <a:solidFill>
              <a:srgbClr val="4F81BD">
                <a:shade val="95000"/>
                <a:satMod val="105000"/>
              </a:srgbClr>
            </a:solidFill>
            <a:prstDash val="solid"/>
          </a:ln>
          <a:effectLst/>
        </p:spPr>
      </p:cxnSp>
      <p:sp>
        <p:nvSpPr>
          <p:cNvPr id="91" name="Rectangle à coins arrondis 90"/>
          <p:cNvSpPr/>
          <p:nvPr/>
        </p:nvSpPr>
        <p:spPr>
          <a:xfrm>
            <a:off x="4226970" y="6861035"/>
            <a:ext cx="1194952" cy="398317"/>
          </a:xfrm>
          <a:prstGeom prst="roundRect">
            <a:avLst/>
          </a:prstGeom>
          <a:solidFill>
            <a:srgbClr val="4F81BD"/>
          </a:solidFill>
          <a:ln w="25400" cap="flat" cmpd="sng" algn="ctr">
            <a:solidFill>
              <a:srgbClr val="4F81BD">
                <a:shade val="50000"/>
              </a:srgbClr>
            </a:solidFill>
            <a:prstDash val="solid"/>
          </a:ln>
          <a:effectLst/>
        </p:spPr>
        <p:txBody>
          <a:bodyPr rtlCol="0" anchor="ctr"/>
          <a:lstStyle/>
          <a:p>
            <a:pPr defTabSz="1011602" hangingPunct="1">
              <a:defRPr/>
            </a:pPr>
            <a:r>
              <a:rPr lang="en-US" sz="1991" kern="1200" dirty="0">
                <a:solidFill>
                  <a:prstClr val="white"/>
                </a:solidFill>
                <a:latin typeface="Calibri"/>
                <a:ea typeface="+mn-ea"/>
                <a:cs typeface="+mn-cs"/>
              </a:rPr>
              <a:t>Desktop</a:t>
            </a:r>
          </a:p>
        </p:txBody>
      </p:sp>
      <p:sp>
        <p:nvSpPr>
          <p:cNvPr id="92" name="Rectangle à coins arrondis 91"/>
          <p:cNvSpPr/>
          <p:nvPr/>
        </p:nvSpPr>
        <p:spPr>
          <a:xfrm>
            <a:off x="5667107" y="6861035"/>
            <a:ext cx="1583994" cy="398317"/>
          </a:xfrm>
          <a:prstGeom prst="roundRect">
            <a:avLst/>
          </a:prstGeom>
          <a:solidFill>
            <a:srgbClr val="4F81BD"/>
          </a:solidFill>
          <a:ln w="25400" cap="flat" cmpd="sng" algn="ctr">
            <a:solidFill>
              <a:srgbClr val="4F81BD">
                <a:shade val="50000"/>
              </a:srgbClr>
            </a:solidFill>
            <a:prstDash val="solid"/>
          </a:ln>
          <a:effectLst/>
        </p:spPr>
        <p:txBody>
          <a:bodyPr rtlCol="0" anchor="ctr"/>
          <a:lstStyle/>
          <a:p>
            <a:pPr defTabSz="1011602" hangingPunct="1">
              <a:defRPr/>
            </a:pPr>
            <a:r>
              <a:rPr lang="en-US" sz="1991" kern="1200" dirty="0">
                <a:solidFill>
                  <a:prstClr val="white"/>
                </a:solidFill>
                <a:latin typeface="Calibri"/>
                <a:ea typeface="+mn-ea"/>
                <a:cs typeface="+mn-cs"/>
              </a:rPr>
              <a:t>Documents</a:t>
            </a:r>
          </a:p>
        </p:txBody>
      </p:sp>
      <p:sp>
        <p:nvSpPr>
          <p:cNvPr id="93" name="Rectangle à coins arrondis 92"/>
          <p:cNvSpPr/>
          <p:nvPr/>
        </p:nvSpPr>
        <p:spPr>
          <a:xfrm>
            <a:off x="7499367" y="6861035"/>
            <a:ext cx="1433943" cy="398317"/>
          </a:xfrm>
          <a:prstGeom prst="roundRect">
            <a:avLst/>
          </a:prstGeom>
          <a:solidFill>
            <a:srgbClr val="4F81BD"/>
          </a:solidFill>
          <a:ln w="25400" cap="flat" cmpd="sng" algn="ctr">
            <a:solidFill>
              <a:srgbClr val="4F81BD">
                <a:shade val="50000"/>
              </a:srgbClr>
            </a:solidFill>
            <a:prstDash val="solid"/>
          </a:ln>
          <a:effectLst/>
        </p:spPr>
        <p:txBody>
          <a:bodyPr rtlCol="0" anchor="ctr"/>
          <a:lstStyle/>
          <a:p>
            <a:pPr defTabSz="1011602" hangingPunct="1">
              <a:defRPr/>
            </a:pPr>
            <a:r>
              <a:rPr lang="en-US" sz="1991" kern="1200" dirty="0">
                <a:solidFill>
                  <a:prstClr val="white"/>
                </a:solidFill>
                <a:latin typeface="Calibri"/>
                <a:ea typeface="+mn-ea"/>
                <a:cs typeface="+mn-cs"/>
              </a:rPr>
              <a:t>Downloads</a:t>
            </a:r>
          </a:p>
        </p:txBody>
      </p:sp>
      <p:cxnSp>
        <p:nvCxnSpPr>
          <p:cNvPr id="94" name="Connecteur droit 93"/>
          <p:cNvCxnSpPr/>
          <p:nvPr/>
        </p:nvCxnSpPr>
        <p:spPr>
          <a:xfrm>
            <a:off x="9012973" y="7100025"/>
            <a:ext cx="1832260" cy="0"/>
          </a:xfrm>
          <a:prstGeom prst="line">
            <a:avLst/>
          </a:prstGeom>
          <a:noFill/>
          <a:ln w="25400" cap="flat" cmpd="sng" algn="ctr">
            <a:solidFill>
              <a:srgbClr val="4F81BD"/>
            </a:solidFill>
            <a:prstDash val="sysDot"/>
          </a:ln>
          <a:effectLst>
            <a:outerShdw blurRad="40000" dist="20000" dir="5400000" rotWithShape="0">
              <a:srgbClr val="000000">
                <a:alpha val="38000"/>
              </a:srgbClr>
            </a:outerShdw>
          </a:effectLst>
        </p:spPr>
      </p:cxnSp>
      <p:sp>
        <p:nvSpPr>
          <p:cNvPr id="95" name="Rectangle à coins arrondis 94"/>
          <p:cNvSpPr/>
          <p:nvPr/>
        </p:nvSpPr>
        <p:spPr>
          <a:xfrm>
            <a:off x="10924897" y="6861035"/>
            <a:ext cx="1194952" cy="398317"/>
          </a:xfrm>
          <a:prstGeom prst="roundRect">
            <a:avLst/>
          </a:prstGeom>
          <a:solidFill>
            <a:srgbClr val="4F81BD"/>
          </a:solidFill>
          <a:ln w="25400" cap="flat" cmpd="sng" algn="ctr">
            <a:solidFill>
              <a:srgbClr val="4F81BD">
                <a:shade val="50000"/>
              </a:srgbClr>
            </a:solidFill>
            <a:prstDash val="solid"/>
          </a:ln>
          <a:effectLst/>
        </p:spPr>
        <p:txBody>
          <a:bodyPr rtlCol="0" anchor="ctr"/>
          <a:lstStyle/>
          <a:p>
            <a:pPr defTabSz="1011602" hangingPunct="1">
              <a:defRPr/>
            </a:pPr>
            <a:r>
              <a:rPr lang="en-US" sz="1991" kern="1200" dirty="0">
                <a:solidFill>
                  <a:prstClr val="white"/>
                </a:solidFill>
                <a:latin typeface="Calibri"/>
                <a:ea typeface="+mn-ea"/>
                <a:cs typeface="+mn-cs"/>
              </a:rPr>
              <a:t>Photos</a:t>
            </a:r>
          </a:p>
        </p:txBody>
      </p:sp>
      <p:cxnSp>
        <p:nvCxnSpPr>
          <p:cNvPr id="96" name="Connecteur droit 95"/>
          <p:cNvCxnSpPr>
            <a:stCxn id="85" idx="2"/>
            <a:endCxn id="91" idx="0"/>
          </p:cNvCxnSpPr>
          <p:nvPr/>
        </p:nvCxnSpPr>
        <p:spPr>
          <a:xfrm flipH="1">
            <a:off x="4824445" y="6303390"/>
            <a:ext cx="1674491" cy="557645"/>
          </a:xfrm>
          <a:prstGeom prst="line">
            <a:avLst/>
          </a:prstGeom>
          <a:noFill/>
          <a:ln w="9525" cap="flat" cmpd="sng" algn="ctr">
            <a:solidFill>
              <a:srgbClr val="4F81BD">
                <a:shade val="95000"/>
                <a:satMod val="105000"/>
              </a:srgbClr>
            </a:solidFill>
            <a:prstDash val="solid"/>
          </a:ln>
          <a:effectLst/>
        </p:spPr>
      </p:cxnSp>
      <p:cxnSp>
        <p:nvCxnSpPr>
          <p:cNvPr id="97" name="Connecteur droit 96"/>
          <p:cNvCxnSpPr>
            <a:stCxn id="85" idx="2"/>
            <a:endCxn id="92" idx="0"/>
          </p:cNvCxnSpPr>
          <p:nvPr/>
        </p:nvCxnSpPr>
        <p:spPr>
          <a:xfrm flipH="1">
            <a:off x="6459105" y="6303390"/>
            <a:ext cx="39832" cy="557645"/>
          </a:xfrm>
          <a:prstGeom prst="line">
            <a:avLst/>
          </a:prstGeom>
          <a:noFill/>
          <a:ln w="9525" cap="flat" cmpd="sng" algn="ctr">
            <a:solidFill>
              <a:srgbClr val="4F81BD">
                <a:shade val="95000"/>
                <a:satMod val="105000"/>
              </a:srgbClr>
            </a:solidFill>
            <a:prstDash val="solid"/>
          </a:ln>
          <a:effectLst/>
        </p:spPr>
      </p:cxnSp>
      <p:cxnSp>
        <p:nvCxnSpPr>
          <p:cNvPr id="98" name="Connecteur droit 97"/>
          <p:cNvCxnSpPr>
            <a:stCxn id="85" idx="2"/>
            <a:endCxn id="93" idx="0"/>
          </p:cNvCxnSpPr>
          <p:nvPr/>
        </p:nvCxnSpPr>
        <p:spPr>
          <a:xfrm>
            <a:off x="6498937" y="6303390"/>
            <a:ext cx="1717402" cy="557645"/>
          </a:xfrm>
          <a:prstGeom prst="line">
            <a:avLst/>
          </a:prstGeom>
          <a:noFill/>
          <a:ln w="9525" cap="flat" cmpd="sng" algn="ctr">
            <a:solidFill>
              <a:srgbClr val="4F81BD">
                <a:shade val="95000"/>
                <a:satMod val="105000"/>
              </a:srgbClr>
            </a:solidFill>
            <a:prstDash val="solid"/>
          </a:ln>
          <a:effectLst/>
        </p:spPr>
      </p:cxnSp>
      <p:cxnSp>
        <p:nvCxnSpPr>
          <p:cNvPr id="99" name="Connecteur droit 98"/>
          <p:cNvCxnSpPr>
            <a:stCxn id="85" idx="2"/>
            <a:endCxn id="95" idx="0"/>
          </p:cNvCxnSpPr>
          <p:nvPr/>
        </p:nvCxnSpPr>
        <p:spPr>
          <a:xfrm>
            <a:off x="6498937" y="6303390"/>
            <a:ext cx="5023437" cy="557645"/>
          </a:xfrm>
          <a:prstGeom prst="line">
            <a:avLst/>
          </a:prstGeom>
          <a:noFill/>
          <a:ln w="9525" cap="flat" cmpd="sng" algn="ctr">
            <a:solidFill>
              <a:srgbClr val="4F81BD">
                <a:shade val="95000"/>
                <a:satMod val="105000"/>
              </a:srgbClr>
            </a:solidFill>
            <a:prstDash val="solid"/>
          </a:ln>
          <a:effectLst/>
        </p:spPr>
      </p:cxnSp>
      <p:sp>
        <p:nvSpPr>
          <p:cNvPr id="100" name="Rectangle à coins arrondis 99"/>
          <p:cNvSpPr/>
          <p:nvPr/>
        </p:nvSpPr>
        <p:spPr>
          <a:xfrm>
            <a:off x="4312828" y="7737333"/>
            <a:ext cx="1433943" cy="398317"/>
          </a:xfrm>
          <a:prstGeom prst="roundRect">
            <a:avLst/>
          </a:prstGeom>
          <a:solidFill>
            <a:srgbClr val="4F81BD"/>
          </a:solidFill>
          <a:ln w="25400" cap="flat" cmpd="sng" algn="ctr">
            <a:solidFill>
              <a:srgbClr val="4F81BD">
                <a:shade val="50000"/>
              </a:srgbClr>
            </a:solidFill>
            <a:prstDash val="solid"/>
          </a:ln>
          <a:effectLst/>
        </p:spPr>
        <p:txBody>
          <a:bodyPr rtlCol="0" anchor="ctr"/>
          <a:lstStyle/>
          <a:p>
            <a:pPr defTabSz="1011602" hangingPunct="1">
              <a:defRPr/>
            </a:pPr>
            <a:r>
              <a:rPr lang="en-US" sz="1991" kern="1200" dirty="0">
                <a:solidFill>
                  <a:prstClr val="white"/>
                </a:solidFill>
                <a:latin typeface="Calibri"/>
                <a:ea typeface="+mn-ea"/>
                <a:cs typeface="+mn-cs"/>
              </a:rPr>
              <a:t>repertoire1</a:t>
            </a:r>
          </a:p>
        </p:txBody>
      </p:sp>
      <p:sp>
        <p:nvSpPr>
          <p:cNvPr id="101" name="Rectangle à coins arrondis 100"/>
          <p:cNvSpPr/>
          <p:nvPr/>
        </p:nvSpPr>
        <p:spPr>
          <a:xfrm>
            <a:off x="6384079" y="7737333"/>
            <a:ext cx="1433943" cy="398317"/>
          </a:xfrm>
          <a:prstGeom prst="roundRect">
            <a:avLst/>
          </a:prstGeom>
          <a:solidFill>
            <a:srgbClr val="4F81BD"/>
          </a:solidFill>
          <a:ln w="25400" cap="flat" cmpd="sng" algn="ctr">
            <a:solidFill>
              <a:srgbClr val="4F81BD">
                <a:shade val="50000"/>
              </a:srgbClr>
            </a:solidFill>
            <a:prstDash val="solid"/>
          </a:ln>
          <a:effectLst/>
        </p:spPr>
        <p:txBody>
          <a:bodyPr rtlCol="0" anchor="ctr"/>
          <a:lstStyle/>
          <a:p>
            <a:pPr defTabSz="1011602" hangingPunct="1">
              <a:defRPr/>
            </a:pPr>
            <a:r>
              <a:rPr lang="en-US" sz="1991" kern="1200" dirty="0">
                <a:solidFill>
                  <a:prstClr val="white"/>
                </a:solidFill>
                <a:latin typeface="Calibri"/>
                <a:ea typeface="+mn-ea"/>
                <a:cs typeface="+mn-cs"/>
              </a:rPr>
              <a:t>repertoire2</a:t>
            </a:r>
          </a:p>
        </p:txBody>
      </p:sp>
      <p:cxnSp>
        <p:nvCxnSpPr>
          <p:cNvPr id="102" name="Connecteur droit 101"/>
          <p:cNvCxnSpPr>
            <a:stCxn id="92" idx="2"/>
            <a:endCxn id="100" idx="0"/>
          </p:cNvCxnSpPr>
          <p:nvPr/>
        </p:nvCxnSpPr>
        <p:spPr>
          <a:xfrm flipH="1">
            <a:off x="5029800" y="7259352"/>
            <a:ext cx="1429305" cy="477981"/>
          </a:xfrm>
          <a:prstGeom prst="line">
            <a:avLst/>
          </a:prstGeom>
          <a:noFill/>
          <a:ln w="9525" cap="flat" cmpd="sng" algn="ctr">
            <a:solidFill>
              <a:srgbClr val="4F81BD">
                <a:shade val="95000"/>
                <a:satMod val="105000"/>
              </a:srgbClr>
            </a:solidFill>
            <a:prstDash val="solid"/>
          </a:ln>
          <a:effectLst/>
        </p:spPr>
      </p:cxnSp>
      <p:cxnSp>
        <p:nvCxnSpPr>
          <p:cNvPr id="103" name="Connecteur droit 102"/>
          <p:cNvCxnSpPr>
            <a:stCxn id="92" idx="2"/>
            <a:endCxn id="101" idx="0"/>
          </p:cNvCxnSpPr>
          <p:nvPr/>
        </p:nvCxnSpPr>
        <p:spPr>
          <a:xfrm>
            <a:off x="6459104" y="7259352"/>
            <a:ext cx="641945" cy="477981"/>
          </a:xfrm>
          <a:prstGeom prst="line">
            <a:avLst/>
          </a:prstGeom>
          <a:noFill/>
          <a:ln w="9525" cap="flat" cmpd="sng" algn="ctr">
            <a:solidFill>
              <a:srgbClr val="4F81BD">
                <a:shade val="95000"/>
                <a:satMod val="105000"/>
              </a:srgbClr>
            </a:solidFill>
            <a:prstDash val="solid"/>
          </a:ln>
          <a:effectLst/>
        </p:spPr>
      </p:cxnSp>
      <p:pic>
        <p:nvPicPr>
          <p:cNvPr id="104" name="Image 103"/>
          <p:cNvPicPr>
            <a:picLocks noChangeAspect="1"/>
          </p:cNvPicPr>
          <p:nvPr/>
        </p:nvPicPr>
        <p:blipFill>
          <a:blip r:embed="rId2">
            <a:clrChange>
              <a:clrFrom>
                <a:srgbClr val="FFFFFF"/>
              </a:clrFrom>
              <a:clrTo>
                <a:srgbClr val="FFFFFF">
                  <a:alpha val="0"/>
                </a:srgbClr>
              </a:clrTo>
            </a:clrChange>
          </a:blip>
          <a:stretch>
            <a:fillRect/>
          </a:stretch>
        </p:blipFill>
        <p:spPr>
          <a:xfrm>
            <a:off x="5414112" y="5455334"/>
            <a:ext cx="466177" cy="986647"/>
          </a:xfrm>
          <a:prstGeom prst="rect">
            <a:avLst/>
          </a:prstGeom>
        </p:spPr>
      </p:pic>
      <p:sp>
        <p:nvSpPr>
          <p:cNvPr id="105" name="ZoneTexte 104"/>
          <p:cNvSpPr txBox="1"/>
          <p:nvPr/>
        </p:nvSpPr>
        <p:spPr>
          <a:xfrm>
            <a:off x="7418111" y="5890194"/>
            <a:ext cx="4497003" cy="413856"/>
          </a:xfrm>
          <a:prstGeom prst="rect">
            <a:avLst/>
          </a:prstGeom>
          <a:solidFill>
            <a:sysClr val="window" lastClr="FFFFFF"/>
          </a:solidFill>
        </p:spPr>
        <p:txBody>
          <a:bodyPr wrap="square" rtlCol="0">
            <a:spAutoFit/>
          </a:bodyPr>
          <a:lstStyle/>
          <a:p>
            <a:pPr algn="l" defTabSz="1011602" hangingPunct="1">
              <a:defRPr/>
            </a:pPr>
            <a:r>
              <a:rPr lang="fr-FR" sz="1991" b="1" kern="1200" dirty="0">
                <a:solidFill>
                  <a:prstClr val="black"/>
                </a:solidFill>
                <a:latin typeface="Calibri"/>
                <a:ea typeface="+mn-ea"/>
                <a:cs typeface="+mn-cs"/>
              </a:rPr>
              <a:t>[</a:t>
            </a:r>
            <a:r>
              <a:rPr lang="fr-FR" sz="1991" b="1" kern="1200" dirty="0" err="1">
                <a:solidFill>
                  <a:prstClr val="black"/>
                </a:solidFill>
                <a:latin typeface="Calibri"/>
                <a:ea typeface="+mn-ea"/>
                <a:cs typeface="+mn-cs"/>
              </a:rPr>
              <a:t>Mohamed@localhost</a:t>
            </a:r>
            <a:r>
              <a:rPr lang="fr-FR" sz="1991" b="1" kern="1200" dirty="0">
                <a:solidFill>
                  <a:prstClr val="black"/>
                </a:solidFill>
                <a:latin typeface="Calibri"/>
                <a:ea typeface="+mn-ea"/>
                <a:cs typeface="+mn-cs"/>
              </a:rPr>
              <a:t> ~]$</a:t>
            </a:r>
            <a:r>
              <a:rPr lang="fr-FR" sz="1991" b="1" kern="1200" dirty="0" err="1">
                <a:solidFill>
                  <a:prstClr val="black"/>
                </a:solidFill>
                <a:latin typeface="Calibri"/>
                <a:ea typeface="+mn-ea"/>
                <a:cs typeface="+mn-cs"/>
              </a:rPr>
              <a:t>ls</a:t>
            </a:r>
            <a:r>
              <a:rPr lang="fr-FR" sz="1991" b="1" kern="1200" dirty="0">
                <a:solidFill>
                  <a:prstClr val="black"/>
                </a:solidFill>
                <a:latin typeface="Calibri"/>
                <a:ea typeface="+mn-ea"/>
                <a:cs typeface="+mn-cs"/>
              </a:rPr>
              <a:t> </a:t>
            </a:r>
          </a:p>
        </p:txBody>
      </p:sp>
      <p:sp>
        <p:nvSpPr>
          <p:cNvPr id="106" name="ZoneTexte 105"/>
          <p:cNvSpPr txBox="1"/>
          <p:nvPr/>
        </p:nvSpPr>
        <p:spPr>
          <a:xfrm>
            <a:off x="7419704" y="5905073"/>
            <a:ext cx="4842313" cy="705065"/>
          </a:xfrm>
          <a:prstGeom prst="rect">
            <a:avLst/>
          </a:prstGeom>
          <a:solidFill>
            <a:sysClr val="window" lastClr="FFFFFF"/>
          </a:solidFill>
        </p:spPr>
        <p:txBody>
          <a:bodyPr wrap="square" rtlCol="0">
            <a:spAutoFit/>
          </a:bodyPr>
          <a:lstStyle/>
          <a:p>
            <a:pPr algn="l" defTabSz="1011602" hangingPunct="1">
              <a:defRPr/>
            </a:pPr>
            <a:r>
              <a:rPr lang="fr-FR" sz="1991" b="1" kern="1200" dirty="0">
                <a:solidFill>
                  <a:prstClr val="black"/>
                </a:solidFill>
                <a:latin typeface="Calibri"/>
                <a:ea typeface="+mn-ea"/>
                <a:cs typeface="+mn-cs"/>
              </a:rPr>
              <a:t>[</a:t>
            </a:r>
            <a:r>
              <a:rPr lang="fr-FR" sz="1991" b="1" kern="1200" dirty="0" err="1">
                <a:solidFill>
                  <a:prstClr val="black"/>
                </a:solidFill>
                <a:latin typeface="Calibri"/>
                <a:ea typeface="+mn-ea"/>
                <a:cs typeface="+mn-cs"/>
              </a:rPr>
              <a:t>Mohamed@localhost</a:t>
            </a:r>
            <a:r>
              <a:rPr lang="fr-FR" sz="1991" b="1" kern="1200" dirty="0">
                <a:solidFill>
                  <a:prstClr val="black"/>
                </a:solidFill>
                <a:latin typeface="Calibri"/>
                <a:ea typeface="+mn-ea"/>
                <a:cs typeface="+mn-cs"/>
              </a:rPr>
              <a:t> ~]$</a:t>
            </a:r>
            <a:r>
              <a:rPr lang="fr-FR" sz="1991" b="1" kern="1200" dirty="0" err="1">
                <a:solidFill>
                  <a:prstClr val="black"/>
                </a:solidFill>
                <a:latin typeface="Calibri"/>
                <a:ea typeface="+mn-ea"/>
                <a:cs typeface="+mn-cs"/>
              </a:rPr>
              <a:t>ls</a:t>
            </a:r>
            <a:endParaRPr lang="fr-FR" sz="1991" b="1" kern="1200" dirty="0">
              <a:solidFill>
                <a:prstClr val="black"/>
              </a:solidFill>
              <a:latin typeface="Calibri"/>
              <a:ea typeface="+mn-ea"/>
              <a:cs typeface="+mn-cs"/>
            </a:endParaRPr>
          </a:p>
          <a:p>
            <a:pPr algn="l" defTabSz="1011602" hangingPunct="1">
              <a:defRPr/>
            </a:pPr>
            <a:r>
              <a:rPr lang="fr-FR" sz="1991" b="1" kern="1200" dirty="0">
                <a:solidFill>
                  <a:prstClr val="black"/>
                </a:solidFill>
                <a:latin typeface="Calibri"/>
                <a:ea typeface="+mn-ea"/>
                <a:cs typeface="+mn-cs"/>
              </a:rPr>
              <a:t>Desktop  Documents  </a:t>
            </a:r>
            <a:r>
              <a:rPr lang="fr-FR" sz="1991" b="1" kern="1200" dirty="0" err="1">
                <a:solidFill>
                  <a:prstClr val="black"/>
                </a:solidFill>
                <a:latin typeface="Calibri"/>
                <a:ea typeface="+mn-ea"/>
                <a:cs typeface="+mn-cs"/>
              </a:rPr>
              <a:t>Downloads</a:t>
            </a:r>
            <a:r>
              <a:rPr lang="fr-FR" sz="1991" b="1" kern="1200" dirty="0">
                <a:solidFill>
                  <a:prstClr val="black"/>
                </a:solidFill>
                <a:latin typeface="Calibri"/>
                <a:ea typeface="+mn-ea"/>
                <a:cs typeface="+mn-cs"/>
              </a:rPr>
              <a:t>  … Photos </a:t>
            </a:r>
          </a:p>
        </p:txBody>
      </p:sp>
      <p:sp>
        <p:nvSpPr>
          <p:cNvPr id="107" name="ZoneTexte 106"/>
          <p:cNvSpPr txBox="1"/>
          <p:nvPr/>
        </p:nvSpPr>
        <p:spPr>
          <a:xfrm>
            <a:off x="7419704" y="5905074"/>
            <a:ext cx="4842313" cy="413856"/>
          </a:xfrm>
          <a:prstGeom prst="rect">
            <a:avLst/>
          </a:prstGeom>
          <a:solidFill>
            <a:sysClr val="window" lastClr="FFFFFF"/>
          </a:solidFill>
        </p:spPr>
        <p:txBody>
          <a:bodyPr wrap="square" rtlCol="0">
            <a:spAutoFit/>
          </a:bodyPr>
          <a:lstStyle/>
          <a:p>
            <a:pPr algn="l" defTabSz="1011602" hangingPunct="1">
              <a:defRPr/>
            </a:pPr>
            <a:r>
              <a:rPr lang="fr-FR" sz="1991" b="1" kern="1200" dirty="0">
                <a:solidFill>
                  <a:prstClr val="black"/>
                </a:solidFill>
                <a:latin typeface="Calibri"/>
                <a:ea typeface="+mn-ea"/>
                <a:cs typeface="+mn-cs"/>
              </a:rPr>
              <a:t>[</a:t>
            </a:r>
            <a:r>
              <a:rPr lang="fr-FR" sz="1991" b="1" kern="1200" dirty="0" err="1">
                <a:solidFill>
                  <a:prstClr val="black"/>
                </a:solidFill>
                <a:latin typeface="Calibri"/>
                <a:ea typeface="+mn-ea"/>
                <a:cs typeface="+mn-cs"/>
              </a:rPr>
              <a:t>Mohamed@localhost</a:t>
            </a:r>
            <a:r>
              <a:rPr lang="fr-FR" sz="1991" b="1" kern="1200" dirty="0">
                <a:solidFill>
                  <a:prstClr val="black"/>
                </a:solidFill>
                <a:latin typeface="Calibri"/>
                <a:ea typeface="+mn-ea"/>
                <a:cs typeface="+mn-cs"/>
              </a:rPr>
              <a:t> ~]$</a:t>
            </a:r>
            <a:r>
              <a:rPr lang="fr-FR" sz="1991" b="1" kern="1200" dirty="0" err="1">
                <a:solidFill>
                  <a:prstClr val="black"/>
                </a:solidFill>
                <a:latin typeface="Calibri"/>
                <a:ea typeface="+mn-ea"/>
                <a:cs typeface="+mn-cs"/>
              </a:rPr>
              <a:t>ls</a:t>
            </a:r>
            <a:r>
              <a:rPr lang="fr-FR" sz="1991" b="1" kern="1200" dirty="0">
                <a:solidFill>
                  <a:prstClr val="black"/>
                </a:solidFill>
                <a:latin typeface="Calibri"/>
                <a:ea typeface="+mn-ea"/>
                <a:cs typeface="+mn-cs"/>
              </a:rPr>
              <a:t> Documents</a:t>
            </a:r>
          </a:p>
        </p:txBody>
      </p:sp>
      <p:cxnSp>
        <p:nvCxnSpPr>
          <p:cNvPr id="108" name="Connecteur droit 107"/>
          <p:cNvCxnSpPr>
            <a:stCxn id="79" idx="2"/>
            <a:endCxn id="110" idx="0"/>
          </p:cNvCxnSpPr>
          <p:nvPr/>
        </p:nvCxnSpPr>
        <p:spPr>
          <a:xfrm>
            <a:off x="3715351" y="5267765"/>
            <a:ext cx="0" cy="557645"/>
          </a:xfrm>
          <a:prstGeom prst="line">
            <a:avLst/>
          </a:prstGeom>
          <a:noFill/>
          <a:ln w="25400" cap="flat" cmpd="sng" algn="ctr">
            <a:solidFill>
              <a:srgbClr val="4F81BD"/>
            </a:solidFill>
            <a:prstDash val="solid"/>
          </a:ln>
          <a:effectLst>
            <a:outerShdw blurRad="40000" dist="20000" dir="5400000" rotWithShape="0">
              <a:srgbClr val="000000">
                <a:alpha val="38000"/>
              </a:srgbClr>
            </a:outerShdw>
          </a:effectLst>
        </p:spPr>
      </p:cxnSp>
      <p:sp>
        <p:nvSpPr>
          <p:cNvPr id="109" name="ZoneTexte 108"/>
          <p:cNvSpPr txBox="1"/>
          <p:nvPr/>
        </p:nvSpPr>
        <p:spPr>
          <a:xfrm>
            <a:off x="7419704" y="5905074"/>
            <a:ext cx="4842313" cy="731869"/>
          </a:xfrm>
          <a:prstGeom prst="rect">
            <a:avLst/>
          </a:prstGeom>
          <a:solidFill>
            <a:sysClr val="window" lastClr="FFFFFF"/>
          </a:solidFill>
        </p:spPr>
        <p:txBody>
          <a:bodyPr wrap="square" rtlCol="0">
            <a:spAutoFit/>
          </a:bodyPr>
          <a:lstStyle/>
          <a:p>
            <a:pPr algn="l" defTabSz="1011602" hangingPunct="1">
              <a:defRPr/>
            </a:pPr>
            <a:r>
              <a:rPr lang="fr-FR" sz="1991" b="1" kern="1200" dirty="0">
                <a:solidFill>
                  <a:prstClr val="black"/>
                </a:solidFill>
                <a:latin typeface="Calibri"/>
                <a:ea typeface="+mn-ea"/>
                <a:cs typeface="+mn-cs"/>
              </a:rPr>
              <a:t>[</a:t>
            </a:r>
            <a:r>
              <a:rPr lang="fr-FR" sz="1991" b="1" kern="1200" dirty="0" err="1">
                <a:solidFill>
                  <a:prstClr val="black"/>
                </a:solidFill>
                <a:latin typeface="Calibri"/>
                <a:ea typeface="+mn-ea"/>
                <a:cs typeface="+mn-cs"/>
              </a:rPr>
              <a:t>Mohamed@localhost</a:t>
            </a:r>
            <a:r>
              <a:rPr lang="fr-FR" sz="1991" b="1" kern="1200" dirty="0">
                <a:solidFill>
                  <a:prstClr val="black"/>
                </a:solidFill>
                <a:latin typeface="Calibri"/>
                <a:ea typeface="+mn-ea"/>
                <a:cs typeface="+mn-cs"/>
              </a:rPr>
              <a:t> ~]$</a:t>
            </a:r>
            <a:r>
              <a:rPr lang="fr-FR" sz="1991" b="1" kern="1200" dirty="0" err="1">
                <a:solidFill>
                  <a:prstClr val="black"/>
                </a:solidFill>
                <a:latin typeface="Calibri"/>
                <a:ea typeface="+mn-ea"/>
                <a:cs typeface="+mn-cs"/>
              </a:rPr>
              <a:t>ls</a:t>
            </a:r>
            <a:r>
              <a:rPr lang="fr-FR" sz="1991" b="1" kern="1200" dirty="0">
                <a:solidFill>
                  <a:prstClr val="black"/>
                </a:solidFill>
                <a:latin typeface="Calibri"/>
                <a:ea typeface="+mn-ea"/>
                <a:cs typeface="+mn-cs"/>
              </a:rPr>
              <a:t> Documents</a:t>
            </a:r>
          </a:p>
          <a:p>
            <a:pPr algn="l" defTabSz="1011602" hangingPunct="1">
              <a:defRPr/>
            </a:pPr>
            <a:r>
              <a:rPr lang="fr-FR" sz="1991" b="1" kern="1200" dirty="0">
                <a:solidFill>
                  <a:prstClr val="black"/>
                </a:solidFill>
                <a:latin typeface="Calibri"/>
                <a:ea typeface="+mn-ea"/>
                <a:cs typeface="+mn-cs"/>
              </a:rPr>
              <a:t>repertoire1   repertoire2</a:t>
            </a:r>
          </a:p>
        </p:txBody>
      </p:sp>
      <p:sp>
        <p:nvSpPr>
          <p:cNvPr id="110" name="Rectangle à coins arrondis 109"/>
          <p:cNvSpPr/>
          <p:nvPr/>
        </p:nvSpPr>
        <p:spPr>
          <a:xfrm>
            <a:off x="3117876" y="5825410"/>
            <a:ext cx="1194952" cy="398317"/>
          </a:xfrm>
          <a:prstGeom prst="roundRect">
            <a:avLst/>
          </a:prstGeom>
          <a:solidFill>
            <a:srgbClr val="4F81BD"/>
          </a:solidFill>
          <a:ln w="25400" cap="flat" cmpd="sng" algn="ctr">
            <a:solidFill>
              <a:srgbClr val="4F81BD">
                <a:shade val="50000"/>
              </a:srgbClr>
            </a:solidFill>
            <a:prstDash val="solid"/>
          </a:ln>
          <a:effectLst/>
        </p:spPr>
        <p:txBody>
          <a:bodyPr rtlCol="0" anchor="ctr"/>
          <a:lstStyle/>
          <a:p>
            <a:pPr defTabSz="1011602" hangingPunct="1">
              <a:defRPr/>
            </a:pPr>
            <a:r>
              <a:rPr lang="fr-FR" sz="1991" kern="1200" dirty="0" err="1">
                <a:solidFill>
                  <a:prstClr val="white"/>
                </a:solidFill>
                <a:latin typeface="Calibri"/>
                <a:ea typeface="+mn-ea"/>
                <a:cs typeface="+mn-cs"/>
              </a:rPr>
              <a:t>rep</a:t>
            </a:r>
            <a:endParaRPr lang="en-US" sz="1991" kern="1200" dirty="0">
              <a:solidFill>
                <a:prstClr val="white"/>
              </a:solidFill>
              <a:latin typeface="Calibri"/>
              <a:ea typeface="+mn-ea"/>
              <a:cs typeface="+mn-cs"/>
            </a:endParaRPr>
          </a:p>
        </p:txBody>
      </p:sp>
      <p:sp>
        <p:nvSpPr>
          <p:cNvPr id="111" name="ZoneTexte 110"/>
          <p:cNvSpPr txBox="1"/>
          <p:nvPr/>
        </p:nvSpPr>
        <p:spPr>
          <a:xfrm>
            <a:off x="7419704" y="5905074"/>
            <a:ext cx="4842313" cy="413856"/>
          </a:xfrm>
          <a:prstGeom prst="rect">
            <a:avLst/>
          </a:prstGeom>
          <a:solidFill>
            <a:sysClr val="window" lastClr="FFFFFF"/>
          </a:solidFill>
        </p:spPr>
        <p:txBody>
          <a:bodyPr wrap="square" rtlCol="0">
            <a:spAutoFit/>
          </a:bodyPr>
          <a:lstStyle/>
          <a:p>
            <a:pPr algn="l" defTabSz="1011602" hangingPunct="1">
              <a:defRPr/>
            </a:pPr>
            <a:r>
              <a:rPr lang="fr-FR" sz="1991" b="1" kern="1200" dirty="0">
                <a:solidFill>
                  <a:prstClr val="black"/>
                </a:solidFill>
                <a:latin typeface="Calibri"/>
                <a:ea typeface="+mn-ea"/>
                <a:cs typeface="+mn-cs"/>
              </a:rPr>
              <a:t>[</a:t>
            </a:r>
            <a:r>
              <a:rPr lang="fr-FR" sz="1991" b="1" kern="1200" dirty="0" err="1">
                <a:solidFill>
                  <a:prstClr val="black"/>
                </a:solidFill>
                <a:latin typeface="Calibri"/>
                <a:ea typeface="+mn-ea"/>
                <a:cs typeface="+mn-cs"/>
              </a:rPr>
              <a:t>Mohamed@localhost</a:t>
            </a:r>
            <a:r>
              <a:rPr lang="fr-FR" sz="1991" b="1" kern="1200" dirty="0">
                <a:solidFill>
                  <a:prstClr val="black"/>
                </a:solidFill>
                <a:latin typeface="Calibri"/>
                <a:ea typeface="+mn-ea"/>
                <a:cs typeface="+mn-cs"/>
              </a:rPr>
              <a:t> ~]$</a:t>
            </a:r>
            <a:r>
              <a:rPr lang="fr-FR" sz="1991" b="1" kern="1200" dirty="0" err="1">
                <a:solidFill>
                  <a:prstClr val="black"/>
                </a:solidFill>
                <a:latin typeface="Calibri"/>
                <a:ea typeface="+mn-ea"/>
                <a:cs typeface="+mn-cs"/>
              </a:rPr>
              <a:t>ls</a:t>
            </a:r>
            <a:r>
              <a:rPr lang="fr-FR" sz="1991" b="1" kern="1200" dirty="0">
                <a:solidFill>
                  <a:prstClr val="black"/>
                </a:solidFill>
                <a:latin typeface="Calibri"/>
                <a:ea typeface="+mn-ea"/>
                <a:cs typeface="+mn-cs"/>
              </a:rPr>
              <a:t> repertoire1</a:t>
            </a:r>
          </a:p>
        </p:txBody>
      </p:sp>
      <p:sp>
        <p:nvSpPr>
          <p:cNvPr id="112" name="Multiplier 111"/>
          <p:cNvSpPr/>
          <p:nvPr/>
        </p:nvSpPr>
        <p:spPr>
          <a:xfrm>
            <a:off x="8455329" y="5347429"/>
            <a:ext cx="1991587" cy="1593270"/>
          </a:xfrm>
          <a:prstGeom prst="mathMultiply">
            <a:avLst/>
          </a:prstGeom>
          <a:gradFill rotWithShape="1">
            <a:gsLst>
              <a:gs pos="0">
                <a:srgbClr val="C0504D">
                  <a:shade val="51000"/>
                  <a:satMod val="130000"/>
                </a:srgbClr>
              </a:gs>
              <a:gs pos="80000">
                <a:srgbClr val="C0504D">
                  <a:shade val="93000"/>
                  <a:satMod val="130000"/>
                </a:srgbClr>
              </a:gs>
              <a:gs pos="100000">
                <a:srgbClr val="C0504D">
                  <a:shade val="94000"/>
                  <a:satMod val="135000"/>
                </a:srgbClr>
              </a:gs>
            </a:gsLst>
            <a:lin ang="16200000" scaled="0"/>
          </a:gradFill>
          <a:ln w="9525" cap="flat" cmpd="sng" algn="ctr">
            <a:solidFill>
              <a:srgbClr val="C0504D">
                <a:shade val="95000"/>
                <a:satMod val="105000"/>
              </a:srgbClr>
            </a:solidFill>
            <a:prstDash val="solid"/>
          </a:ln>
          <a:effectLst>
            <a:outerShdw blurRad="40000" dist="23000" dir="5400000" rotWithShape="0">
              <a:srgbClr val="000000">
                <a:alpha val="35000"/>
              </a:srgbClr>
            </a:outerShdw>
          </a:effectLst>
        </p:spPr>
        <p:txBody>
          <a:bodyPr rtlCol="0" anchor="ctr"/>
          <a:lstStyle/>
          <a:p>
            <a:pPr defTabSz="1011602" hangingPunct="1">
              <a:defRPr/>
            </a:pPr>
            <a:endParaRPr lang="fr-FR" sz="1991" kern="1200">
              <a:solidFill>
                <a:prstClr val="white"/>
              </a:solidFill>
              <a:latin typeface="Calibri"/>
              <a:ea typeface="+mn-ea"/>
              <a:cs typeface="+mn-cs"/>
            </a:endParaRPr>
          </a:p>
        </p:txBody>
      </p:sp>
      <p:sp>
        <p:nvSpPr>
          <p:cNvPr id="113" name="ZoneTexte 112"/>
          <p:cNvSpPr txBox="1"/>
          <p:nvPr/>
        </p:nvSpPr>
        <p:spPr>
          <a:xfrm>
            <a:off x="7260377" y="5894793"/>
            <a:ext cx="5295439" cy="378580"/>
          </a:xfrm>
          <a:prstGeom prst="rect">
            <a:avLst/>
          </a:prstGeom>
          <a:solidFill>
            <a:sysClr val="window" lastClr="FFFFFF"/>
          </a:solidFill>
        </p:spPr>
        <p:txBody>
          <a:bodyPr wrap="square" rtlCol="0">
            <a:spAutoFit/>
          </a:bodyPr>
          <a:lstStyle/>
          <a:p>
            <a:pPr algn="l" defTabSz="1011602" hangingPunct="1">
              <a:defRPr/>
            </a:pPr>
            <a:r>
              <a:rPr lang="fr-FR" sz="1770" b="1" kern="1200" dirty="0">
                <a:solidFill>
                  <a:srgbClr val="9BBB59"/>
                </a:solidFill>
                <a:latin typeface="Calibri"/>
                <a:ea typeface="+mn-ea"/>
                <a:cs typeface="+mn-cs"/>
              </a:rPr>
              <a:t>[</a:t>
            </a:r>
            <a:r>
              <a:rPr lang="fr-FR" sz="1770" b="1" kern="1200" dirty="0" err="1">
                <a:solidFill>
                  <a:srgbClr val="9BBB59"/>
                </a:solidFill>
                <a:latin typeface="Calibri"/>
                <a:ea typeface="+mn-ea"/>
                <a:cs typeface="+mn-cs"/>
              </a:rPr>
              <a:t>Mohamed@localhost</a:t>
            </a:r>
            <a:r>
              <a:rPr lang="fr-FR" sz="1770" b="1" kern="1200" dirty="0">
                <a:solidFill>
                  <a:srgbClr val="9BBB59"/>
                </a:solidFill>
                <a:latin typeface="Calibri"/>
                <a:ea typeface="+mn-ea"/>
                <a:cs typeface="+mn-cs"/>
              </a:rPr>
              <a:t> ~]$</a:t>
            </a:r>
            <a:r>
              <a:rPr lang="fr-FR" sz="1770" b="1" kern="1200" dirty="0" err="1">
                <a:solidFill>
                  <a:srgbClr val="9BBB59"/>
                </a:solidFill>
                <a:latin typeface="Calibri"/>
                <a:ea typeface="+mn-ea"/>
                <a:cs typeface="+mn-cs"/>
              </a:rPr>
              <a:t>ls</a:t>
            </a:r>
            <a:r>
              <a:rPr lang="fr-FR" sz="1770" b="1" kern="1200" dirty="0">
                <a:solidFill>
                  <a:srgbClr val="9BBB59"/>
                </a:solidFill>
                <a:latin typeface="Calibri"/>
                <a:ea typeface="+mn-ea"/>
                <a:cs typeface="+mn-cs"/>
              </a:rPr>
              <a:t> Documents/repertoire1</a:t>
            </a:r>
          </a:p>
        </p:txBody>
      </p:sp>
      <p:sp>
        <p:nvSpPr>
          <p:cNvPr id="114" name="ZoneTexte 113"/>
          <p:cNvSpPr txBox="1"/>
          <p:nvPr/>
        </p:nvSpPr>
        <p:spPr>
          <a:xfrm>
            <a:off x="7357199" y="5825410"/>
            <a:ext cx="4842313" cy="413856"/>
          </a:xfrm>
          <a:prstGeom prst="rect">
            <a:avLst/>
          </a:prstGeom>
          <a:solidFill>
            <a:sysClr val="window" lastClr="FFFFFF"/>
          </a:solidFill>
        </p:spPr>
        <p:txBody>
          <a:bodyPr wrap="square" rtlCol="0">
            <a:spAutoFit/>
          </a:bodyPr>
          <a:lstStyle/>
          <a:p>
            <a:pPr algn="l" defTabSz="1011602" hangingPunct="1">
              <a:defRPr/>
            </a:pPr>
            <a:r>
              <a:rPr lang="fr-FR" sz="1991" b="1" kern="1200" dirty="0">
                <a:solidFill>
                  <a:prstClr val="black"/>
                </a:solidFill>
                <a:latin typeface="Calibri"/>
                <a:ea typeface="+mn-ea"/>
                <a:cs typeface="+mn-cs"/>
              </a:rPr>
              <a:t>[</a:t>
            </a:r>
            <a:r>
              <a:rPr lang="fr-FR" sz="1991" b="1" kern="1200" dirty="0" err="1">
                <a:solidFill>
                  <a:prstClr val="black"/>
                </a:solidFill>
                <a:latin typeface="Calibri"/>
                <a:ea typeface="+mn-ea"/>
                <a:cs typeface="+mn-cs"/>
              </a:rPr>
              <a:t>Mohamed@localhost</a:t>
            </a:r>
            <a:r>
              <a:rPr lang="fr-FR" sz="1991" b="1" kern="1200" dirty="0">
                <a:solidFill>
                  <a:prstClr val="black"/>
                </a:solidFill>
                <a:latin typeface="Calibri"/>
                <a:ea typeface="+mn-ea"/>
                <a:cs typeface="+mn-cs"/>
              </a:rPr>
              <a:t> ~]$</a:t>
            </a:r>
            <a:r>
              <a:rPr lang="fr-FR" sz="1991" b="1" kern="1200" dirty="0" err="1">
                <a:solidFill>
                  <a:prstClr val="black"/>
                </a:solidFill>
                <a:latin typeface="Calibri"/>
                <a:ea typeface="+mn-ea"/>
                <a:cs typeface="+mn-cs"/>
              </a:rPr>
              <a:t>ls</a:t>
            </a:r>
            <a:r>
              <a:rPr lang="fr-FR" sz="1991" b="1" kern="1200" dirty="0">
                <a:solidFill>
                  <a:prstClr val="black"/>
                </a:solidFill>
                <a:latin typeface="Calibri"/>
                <a:ea typeface="+mn-ea"/>
                <a:cs typeface="+mn-cs"/>
              </a:rPr>
              <a:t> /bin/</a:t>
            </a:r>
            <a:r>
              <a:rPr lang="fr-FR" sz="1991" b="1" kern="1200" dirty="0" err="1">
                <a:solidFill>
                  <a:prstClr val="black"/>
                </a:solidFill>
                <a:latin typeface="Calibri"/>
                <a:ea typeface="+mn-ea"/>
                <a:cs typeface="+mn-cs"/>
              </a:rPr>
              <a:t>rep</a:t>
            </a:r>
            <a:endParaRPr lang="fr-FR" sz="1991" b="1" kern="1200" dirty="0">
              <a:solidFill>
                <a:prstClr val="black"/>
              </a:solidFill>
              <a:latin typeface="Calibri"/>
              <a:ea typeface="+mn-ea"/>
              <a:cs typeface="+mn-cs"/>
            </a:endParaRPr>
          </a:p>
        </p:txBody>
      </p:sp>
      <p:sp>
        <p:nvSpPr>
          <p:cNvPr id="115" name="ZoneTexte 114"/>
          <p:cNvSpPr txBox="1"/>
          <p:nvPr/>
        </p:nvSpPr>
        <p:spPr>
          <a:xfrm>
            <a:off x="7588307" y="6073676"/>
            <a:ext cx="4842313" cy="731869"/>
          </a:xfrm>
          <a:prstGeom prst="rect">
            <a:avLst/>
          </a:prstGeom>
          <a:solidFill>
            <a:sysClr val="window" lastClr="FFFFFF"/>
          </a:solidFill>
        </p:spPr>
        <p:txBody>
          <a:bodyPr wrap="square" rtlCol="0">
            <a:spAutoFit/>
          </a:bodyPr>
          <a:lstStyle/>
          <a:p>
            <a:pPr algn="l" defTabSz="1011602" hangingPunct="1">
              <a:defRPr/>
            </a:pPr>
            <a:r>
              <a:rPr lang="fr-FR" sz="1991" b="1" kern="1200" dirty="0">
                <a:solidFill>
                  <a:prstClr val="black"/>
                </a:solidFill>
                <a:latin typeface="Calibri"/>
                <a:ea typeface="+mn-ea"/>
                <a:cs typeface="+mn-cs"/>
              </a:rPr>
              <a:t>[</a:t>
            </a:r>
            <a:r>
              <a:rPr lang="fr-FR" sz="1991" b="1" kern="1200" dirty="0" err="1">
                <a:solidFill>
                  <a:prstClr val="black"/>
                </a:solidFill>
                <a:latin typeface="Calibri"/>
                <a:ea typeface="+mn-ea"/>
                <a:cs typeface="+mn-cs"/>
              </a:rPr>
              <a:t>Mohamed@localhost</a:t>
            </a:r>
            <a:r>
              <a:rPr lang="fr-FR" sz="1991" b="1" kern="1200" dirty="0">
                <a:solidFill>
                  <a:prstClr val="black"/>
                </a:solidFill>
                <a:latin typeface="Calibri"/>
                <a:ea typeface="+mn-ea"/>
                <a:cs typeface="+mn-cs"/>
              </a:rPr>
              <a:t> ~]$</a:t>
            </a:r>
            <a:r>
              <a:rPr lang="fr-FR" sz="1991" b="1" kern="1200" dirty="0" err="1">
                <a:solidFill>
                  <a:prstClr val="black"/>
                </a:solidFill>
                <a:latin typeface="Calibri"/>
                <a:ea typeface="+mn-ea"/>
                <a:cs typeface="+mn-cs"/>
              </a:rPr>
              <a:t>ls</a:t>
            </a:r>
            <a:r>
              <a:rPr lang="fr-FR" sz="1991" b="1" kern="1200" dirty="0">
                <a:solidFill>
                  <a:prstClr val="black"/>
                </a:solidFill>
                <a:latin typeface="Calibri"/>
                <a:ea typeface="+mn-ea"/>
                <a:cs typeface="+mn-cs"/>
              </a:rPr>
              <a:t> Documents</a:t>
            </a:r>
          </a:p>
          <a:p>
            <a:pPr algn="l" defTabSz="1011602" hangingPunct="1">
              <a:defRPr/>
            </a:pPr>
            <a:r>
              <a:rPr lang="fr-FR" sz="1991" b="1" kern="1200" dirty="0">
                <a:solidFill>
                  <a:prstClr val="black"/>
                </a:solidFill>
                <a:latin typeface="Calibri"/>
                <a:ea typeface="+mn-ea"/>
                <a:cs typeface="+mn-cs"/>
              </a:rPr>
              <a:t>repertoire1   repertoire2</a:t>
            </a:r>
          </a:p>
        </p:txBody>
      </p:sp>
    </p:spTree>
  </p:cSld>
  <p:clrMapOvr>
    <a:masterClrMapping/>
  </p:clrMapOvr>
  <p:transition spd="med"/>
  <p:timing>
    <p:tnLst>
      <p:par>
        <p:cTn id="1" dur="indefinite" restart="never" fill="hold"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4"/>
                                        </p:tgtEl>
                                        <p:attrNameLst>
                                          <p:attrName>style.visibility</p:attrName>
                                        </p:attrNameLst>
                                      </p:cBhvr>
                                      <p:to>
                                        <p:strVal val="visible"/>
                                      </p:to>
                                    </p:set>
                                    <p:animEffect transition="in" filter="fade">
                                      <p:cBhvr>
                                        <p:cTn id="7" dur="500"/>
                                        <p:tgtEl>
                                          <p:spTgt spid="10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05"/>
                                        </p:tgtEl>
                                        <p:attrNameLst>
                                          <p:attrName>style.visibility</p:attrName>
                                        </p:attrNameLst>
                                      </p:cBhvr>
                                      <p:to>
                                        <p:strVal val="visible"/>
                                      </p:to>
                                    </p:set>
                                    <p:animEffect transition="in" filter="wipe(left)">
                                      <p:cBhvr>
                                        <p:cTn id="12" dur="500"/>
                                        <p:tgtEl>
                                          <p:spTgt spid="10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06"/>
                                        </p:tgtEl>
                                        <p:attrNameLst>
                                          <p:attrName>style.visibility</p:attrName>
                                        </p:attrNameLst>
                                      </p:cBhvr>
                                      <p:to>
                                        <p:strVal val="visible"/>
                                      </p:to>
                                    </p:set>
                                    <p:animEffect transition="in" filter="wipe(up)">
                                      <p:cBhvr>
                                        <p:cTn id="17" dur="500"/>
                                        <p:tgtEl>
                                          <p:spTgt spid="10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07"/>
                                        </p:tgtEl>
                                        <p:attrNameLst>
                                          <p:attrName>style.visibility</p:attrName>
                                        </p:attrNameLst>
                                      </p:cBhvr>
                                      <p:to>
                                        <p:strVal val="visible"/>
                                      </p:to>
                                    </p:set>
                                    <p:animEffect transition="in" filter="wipe(left)">
                                      <p:cBhvr>
                                        <p:cTn id="22" dur="500"/>
                                        <p:tgtEl>
                                          <p:spTgt spid="107"/>
                                        </p:tgtEl>
                                      </p:cBhvr>
                                    </p:animEffect>
                                  </p:childTnLst>
                                </p:cTn>
                              </p:par>
                              <p:par>
                                <p:cTn id="23" presetID="1" presetClass="exit" presetSubtype="0" fill="hold" grpId="1" nodeType="withEffect">
                                  <p:stCondLst>
                                    <p:cond delay="0"/>
                                  </p:stCondLst>
                                  <p:childTnLst>
                                    <p:set>
                                      <p:cBhvr>
                                        <p:cTn id="24" dur="1" fill="hold">
                                          <p:stCondLst>
                                            <p:cond delay="0"/>
                                          </p:stCondLst>
                                        </p:cTn>
                                        <p:tgtEl>
                                          <p:spTgt spid="106"/>
                                        </p:tgtEl>
                                        <p:attrNameLst>
                                          <p:attrName>style.visibility</p:attrName>
                                        </p:attrNameLst>
                                      </p:cBhvr>
                                      <p:to>
                                        <p:strVal val="hidden"/>
                                      </p:to>
                                    </p:set>
                                  </p:childTnLst>
                                </p:cTn>
                              </p:par>
                            </p:childTnLst>
                          </p:cTn>
                        </p:par>
                      </p:childTnLst>
                    </p:cTn>
                  </p:par>
                  <p:par>
                    <p:cTn id="25" fill="hold">
                      <p:stCondLst>
                        <p:cond delay="indefinite"/>
                      </p:stCondLst>
                      <p:childTnLst>
                        <p:par>
                          <p:cTn id="26" fill="hold">
                            <p:stCondLst>
                              <p:cond delay="0"/>
                            </p:stCondLst>
                            <p:childTnLst>
                              <p:par>
                                <p:cTn id="27" presetID="22" presetClass="entr" presetSubtype="1" fill="hold" grpId="0" nodeType="clickEffect">
                                  <p:stCondLst>
                                    <p:cond delay="0"/>
                                  </p:stCondLst>
                                  <p:childTnLst>
                                    <p:set>
                                      <p:cBhvr>
                                        <p:cTn id="28" dur="1" fill="hold">
                                          <p:stCondLst>
                                            <p:cond delay="0"/>
                                          </p:stCondLst>
                                        </p:cTn>
                                        <p:tgtEl>
                                          <p:spTgt spid="109"/>
                                        </p:tgtEl>
                                        <p:attrNameLst>
                                          <p:attrName>style.visibility</p:attrName>
                                        </p:attrNameLst>
                                      </p:cBhvr>
                                      <p:to>
                                        <p:strVal val="visible"/>
                                      </p:to>
                                    </p:set>
                                    <p:animEffect transition="in" filter="wipe(up)">
                                      <p:cBhvr>
                                        <p:cTn id="29" dur="500"/>
                                        <p:tgtEl>
                                          <p:spTgt spid="109"/>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1" fill="hold" grpId="0" nodeType="clickEffect">
                                  <p:stCondLst>
                                    <p:cond delay="0"/>
                                  </p:stCondLst>
                                  <p:childTnLst>
                                    <p:set>
                                      <p:cBhvr>
                                        <p:cTn id="33" dur="1" fill="hold">
                                          <p:stCondLst>
                                            <p:cond delay="0"/>
                                          </p:stCondLst>
                                        </p:cTn>
                                        <p:tgtEl>
                                          <p:spTgt spid="111"/>
                                        </p:tgtEl>
                                        <p:attrNameLst>
                                          <p:attrName>style.visibility</p:attrName>
                                        </p:attrNameLst>
                                      </p:cBhvr>
                                      <p:to>
                                        <p:strVal val="visible"/>
                                      </p:to>
                                    </p:set>
                                    <p:animEffect transition="in" filter="wipe(up)">
                                      <p:cBhvr>
                                        <p:cTn id="34" dur="500"/>
                                        <p:tgtEl>
                                          <p:spTgt spid="111"/>
                                        </p:tgtEl>
                                      </p:cBhvr>
                                    </p:animEffect>
                                  </p:childTnLst>
                                </p:cTn>
                              </p:par>
                              <p:par>
                                <p:cTn id="35" presetID="1" presetClass="exit" presetSubtype="0" fill="hold" grpId="1" nodeType="withEffect">
                                  <p:stCondLst>
                                    <p:cond delay="0"/>
                                  </p:stCondLst>
                                  <p:childTnLst>
                                    <p:set>
                                      <p:cBhvr>
                                        <p:cTn id="36" dur="1" fill="hold">
                                          <p:stCondLst>
                                            <p:cond delay="0"/>
                                          </p:stCondLst>
                                        </p:cTn>
                                        <p:tgtEl>
                                          <p:spTgt spid="109"/>
                                        </p:tgtEl>
                                        <p:attrNameLst>
                                          <p:attrName>style.visibility</p:attrName>
                                        </p:attrNameLst>
                                      </p:cBhvr>
                                      <p:to>
                                        <p:strVal val="hidden"/>
                                      </p:to>
                                    </p:set>
                                  </p:childTnLst>
                                </p:cTn>
                              </p:par>
                            </p:childTnLst>
                          </p:cTn>
                        </p:par>
                      </p:childTnLst>
                    </p:cTn>
                  </p:par>
                  <p:par>
                    <p:cTn id="37" fill="hold">
                      <p:stCondLst>
                        <p:cond delay="indefinite"/>
                      </p:stCondLst>
                      <p:childTnLst>
                        <p:par>
                          <p:cTn id="38" fill="hold">
                            <p:stCondLst>
                              <p:cond delay="0"/>
                            </p:stCondLst>
                            <p:childTnLst>
                              <p:par>
                                <p:cTn id="39" presetID="3" presetClass="emph" presetSubtype="2" fill="hold" grpId="1" nodeType="clickEffect">
                                  <p:stCondLst>
                                    <p:cond delay="0"/>
                                  </p:stCondLst>
                                  <p:childTnLst>
                                    <p:animClr clrSpc="rgb" dir="cw">
                                      <p:cBhvr override="childStyle">
                                        <p:cTn id="40" dur="2000" fill="hold"/>
                                        <p:tgtEl>
                                          <p:spTgt spid="111"/>
                                        </p:tgtEl>
                                        <p:attrNameLst>
                                          <p:attrName>style.color</p:attrName>
                                        </p:attrNameLst>
                                      </p:cBhvr>
                                      <p:to>
                                        <a:srgbClr val="FF0000"/>
                                      </p:to>
                                    </p:animClr>
                                  </p:childTnLst>
                                </p:cTn>
                              </p:par>
                              <p:par>
                                <p:cTn id="41" presetID="53" presetClass="entr" presetSubtype="16" fill="hold" grpId="0" nodeType="withEffect">
                                  <p:stCondLst>
                                    <p:cond delay="0"/>
                                  </p:stCondLst>
                                  <p:childTnLst>
                                    <p:set>
                                      <p:cBhvr>
                                        <p:cTn id="42" dur="1" fill="hold">
                                          <p:stCondLst>
                                            <p:cond delay="0"/>
                                          </p:stCondLst>
                                        </p:cTn>
                                        <p:tgtEl>
                                          <p:spTgt spid="112"/>
                                        </p:tgtEl>
                                        <p:attrNameLst>
                                          <p:attrName>style.visibility</p:attrName>
                                        </p:attrNameLst>
                                      </p:cBhvr>
                                      <p:to>
                                        <p:strVal val="visible"/>
                                      </p:to>
                                    </p:set>
                                    <p:anim calcmode="lin" valueType="num">
                                      <p:cBhvr>
                                        <p:cTn id="43" dur="500" fill="hold"/>
                                        <p:tgtEl>
                                          <p:spTgt spid="112"/>
                                        </p:tgtEl>
                                        <p:attrNameLst>
                                          <p:attrName>ppt_w</p:attrName>
                                        </p:attrNameLst>
                                      </p:cBhvr>
                                      <p:tavLst>
                                        <p:tav tm="0">
                                          <p:val>
                                            <p:fltVal val="0"/>
                                          </p:val>
                                        </p:tav>
                                        <p:tav tm="100000">
                                          <p:val>
                                            <p:strVal val="#ppt_w"/>
                                          </p:val>
                                        </p:tav>
                                      </p:tavLst>
                                    </p:anim>
                                    <p:anim calcmode="lin" valueType="num">
                                      <p:cBhvr>
                                        <p:cTn id="44" dur="500" fill="hold"/>
                                        <p:tgtEl>
                                          <p:spTgt spid="112"/>
                                        </p:tgtEl>
                                        <p:attrNameLst>
                                          <p:attrName>ppt_h</p:attrName>
                                        </p:attrNameLst>
                                      </p:cBhvr>
                                      <p:tavLst>
                                        <p:tav tm="0">
                                          <p:val>
                                            <p:fltVal val="0"/>
                                          </p:val>
                                        </p:tav>
                                        <p:tav tm="100000">
                                          <p:val>
                                            <p:strVal val="#ppt_h"/>
                                          </p:val>
                                        </p:tav>
                                      </p:tavLst>
                                    </p:anim>
                                    <p:animEffect transition="in" filter="fade">
                                      <p:cBhvr>
                                        <p:cTn id="45" dur="500"/>
                                        <p:tgtEl>
                                          <p:spTgt spid="112"/>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1" fill="hold" grpId="0" nodeType="clickEffect">
                                  <p:stCondLst>
                                    <p:cond delay="0"/>
                                  </p:stCondLst>
                                  <p:childTnLst>
                                    <p:set>
                                      <p:cBhvr>
                                        <p:cTn id="49" dur="1" fill="hold">
                                          <p:stCondLst>
                                            <p:cond delay="0"/>
                                          </p:stCondLst>
                                        </p:cTn>
                                        <p:tgtEl>
                                          <p:spTgt spid="113"/>
                                        </p:tgtEl>
                                        <p:attrNameLst>
                                          <p:attrName>style.visibility</p:attrName>
                                        </p:attrNameLst>
                                      </p:cBhvr>
                                      <p:to>
                                        <p:strVal val="visible"/>
                                      </p:to>
                                    </p:set>
                                    <p:animEffect transition="in" filter="wipe(up)">
                                      <p:cBhvr>
                                        <p:cTn id="50" dur="500"/>
                                        <p:tgtEl>
                                          <p:spTgt spid="113"/>
                                        </p:tgtEl>
                                      </p:cBhvr>
                                    </p:animEffect>
                                  </p:childTnLst>
                                </p:cTn>
                              </p:par>
                              <p:par>
                                <p:cTn id="51" presetID="1" presetClass="exit" presetSubtype="0" fill="hold" grpId="1" nodeType="withEffect">
                                  <p:stCondLst>
                                    <p:cond delay="0"/>
                                  </p:stCondLst>
                                  <p:childTnLst>
                                    <p:set>
                                      <p:cBhvr>
                                        <p:cTn id="52" dur="1" fill="hold">
                                          <p:stCondLst>
                                            <p:cond delay="0"/>
                                          </p:stCondLst>
                                        </p:cTn>
                                        <p:tgtEl>
                                          <p:spTgt spid="112"/>
                                        </p:tgtEl>
                                        <p:attrNameLst>
                                          <p:attrName>style.visibility</p:attrName>
                                        </p:attrNameLst>
                                      </p:cBhvr>
                                      <p:to>
                                        <p:strVal val="hidden"/>
                                      </p:to>
                                    </p:set>
                                  </p:childTnLst>
                                </p:cTn>
                              </p:par>
                            </p:childTnLst>
                          </p:cTn>
                        </p:par>
                      </p:childTnLst>
                    </p:cTn>
                  </p:par>
                  <p:par>
                    <p:cTn id="53" fill="hold">
                      <p:stCondLst>
                        <p:cond delay="indefinite"/>
                      </p:stCondLst>
                      <p:childTnLst>
                        <p:par>
                          <p:cTn id="54" fill="hold">
                            <p:stCondLst>
                              <p:cond delay="0"/>
                            </p:stCondLst>
                            <p:childTnLst>
                              <p:par>
                                <p:cTn id="55" presetID="42" presetClass="entr" presetSubtype="0" fill="hold" nodeType="clickEffect">
                                  <p:stCondLst>
                                    <p:cond delay="0"/>
                                  </p:stCondLst>
                                  <p:childTnLst>
                                    <p:set>
                                      <p:cBhvr>
                                        <p:cTn id="56" dur="1" fill="hold">
                                          <p:stCondLst>
                                            <p:cond delay="0"/>
                                          </p:stCondLst>
                                        </p:cTn>
                                        <p:tgtEl>
                                          <p:spTgt spid="108"/>
                                        </p:tgtEl>
                                        <p:attrNameLst>
                                          <p:attrName>style.visibility</p:attrName>
                                        </p:attrNameLst>
                                      </p:cBhvr>
                                      <p:to>
                                        <p:strVal val="visible"/>
                                      </p:to>
                                    </p:set>
                                    <p:animEffect transition="in" filter="fade">
                                      <p:cBhvr>
                                        <p:cTn id="57" dur="1000"/>
                                        <p:tgtEl>
                                          <p:spTgt spid="108"/>
                                        </p:tgtEl>
                                      </p:cBhvr>
                                    </p:animEffect>
                                    <p:anim calcmode="lin" valueType="num">
                                      <p:cBhvr>
                                        <p:cTn id="58" dur="1000" fill="hold"/>
                                        <p:tgtEl>
                                          <p:spTgt spid="108"/>
                                        </p:tgtEl>
                                        <p:attrNameLst>
                                          <p:attrName>ppt_x</p:attrName>
                                        </p:attrNameLst>
                                      </p:cBhvr>
                                      <p:tavLst>
                                        <p:tav tm="0">
                                          <p:val>
                                            <p:strVal val="#ppt_x"/>
                                          </p:val>
                                        </p:tav>
                                        <p:tav tm="100000">
                                          <p:val>
                                            <p:strVal val="#ppt_x"/>
                                          </p:val>
                                        </p:tav>
                                      </p:tavLst>
                                    </p:anim>
                                    <p:anim calcmode="lin" valueType="num">
                                      <p:cBhvr>
                                        <p:cTn id="59" dur="1000" fill="hold"/>
                                        <p:tgtEl>
                                          <p:spTgt spid="108"/>
                                        </p:tgtEl>
                                        <p:attrNameLst>
                                          <p:attrName>ppt_y</p:attrName>
                                        </p:attrNameLst>
                                      </p:cBhvr>
                                      <p:tavLst>
                                        <p:tav tm="0">
                                          <p:val>
                                            <p:strVal val="#ppt_y+.1"/>
                                          </p:val>
                                        </p:tav>
                                        <p:tav tm="100000">
                                          <p:val>
                                            <p:strVal val="#ppt_y"/>
                                          </p:val>
                                        </p:tav>
                                      </p:tavLst>
                                    </p:anim>
                                  </p:childTnLst>
                                </p:cTn>
                              </p:par>
                              <p:par>
                                <p:cTn id="60" presetID="42" presetClass="entr" presetSubtype="0" fill="hold" grpId="0" nodeType="withEffect">
                                  <p:stCondLst>
                                    <p:cond delay="0"/>
                                  </p:stCondLst>
                                  <p:childTnLst>
                                    <p:set>
                                      <p:cBhvr>
                                        <p:cTn id="61" dur="1" fill="hold">
                                          <p:stCondLst>
                                            <p:cond delay="0"/>
                                          </p:stCondLst>
                                        </p:cTn>
                                        <p:tgtEl>
                                          <p:spTgt spid="110"/>
                                        </p:tgtEl>
                                        <p:attrNameLst>
                                          <p:attrName>style.visibility</p:attrName>
                                        </p:attrNameLst>
                                      </p:cBhvr>
                                      <p:to>
                                        <p:strVal val="visible"/>
                                      </p:to>
                                    </p:set>
                                    <p:animEffect transition="in" filter="fade">
                                      <p:cBhvr>
                                        <p:cTn id="62" dur="1000"/>
                                        <p:tgtEl>
                                          <p:spTgt spid="110"/>
                                        </p:tgtEl>
                                      </p:cBhvr>
                                    </p:animEffect>
                                    <p:anim calcmode="lin" valueType="num">
                                      <p:cBhvr>
                                        <p:cTn id="63" dur="1000" fill="hold"/>
                                        <p:tgtEl>
                                          <p:spTgt spid="110"/>
                                        </p:tgtEl>
                                        <p:attrNameLst>
                                          <p:attrName>ppt_x</p:attrName>
                                        </p:attrNameLst>
                                      </p:cBhvr>
                                      <p:tavLst>
                                        <p:tav tm="0">
                                          <p:val>
                                            <p:strVal val="#ppt_x"/>
                                          </p:val>
                                        </p:tav>
                                        <p:tav tm="100000">
                                          <p:val>
                                            <p:strVal val="#ppt_x"/>
                                          </p:val>
                                        </p:tav>
                                      </p:tavLst>
                                    </p:anim>
                                    <p:anim calcmode="lin" valueType="num">
                                      <p:cBhvr>
                                        <p:cTn id="64" dur="1000" fill="hold"/>
                                        <p:tgtEl>
                                          <p:spTgt spid="110"/>
                                        </p:tgtEl>
                                        <p:attrNameLst>
                                          <p:attrName>ppt_y</p:attrName>
                                        </p:attrNameLst>
                                      </p:cBhvr>
                                      <p:tavLst>
                                        <p:tav tm="0">
                                          <p:val>
                                            <p:strVal val="#ppt_y+.1"/>
                                          </p:val>
                                        </p:tav>
                                        <p:tav tm="100000">
                                          <p:val>
                                            <p:strVal val="#ppt_y"/>
                                          </p:val>
                                        </p:tav>
                                      </p:tavLst>
                                    </p:anim>
                                  </p:childTnLst>
                                </p:cTn>
                              </p:par>
                            </p:childTnLst>
                          </p:cTn>
                        </p:par>
                      </p:childTnLst>
                    </p:cTn>
                  </p:par>
                  <p:par>
                    <p:cTn id="65" fill="hold">
                      <p:stCondLst>
                        <p:cond delay="indefinite"/>
                      </p:stCondLst>
                      <p:childTnLst>
                        <p:par>
                          <p:cTn id="66" fill="hold">
                            <p:stCondLst>
                              <p:cond delay="0"/>
                            </p:stCondLst>
                            <p:childTnLst>
                              <p:par>
                                <p:cTn id="67" presetID="22" presetClass="entr" presetSubtype="1" fill="hold" grpId="0" nodeType="clickEffect">
                                  <p:stCondLst>
                                    <p:cond delay="0"/>
                                  </p:stCondLst>
                                  <p:childTnLst>
                                    <p:set>
                                      <p:cBhvr>
                                        <p:cTn id="68" dur="1" fill="hold">
                                          <p:stCondLst>
                                            <p:cond delay="0"/>
                                          </p:stCondLst>
                                        </p:cTn>
                                        <p:tgtEl>
                                          <p:spTgt spid="114"/>
                                        </p:tgtEl>
                                        <p:attrNameLst>
                                          <p:attrName>style.visibility</p:attrName>
                                        </p:attrNameLst>
                                      </p:cBhvr>
                                      <p:to>
                                        <p:strVal val="visible"/>
                                      </p:to>
                                    </p:set>
                                    <p:animEffect transition="in" filter="wipe(up)">
                                      <p:cBhvr>
                                        <p:cTn id="69" dur="500"/>
                                        <p:tgtEl>
                                          <p:spTgt spid="114"/>
                                        </p:tgtEl>
                                      </p:cBhvr>
                                    </p:animEffect>
                                  </p:childTnLst>
                                </p:cTn>
                              </p:par>
                            </p:childTnLst>
                          </p:cTn>
                        </p:par>
                      </p:childTnLst>
                    </p:cTn>
                  </p:par>
                  <p:par>
                    <p:cTn id="70" fill="hold">
                      <p:stCondLst>
                        <p:cond delay="indefinite"/>
                      </p:stCondLst>
                      <p:childTnLst>
                        <p:par>
                          <p:cTn id="71" fill="hold">
                            <p:stCondLst>
                              <p:cond delay="0"/>
                            </p:stCondLst>
                            <p:childTnLst>
                              <p:par>
                                <p:cTn id="72" presetID="22" presetClass="entr" presetSubtype="1" fill="hold" grpId="0" nodeType="clickEffect">
                                  <p:stCondLst>
                                    <p:cond delay="0"/>
                                  </p:stCondLst>
                                  <p:childTnLst>
                                    <p:set>
                                      <p:cBhvr>
                                        <p:cTn id="73" dur="1" fill="hold">
                                          <p:stCondLst>
                                            <p:cond delay="0"/>
                                          </p:stCondLst>
                                        </p:cTn>
                                        <p:tgtEl>
                                          <p:spTgt spid="115"/>
                                        </p:tgtEl>
                                        <p:attrNameLst>
                                          <p:attrName>style.visibility</p:attrName>
                                        </p:attrNameLst>
                                      </p:cBhvr>
                                      <p:to>
                                        <p:strVal val="visible"/>
                                      </p:to>
                                    </p:set>
                                    <p:animEffect transition="in" filter="wipe(up)">
                                      <p:cBhvr>
                                        <p:cTn id="74" dur="500"/>
                                        <p:tgtEl>
                                          <p:spTgt spid="115"/>
                                        </p:tgtEl>
                                      </p:cBhvr>
                                    </p:animEffect>
                                  </p:childTnLst>
                                </p:cTn>
                              </p:par>
                              <p:par>
                                <p:cTn id="75" presetID="1" presetClass="exit" presetSubtype="0" fill="hold" grpId="1" nodeType="withEffect">
                                  <p:stCondLst>
                                    <p:cond delay="0"/>
                                  </p:stCondLst>
                                  <p:childTnLst>
                                    <p:set>
                                      <p:cBhvr>
                                        <p:cTn id="76" dur="1" fill="hold">
                                          <p:stCondLst>
                                            <p:cond delay="0"/>
                                          </p:stCondLst>
                                        </p:cTn>
                                        <p:tgtEl>
                                          <p:spTgt spid="11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 grpId="0" animBg="1"/>
      <p:bldP spid="106" grpId="0" animBg="1"/>
      <p:bldP spid="106" grpId="1" animBg="1"/>
      <p:bldP spid="107" grpId="0" animBg="1"/>
      <p:bldP spid="109" grpId="0" animBg="1"/>
      <p:bldP spid="109" grpId="1" animBg="1"/>
      <p:bldP spid="110" grpId="0" animBg="1"/>
      <p:bldP spid="111" grpId="0" animBg="1"/>
      <p:bldP spid="111" grpId="1" animBg="1"/>
      <p:bldP spid="112" grpId="0" animBg="1"/>
      <p:bldP spid="112" grpId="1" animBg="1"/>
      <p:bldP spid="113" grpId="0" animBg="1"/>
      <p:bldP spid="114" grpId="0" animBg="1"/>
      <p:bldP spid="115" grpId="0" animBg="1"/>
      <p:bldP spid="115" grpId="1" animBg="1"/>
    </p:bldLst>
  </p:timing>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32" name="Manipulation des Fichiers &amp; Répertoires : FHS"/>
          <p:cNvSpPr txBox="1">
            <a:spLocks noGrp="1"/>
          </p:cNvSpPr>
          <p:nvPr>
            <p:ph type="title"/>
          </p:nvPr>
        </p:nvSpPr>
        <p:spPr>
          <a:prstGeom prst="rect">
            <a:avLst/>
          </a:prstGeom>
        </p:spPr>
        <p:txBody>
          <a:bodyPr/>
          <a:lstStyle>
            <a:lvl1pPr defTabSz="350520">
              <a:spcBef>
                <a:spcPts val="900"/>
              </a:spcBef>
              <a:defRPr sz="3840"/>
            </a:lvl1pPr>
          </a:lstStyle>
          <a:p>
            <a:r>
              <a:t>Manipulation des Fichiers &amp; Répertoires : Chemin relatif vs Chemin absolu </a:t>
            </a:r>
          </a:p>
        </p:txBody>
      </p:sp>
      <p:sp>
        <p:nvSpPr>
          <p:cNvPr id="733" name="Espace réservé du numéro de diapositive 1"/>
          <p:cNvSpPr txBox="1">
            <a:spLocks noGrp="1"/>
          </p:cNvSpPr>
          <p:nvPr>
            <p:ph type="sldNum" sz="quarter" idx="2"/>
          </p:nvPr>
        </p:nvSpPr>
        <p:spPr>
          <a:xfrm>
            <a:off x="7029966" y="10265453"/>
            <a:ext cx="362740" cy="412859"/>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36</a:t>
            </a:fld>
            <a:endParaRPr/>
          </a:p>
        </p:txBody>
      </p:sp>
      <p:sp>
        <p:nvSpPr>
          <p:cNvPr id="67" name="Rectangle à coins arrondis 66"/>
          <p:cNvSpPr/>
          <p:nvPr/>
        </p:nvSpPr>
        <p:spPr>
          <a:xfrm>
            <a:off x="6555775" y="3824867"/>
            <a:ext cx="1032454" cy="477981"/>
          </a:xfrm>
          <a:prstGeom prst="roundRect">
            <a:avLst/>
          </a:prstGeom>
          <a:gradFill rotWithShape="1">
            <a:gsLst>
              <a:gs pos="0">
                <a:srgbClr val="F79646">
                  <a:tint val="50000"/>
                  <a:satMod val="300000"/>
                </a:srgbClr>
              </a:gs>
              <a:gs pos="35000">
                <a:srgbClr val="F79646">
                  <a:tint val="37000"/>
                  <a:satMod val="300000"/>
                </a:srgbClr>
              </a:gs>
              <a:gs pos="100000">
                <a:srgbClr val="F79646">
                  <a:tint val="15000"/>
                  <a:satMod val="350000"/>
                </a:srgbClr>
              </a:gs>
            </a:gsLst>
            <a:lin ang="16200000" scaled="1"/>
          </a:gradFill>
          <a:ln w="9525" cap="flat" cmpd="sng" algn="ctr">
            <a:solidFill>
              <a:srgbClr val="F79646">
                <a:shade val="95000"/>
                <a:satMod val="105000"/>
              </a:srgbClr>
            </a:solidFill>
            <a:prstDash val="solid"/>
          </a:ln>
          <a:effectLst>
            <a:outerShdw blurRad="40000" dist="20000" dir="5400000" rotWithShape="0">
              <a:srgbClr val="000000">
                <a:alpha val="38000"/>
              </a:srgbClr>
            </a:outerShdw>
          </a:effectLst>
        </p:spPr>
        <p:txBody>
          <a:bodyPr rtlCol="0" anchor="ctr"/>
          <a:lstStyle/>
          <a:p>
            <a:pPr defTabSz="1011602" hangingPunct="1">
              <a:defRPr/>
            </a:pPr>
            <a:r>
              <a:rPr lang="fr-FR" sz="1991" kern="1200" dirty="0">
                <a:solidFill>
                  <a:prstClr val="black"/>
                </a:solidFill>
                <a:latin typeface="Calibri"/>
                <a:ea typeface="+mn-ea"/>
                <a:cs typeface="+mn-cs"/>
              </a:rPr>
              <a:t>/</a:t>
            </a:r>
            <a:endParaRPr lang="en-US" sz="1991" kern="1200" dirty="0">
              <a:solidFill>
                <a:prstClr val="black"/>
              </a:solidFill>
              <a:latin typeface="Calibri"/>
              <a:ea typeface="+mn-ea"/>
              <a:cs typeface="+mn-cs"/>
            </a:endParaRPr>
          </a:p>
        </p:txBody>
      </p:sp>
      <p:sp>
        <p:nvSpPr>
          <p:cNvPr id="68" name="Rectangle à coins arrondis 67"/>
          <p:cNvSpPr/>
          <p:nvPr/>
        </p:nvSpPr>
        <p:spPr>
          <a:xfrm>
            <a:off x="8228708" y="5099484"/>
            <a:ext cx="1194952" cy="398317"/>
          </a:xfrm>
          <a:prstGeom prst="roundRect">
            <a:avLst/>
          </a:prstGeom>
          <a:solidFill>
            <a:srgbClr val="4F81BD"/>
          </a:solidFill>
          <a:ln w="25400" cap="flat" cmpd="sng" algn="ctr">
            <a:solidFill>
              <a:srgbClr val="4F81BD">
                <a:shade val="50000"/>
              </a:srgbClr>
            </a:solidFill>
            <a:prstDash val="solid"/>
          </a:ln>
          <a:effectLst/>
        </p:spPr>
        <p:txBody>
          <a:bodyPr rtlCol="0" anchor="ctr"/>
          <a:lstStyle/>
          <a:p>
            <a:pPr defTabSz="1011602" hangingPunct="1">
              <a:defRPr/>
            </a:pPr>
            <a:r>
              <a:rPr lang="fr-FR" sz="1991" kern="1200" dirty="0">
                <a:solidFill>
                  <a:prstClr val="white"/>
                </a:solidFill>
                <a:latin typeface="Calibri"/>
                <a:ea typeface="+mn-ea"/>
                <a:cs typeface="+mn-cs"/>
              </a:rPr>
              <a:t>home</a:t>
            </a:r>
            <a:endParaRPr lang="en-US" sz="1991" kern="1200" dirty="0">
              <a:solidFill>
                <a:prstClr val="white"/>
              </a:solidFill>
              <a:latin typeface="Calibri"/>
              <a:ea typeface="+mn-ea"/>
              <a:cs typeface="+mn-cs"/>
            </a:endParaRPr>
          </a:p>
        </p:txBody>
      </p:sp>
      <p:sp>
        <p:nvSpPr>
          <p:cNvPr id="69" name="Rectangle à coins arrondis 68"/>
          <p:cNvSpPr/>
          <p:nvPr/>
        </p:nvSpPr>
        <p:spPr>
          <a:xfrm>
            <a:off x="10060968" y="5099484"/>
            <a:ext cx="1194952" cy="398317"/>
          </a:xfrm>
          <a:prstGeom prst="roundRect">
            <a:avLst/>
          </a:prstGeom>
          <a:solidFill>
            <a:srgbClr val="4F81BD"/>
          </a:solidFill>
          <a:ln w="25400" cap="flat" cmpd="sng" algn="ctr">
            <a:solidFill>
              <a:srgbClr val="4F81BD">
                <a:shade val="50000"/>
              </a:srgbClr>
            </a:solidFill>
            <a:prstDash val="solid"/>
          </a:ln>
          <a:effectLst/>
        </p:spPr>
        <p:txBody>
          <a:bodyPr rtlCol="0" anchor="ctr"/>
          <a:lstStyle/>
          <a:p>
            <a:pPr defTabSz="1011602" hangingPunct="1">
              <a:defRPr/>
            </a:pPr>
            <a:r>
              <a:rPr lang="fr-FR" sz="1991" kern="1200" dirty="0" err="1">
                <a:solidFill>
                  <a:prstClr val="white"/>
                </a:solidFill>
                <a:latin typeface="Calibri"/>
                <a:ea typeface="+mn-ea"/>
                <a:cs typeface="+mn-cs"/>
              </a:rPr>
              <a:t>mnt</a:t>
            </a:r>
            <a:endParaRPr lang="en-US" sz="1991" kern="1200" dirty="0">
              <a:solidFill>
                <a:prstClr val="white"/>
              </a:solidFill>
              <a:latin typeface="Calibri"/>
              <a:ea typeface="+mn-ea"/>
              <a:cs typeface="+mn-cs"/>
            </a:endParaRPr>
          </a:p>
        </p:txBody>
      </p:sp>
      <p:sp>
        <p:nvSpPr>
          <p:cNvPr id="70" name="Rectangle à coins arrondis 69"/>
          <p:cNvSpPr/>
          <p:nvPr/>
        </p:nvSpPr>
        <p:spPr>
          <a:xfrm>
            <a:off x="6316784" y="5099484"/>
            <a:ext cx="1194952" cy="398317"/>
          </a:xfrm>
          <a:prstGeom prst="roundRect">
            <a:avLst/>
          </a:prstGeom>
          <a:solidFill>
            <a:srgbClr val="4F81BD"/>
          </a:solidFill>
          <a:ln w="25400" cap="flat" cmpd="sng" algn="ctr">
            <a:solidFill>
              <a:srgbClr val="4F81BD">
                <a:shade val="50000"/>
              </a:srgbClr>
            </a:solidFill>
            <a:prstDash val="solid"/>
          </a:ln>
          <a:effectLst/>
        </p:spPr>
        <p:txBody>
          <a:bodyPr rtlCol="0" anchor="ctr"/>
          <a:lstStyle/>
          <a:p>
            <a:pPr defTabSz="1011602" hangingPunct="1">
              <a:defRPr/>
            </a:pPr>
            <a:r>
              <a:rPr lang="fr-FR" sz="1991" kern="1200" dirty="0" err="1">
                <a:solidFill>
                  <a:prstClr val="white"/>
                </a:solidFill>
                <a:latin typeface="Calibri"/>
                <a:ea typeface="+mn-ea"/>
                <a:cs typeface="+mn-cs"/>
              </a:rPr>
              <a:t>etc</a:t>
            </a:r>
            <a:endParaRPr lang="en-US" sz="1991" kern="1200" dirty="0">
              <a:solidFill>
                <a:prstClr val="white"/>
              </a:solidFill>
              <a:latin typeface="Calibri"/>
              <a:ea typeface="+mn-ea"/>
              <a:cs typeface="+mn-cs"/>
            </a:endParaRPr>
          </a:p>
        </p:txBody>
      </p:sp>
      <p:sp>
        <p:nvSpPr>
          <p:cNvPr id="71" name="Rectangle à coins arrondis 70"/>
          <p:cNvSpPr/>
          <p:nvPr/>
        </p:nvSpPr>
        <p:spPr>
          <a:xfrm>
            <a:off x="3130244" y="5099484"/>
            <a:ext cx="1194952" cy="398317"/>
          </a:xfrm>
          <a:prstGeom prst="roundRect">
            <a:avLst/>
          </a:prstGeom>
          <a:solidFill>
            <a:srgbClr val="4F81BD"/>
          </a:solidFill>
          <a:ln w="25400" cap="flat" cmpd="sng" algn="ctr">
            <a:solidFill>
              <a:srgbClr val="4F81BD">
                <a:shade val="50000"/>
              </a:srgbClr>
            </a:solidFill>
            <a:prstDash val="solid"/>
          </a:ln>
          <a:effectLst/>
        </p:spPr>
        <p:txBody>
          <a:bodyPr rtlCol="0" anchor="ctr"/>
          <a:lstStyle/>
          <a:p>
            <a:pPr defTabSz="1011602" hangingPunct="1">
              <a:defRPr/>
            </a:pPr>
            <a:r>
              <a:rPr lang="fr-FR" sz="1991" kern="1200" dirty="0">
                <a:solidFill>
                  <a:prstClr val="white"/>
                </a:solidFill>
                <a:latin typeface="Calibri"/>
                <a:ea typeface="+mn-ea"/>
                <a:cs typeface="+mn-cs"/>
              </a:rPr>
              <a:t>bin</a:t>
            </a:r>
            <a:endParaRPr lang="en-US" sz="1991" kern="1200" dirty="0">
              <a:solidFill>
                <a:prstClr val="white"/>
              </a:solidFill>
              <a:latin typeface="Calibri"/>
              <a:ea typeface="+mn-ea"/>
              <a:cs typeface="+mn-cs"/>
            </a:endParaRPr>
          </a:p>
        </p:txBody>
      </p:sp>
      <p:cxnSp>
        <p:nvCxnSpPr>
          <p:cNvPr id="72" name="Connecteur droit 71"/>
          <p:cNvCxnSpPr/>
          <p:nvPr/>
        </p:nvCxnSpPr>
        <p:spPr>
          <a:xfrm>
            <a:off x="4404859" y="5298642"/>
            <a:ext cx="1832260" cy="0"/>
          </a:xfrm>
          <a:prstGeom prst="line">
            <a:avLst/>
          </a:prstGeom>
          <a:noFill/>
          <a:ln w="25400" cap="flat" cmpd="sng" algn="ctr">
            <a:solidFill>
              <a:srgbClr val="4F81BD"/>
            </a:solidFill>
            <a:prstDash val="sysDot"/>
          </a:ln>
          <a:effectLst>
            <a:outerShdw blurRad="40000" dist="20000" dir="5400000" rotWithShape="0">
              <a:srgbClr val="000000">
                <a:alpha val="38000"/>
              </a:srgbClr>
            </a:outerShdw>
          </a:effectLst>
        </p:spPr>
      </p:cxnSp>
      <p:cxnSp>
        <p:nvCxnSpPr>
          <p:cNvPr id="73" name="Connecteur droit 72"/>
          <p:cNvCxnSpPr>
            <a:stCxn id="67" idx="2"/>
            <a:endCxn id="71" idx="0"/>
          </p:cNvCxnSpPr>
          <p:nvPr/>
        </p:nvCxnSpPr>
        <p:spPr>
          <a:xfrm flipH="1">
            <a:off x="3727721" y="4302849"/>
            <a:ext cx="3344281" cy="796634"/>
          </a:xfrm>
          <a:prstGeom prst="line">
            <a:avLst/>
          </a:prstGeom>
          <a:noFill/>
          <a:ln w="9525" cap="flat" cmpd="sng" algn="ctr">
            <a:solidFill>
              <a:srgbClr val="4F81BD">
                <a:shade val="95000"/>
                <a:satMod val="105000"/>
              </a:srgbClr>
            </a:solidFill>
            <a:prstDash val="solid"/>
          </a:ln>
          <a:effectLst/>
        </p:spPr>
      </p:cxnSp>
      <p:cxnSp>
        <p:nvCxnSpPr>
          <p:cNvPr id="74" name="Connecteur droit 73"/>
          <p:cNvCxnSpPr>
            <a:stCxn id="67" idx="2"/>
            <a:endCxn id="70" idx="0"/>
          </p:cNvCxnSpPr>
          <p:nvPr/>
        </p:nvCxnSpPr>
        <p:spPr>
          <a:xfrm flipH="1">
            <a:off x="6914260" y="4302849"/>
            <a:ext cx="157741" cy="796634"/>
          </a:xfrm>
          <a:prstGeom prst="line">
            <a:avLst/>
          </a:prstGeom>
          <a:noFill/>
          <a:ln w="9525" cap="flat" cmpd="sng" algn="ctr">
            <a:solidFill>
              <a:srgbClr val="4F81BD">
                <a:shade val="95000"/>
                <a:satMod val="105000"/>
              </a:srgbClr>
            </a:solidFill>
            <a:prstDash val="solid"/>
          </a:ln>
          <a:effectLst/>
        </p:spPr>
      </p:cxnSp>
      <p:cxnSp>
        <p:nvCxnSpPr>
          <p:cNvPr id="75" name="Connecteur droit 74"/>
          <p:cNvCxnSpPr>
            <a:stCxn id="67" idx="2"/>
            <a:endCxn id="68" idx="0"/>
          </p:cNvCxnSpPr>
          <p:nvPr/>
        </p:nvCxnSpPr>
        <p:spPr>
          <a:xfrm>
            <a:off x="7072002" y="4302849"/>
            <a:ext cx="1754182" cy="796634"/>
          </a:xfrm>
          <a:prstGeom prst="line">
            <a:avLst/>
          </a:prstGeom>
          <a:noFill/>
          <a:ln w="9525" cap="flat" cmpd="sng" algn="ctr">
            <a:solidFill>
              <a:srgbClr val="4F81BD">
                <a:shade val="95000"/>
                <a:satMod val="105000"/>
              </a:srgbClr>
            </a:solidFill>
            <a:prstDash val="solid"/>
          </a:ln>
          <a:effectLst/>
        </p:spPr>
      </p:cxnSp>
      <p:cxnSp>
        <p:nvCxnSpPr>
          <p:cNvPr id="76" name="Connecteur droit 75"/>
          <p:cNvCxnSpPr>
            <a:stCxn id="67" idx="2"/>
            <a:endCxn id="69" idx="0"/>
          </p:cNvCxnSpPr>
          <p:nvPr/>
        </p:nvCxnSpPr>
        <p:spPr>
          <a:xfrm>
            <a:off x="7072002" y="4302849"/>
            <a:ext cx="3586442" cy="796634"/>
          </a:xfrm>
          <a:prstGeom prst="line">
            <a:avLst/>
          </a:prstGeom>
          <a:noFill/>
          <a:ln w="9525" cap="flat" cmpd="sng" algn="ctr">
            <a:solidFill>
              <a:srgbClr val="4F81BD">
                <a:shade val="95000"/>
                <a:satMod val="105000"/>
              </a:srgbClr>
            </a:solidFill>
            <a:prstDash val="solid"/>
          </a:ln>
          <a:effectLst/>
        </p:spPr>
      </p:cxnSp>
      <p:sp>
        <p:nvSpPr>
          <p:cNvPr id="77" name="Rectangle à coins arrondis 76"/>
          <p:cNvSpPr/>
          <p:nvPr/>
        </p:nvSpPr>
        <p:spPr>
          <a:xfrm>
            <a:off x="5759140" y="6135109"/>
            <a:ext cx="1504331" cy="398317"/>
          </a:xfrm>
          <a:prstGeom prst="roundRect">
            <a:avLst/>
          </a:prstGeom>
          <a:solidFill>
            <a:srgbClr val="4F81BD"/>
          </a:solidFill>
          <a:ln w="25400" cap="flat" cmpd="sng" algn="ctr">
            <a:solidFill>
              <a:srgbClr val="4F81BD">
                <a:shade val="50000"/>
              </a:srgbClr>
            </a:solidFill>
            <a:prstDash val="solid"/>
          </a:ln>
          <a:effectLst/>
        </p:spPr>
        <p:txBody>
          <a:bodyPr rtlCol="0" anchor="ctr"/>
          <a:lstStyle/>
          <a:p>
            <a:pPr defTabSz="1011602" hangingPunct="1">
              <a:defRPr/>
            </a:pPr>
            <a:r>
              <a:rPr lang="en-US" sz="1991" kern="1200" dirty="0">
                <a:solidFill>
                  <a:prstClr val="white"/>
                </a:solidFill>
                <a:latin typeface="Calibri"/>
                <a:ea typeface="+mn-ea"/>
                <a:cs typeface="+mn-cs"/>
              </a:rPr>
              <a:t>Mohamed</a:t>
            </a:r>
          </a:p>
        </p:txBody>
      </p:sp>
      <p:sp>
        <p:nvSpPr>
          <p:cNvPr id="78" name="Rectangle à coins arrondis 77"/>
          <p:cNvSpPr/>
          <p:nvPr/>
        </p:nvSpPr>
        <p:spPr>
          <a:xfrm>
            <a:off x="7919329" y="6135109"/>
            <a:ext cx="1504331" cy="398317"/>
          </a:xfrm>
          <a:prstGeom prst="roundRect">
            <a:avLst/>
          </a:prstGeom>
          <a:solidFill>
            <a:srgbClr val="4F81BD"/>
          </a:solidFill>
          <a:ln w="25400" cap="flat" cmpd="sng" algn="ctr">
            <a:solidFill>
              <a:srgbClr val="4F81BD">
                <a:shade val="50000"/>
              </a:srgbClr>
            </a:solidFill>
            <a:prstDash val="solid"/>
          </a:ln>
          <a:effectLst/>
        </p:spPr>
        <p:txBody>
          <a:bodyPr rtlCol="0" anchor="ctr"/>
          <a:lstStyle/>
          <a:p>
            <a:pPr defTabSz="1011602" hangingPunct="1">
              <a:defRPr/>
            </a:pPr>
            <a:r>
              <a:rPr lang="fr-FR" sz="1991" kern="1200" dirty="0">
                <a:solidFill>
                  <a:prstClr val="white"/>
                </a:solidFill>
                <a:latin typeface="Calibri"/>
                <a:ea typeface="+mn-ea"/>
                <a:cs typeface="+mn-cs"/>
              </a:rPr>
              <a:t>Salah</a:t>
            </a:r>
            <a:endParaRPr lang="en-US" sz="1991" kern="1200" dirty="0">
              <a:solidFill>
                <a:prstClr val="white"/>
              </a:solidFill>
              <a:latin typeface="Calibri"/>
              <a:ea typeface="+mn-ea"/>
              <a:cs typeface="+mn-cs"/>
            </a:endParaRPr>
          </a:p>
        </p:txBody>
      </p:sp>
      <p:sp>
        <p:nvSpPr>
          <p:cNvPr id="79" name="Rectangle à coins arrondis 78"/>
          <p:cNvSpPr/>
          <p:nvPr/>
        </p:nvSpPr>
        <p:spPr>
          <a:xfrm>
            <a:off x="9990579" y="6135109"/>
            <a:ext cx="1504331" cy="398317"/>
          </a:xfrm>
          <a:prstGeom prst="roundRect">
            <a:avLst/>
          </a:prstGeom>
          <a:solidFill>
            <a:srgbClr val="4F81BD"/>
          </a:solidFill>
          <a:ln w="25400" cap="flat" cmpd="sng" algn="ctr">
            <a:solidFill>
              <a:srgbClr val="4F81BD">
                <a:shade val="50000"/>
              </a:srgbClr>
            </a:solidFill>
            <a:prstDash val="solid"/>
          </a:ln>
          <a:effectLst/>
        </p:spPr>
        <p:txBody>
          <a:bodyPr rtlCol="0" anchor="ctr"/>
          <a:lstStyle/>
          <a:p>
            <a:pPr defTabSz="1011602" hangingPunct="1">
              <a:defRPr/>
            </a:pPr>
            <a:r>
              <a:rPr lang="fr-FR" sz="1991" kern="1200" dirty="0">
                <a:solidFill>
                  <a:prstClr val="white"/>
                </a:solidFill>
                <a:latin typeface="Calibri"/>
                <a:ea typeface="+mn-ea"/>
                <a:cs typeface="+mn-cs"/>
              </a:rPr>
              <a:t>Ali</a:t>
            </a:r>
            <a:endParaRPr lang="en-US" sz="1991" kern="1200" dirty="0">
              <a:solidFill>
                <a:prstClr val="white"/>
              </a:solidFill>
              <a:latin typeface="Calibri"/>
              <a:ea typeface="+mn-ea"/>
              <a:cs typeface="+mn-cs"/>
            </a:endParaRPr>
          </a:p>
        </p:txBody>
      </p:sp>
      <p:cxnSp>
        <p:nvCxnSpPr>
          <p:cNvPr id="80" name="Connecteur droit 79"/>
          <p:cNvCxnSpPr>
            <a:stCxn id="68" idx="2"/>
            <a:endCxn id="77" idx="0"/>
          </p:cNvCxnSpPr>
          <p:nvPr/>
        </p:nvCxnSpPr>
        <p:spPr>
          <a:xfrm flipH="1">
            <a:off x="6511305" y="5497801"/>
            <a:ext cx="2314879" cy="637308"/>
          </a:xfrm>
          <a:prstGeom prst="line">
            <a:avLst/>
          </a:prstGeom>
          <a:noFill/>
          <a:ln w="9525" cap="flat" cmpd="sng" algn="ctr">
            <a:solidFill>
              <a:srgbClr val="4F81BD">
                <a:shade val="95000"/>
                <a:satMod val="105000"/>
              </a:srgbClr>
            </a:solidFill>
            <a:prstDash val="solid"/>
          </a:ln>
          <a:effectLst/>
        </p:spPr>
      </p:cxnSp>
      <p:cxnSp>
        <p:nvCxnSpPr>
          <p:cNvPr id="81" name="Connecteur droit 80"/>
          <p:cNvCxnSpPr>
            <a:stCxn id="68" idx="2"/>
            <a:endCxn id="78" idx="0"/>
          </p:cNvCxnSpPr>
          <p:nvPr/>
        </p:nvCxnSpPr>
        <p:spPr>
          <a:xfrm flipH="1">
            <a:off x="8671494" y="5497801"/>
            <a:ext cx="154689" cy="637308"/>
          </a:xfrm>
          <a:prstGeom prst="line">
            <a:avLst/>
          </a:prstGeom>
          <a:noFill/>
          <a:ln w="9525" cap="flat" cmpd="sng" algn="ctr">
            <a:solidFill>
              <a:srgbClr val="4F81BD">
                <a:shade val="95000"/>
                <a:satMod val="105000"/>
              </a:srgbClr>
            </a:solidFill>
            <a:prstDash val="solid"/>
          </a:ln>
          <a:effectLst/>
        </p:spPr>
      </p:cxnSp>
      <p:cxnSp>
        <p:nvCxnSpPr>
          <p:cNvPr id="82" name="Connecteur droit 81"/>
          <p:cNvCxnSpPr>
            <a:stCxn id="68" idx="2"/>
            <a:endCxn id="79" idx="0"/>
          </p:cNvCxnSpPr>
          <p:nvPr/>
        </p:nvCxnSpPr>
        <p:spPr>
          <a:xfrm>
            <a:off x="8826183" y="5497801"/>
            <a:ext cx="1916561" cy="637308"/>
          </a:xfrm>
          <a:prstGeom prst="line">
            <a:avLst/>
          </a:prstGeom>
          <a:noFill/>
          <a:ln w="9525" cap="flat" cmpd="sng" algn="ctr">
            <a:solidFill>
              <a:srgbClr val="4F81BD">
                <a:shade val="95000"/>
                <a:satMod val="105000"/>
              </a:srgbClr>
            </a:solidFill>
            <a:prstDash val="solid"/>
          </a:ln>
          <a:effectLst/>
        </p:spPr>
      </p:cxnSp>
      <p:sp>
        <p:nvSpPr>
          <p:cNvPr id="83" name="Rectangle à coins arrondis 82"/>
          <p:cNvSpPr/>
          <p:nvPr/>
        </p:nvSpPr>
        <p:spPr>
          <a:xfrm>
            <a:off x="4239339" y="7091071"/>
            <a:ext cx="1194952" cy="398317"/>
          </a:xfrm>
          <a:prstGeom prst="roundRect">
            <a:avLst/>
          </a:prstGeom>
          <a:solidFill>
            <a:srgbClr val="4F81BD"/>
          </a:solidFill>
          <a:ln w="25400" cap="flat" cmpd="sng" algn="ctr">
            <a:solidFill>
              <a:srgbClr val="4F81BD">
                <a:shade val="50000"/>
              </a:srgbClr>
            </a:solidFill>
            <a:prstDash val="solid"/>
          </a:ln>
          <a:effectLst/>
        </p:spPr>
        <p:txBody>
          <a:bodyPr rtlCol="0" anchor="ctr"/>
          <a:lstStyle/>
          <a:p>
            <a:pPr defTabSz="1011602" hangingPunct="1">
              <a:defRPr/>
            </a:pPr>
            <a:r>
              <a:rPr lang="en-US" sz="1991" kern="1200" dirty="0">
                <a:solidFill>
                  <a:prstClr val="white"/>
                </a:solidFill>
                <a:latin typeface="Calibri"/>
                <a:ea typeface="+mn-ea"/>
                <a:cs typeface="+mn-cs"/>
              </a:rPr>
              <a:t>Desktop</a:t>
            </a:r>
          </a:p>
        </p:txBody>
      </p:sp>
      <p:sp>
        <p:nvSpPr>
          <p:cNvPr id="84" name="Rectangle à coins arrondis 83"/>
          <p:cNvSpPr/>
          <p:nvPr/>
        </p:nvSpPr>
        <p:spPr>
          <a:xfrm>
            <a:off x="5679476" y="7091071"/>
            <a:ext cx="1583994" cy="398317"/>
          </a:xfrm>
          <a:prstGeom prst="roundRect">
            <a:avLst/>
          </a:prstGeom>
          <a:solidFill>
            <a:srgbClr val="4F81BD"/>
          </a:solidFill>
          <a:ln w="25400" cap="flat" cmpd="sng" algn="ctr">
            <a:solidFill>
              <a:srgbClr val="4F81BD">
                <a:shade val="50000"/>
              </a:srgbClr>
            </a:solidFill>
            <a:prstDash val="solid"/>
          </a:ln>
          <a:effectLst/>
        </p:spPr>
        <p:txBody>
          <a:bodyPr rtlCol="0" anchor="ctr"/>
          <a:lstStyle/>
          <a:p>
            <a:pPr defTabSz="1011602" hangingPunct="1">
              <a:defRPr/>
            </a:pPr>
            <a:r>
              <a:rPr lang="en-US" sz="1991" kern="1200" dirty="0">
                <a:solidFill>
                  <a:prstClr val="white"/>
                </a:solidFill>
                <a:latin typeface="Calibri"/>
                <a:ea typeface="+mn-ea"/>
                <a:cs typeface="+mn-cs"/>
              </a:rPr>
              <a:t>Documents</a:t>
            </a:r>
          </a:p>
        </p:txBody>
      </p:sp>
      <p:sp>
        <p:nvSpPr>
          <p:cNvPr id="85" name="Rectangle à coins arrondis 84"/>
          <p:cNvSpPr/>
          <p:nvPr/>
        </p:nvSpPr>
        <p:spPr>
          <a:xfrm>
            <a:off x="7511736" y="7091071"/>
            <a:ext cx="1433943" cy="398317"/>
          </a:xfrm>
          <a:prstGeom prst="roundRect">
            <a:avLst/>
          </a:prstGeom>
          <a:solidFill>
            <a:srgbClr val="4F81BD"/>
          </a:solidFill>
          <a:ln w="25400" cap="flat" cmpd="sng" algn="ctr">
            <a:solidFill>
              <a:srgbClr val="4F81BD">
                <a:shade val="50000"/>
              </a:srgbClr>
            </a:solidFill>
            <a:prstDash val="solid"/>
          </a:ln>
          <a:effectLst/>
        </p:spPr>
        <p:txBody>
          <a:bodyPr rtlCol="0" anchor="ctr"/>
          <a:lstStyle/>
          <a:p>
            <a:pPr defTabSz="1011602" hangingPunct="1">
              <a:defRPr/>
            </a:pPr>
            <a:r>
              <a:rPr lang="en-US" sz="1991" kern="1200" dirty="0">
                <a:solidFill>
                  <a:prstClr val="white"/>
                </a:solidFill>
                <a:latin typeface="Calibri"/>
                <a:ea typeface="+mn-ea"/>
                <a:cs typeface="+mn-cs"/>
              </a:rPr>
              <a:t>Downloads</a:t>
            </a:r>
          </a:p>
        </p:txBody>
      </p:sp>
      <p:cxnSp>
        <p:nvCxnSpPr>
          <p:cNvPr id="86" name="Connecteur droit 85"/>
          <p:cNvCxnSpPr/>
          <p:nvPr/>
        </p:nvCxnSpPr>
        <p:spPr>
          <a:xfrm>
            <a:off x="9025342" y="7330061"/>
            <a:ext cx="1832260" cy="0"/>
          </a:xfrm>
          <a:prstGeom prst="line">
            <a:avLst/>
          </a:prstGeom>
          <a:noFill/>
          <a:ln w="25400" cap="flat" cmpd="sng" algn="ctr">
            <a:solidFill>
              <a:srgbClr val="4F81BD"/>
            </a:solidFill>
            <a:prstDash val="sysDot"/>
          </a:ln>
          <a:effectLst>
            <a:outerShdw blurRad="40000" dist="20000" dir="5400000" rotWithShape="0">
              <a:srgbClr val="000000">
                <a:alpha val="38000"/>
              </a:srgbClr>
            </a:outerShdw>
          </a:effectLst>
        </p:spPr>
      </p:cxnSp>
      <p:sp>
        <p:nvSpPr>
          <p:cNvPr id="87" name="Rectangle à coins arrondis 86"/>
          <p:cNvSpPr/>
          <p:nvPr/>
        </p:nvSpPr>
        <p:spPr>
          <a:xfrm>
            <a:off x="10937266" y="7091071"/>
            <a:ext cx="1194952" cy="398317"/>
          </a:xfrm>
          <a:prstGeom prst="roundRect">
            <a:avLst/>
          </a:prstGeom>
          <a:solidFill>
            <a:srgbClr val="4F81BD"/>
          </a:solidFill>
          <a:ln w="25400" cap="flat" cmpd="sng" algn="ctr">
            <a:solidFill>
              <a:srgbClr val="4F81BD">
                <a:shade val="50000"/>
              </a:srgbClr>
            </a:solidFill>
            <a:prstDash val="solid"/>
          </a:ln>
          <a:effectLst/>
        </p:spPr>
        <p:txBody>
          <a:bodyPr rtlCol="0" anchor="ctr"/>
          <a:lstStyle/>
          <a:p>
            <a:pPr defTabSz="1011602" hangingPunct="1">
              <a:defRPr/>
            </a:pPr>
            <a:r>
              <a:rPr lang="en-US" sz="1991" kern="1200" dirty="0">
                <a:solidFill>
                  <a:prstClr val="white"/>
                </a:solidFill>
                <a:latin typeface="Calibri"/>
                <a:ea typeface="+mn-ea"/>
                <a:cs typeface="+mn-cs"/>
              </a:rPr>
              <a:t>Photos</a:t>
            </a:r>
          </a:p>
        </p:txBody>
      </p:sp>
      <p:cxnSp>
        <p:nvCxnSpPr>
          <p:cNvPr id="88" name="Connecteur droit 87"/>
          <p:cNvCxnSpPr>
            <a:stCxn id="77" idx="2"/>
            <a:endCxn id="83" idx="0"/>
          </p:cNvCxnSpPr>
          <p:nvPr/>
        </p:nvCxnSpPr>
        <p:spPr>
          <a:xfrm flipH="1">
            <a:off x="4836814" y="6533426"/>
            <a:ext cx="1674491" cy="557645"/>
          </a:xfrm>
          <a:prstGeom prst="line">
            <a:avLst/>
          </a:prstGeom>
          <a:noFill/>
          <a:ln w="9525" cap="flat" cmpd="sng" algn="ctr">
            <a:solidFill>
              <a:srgbClr val="4F81BD">
                <a:shade val="95000"/>
                <a:satMod val="105000"/>
              </a:srgbClr>
            </a:solidFill>
            <a:prstDash val="solid"/>
          </a:ln>
          <a:effectLst/>
        </p:spPr>
      </p:cxnSp>
      <p:cxnSp>
        <p:nvCxnSpPr>
          <p:cNvPr id="89" name="Connecteur droit 88"/>
          <p:cNvCxnSpPr>
            <a:stCxn id="77" idx="2"/>
            <a:endCxn id="84" idx="0"/>
          </p:cNvCxnSpPr>
          <p:nvPr/>
        </p:nvCxnSpPr>
        <p:spPr>
          <a:xfrm flipH="1">
            <a:off x="6471473" y="6533426"/>
            <a:ext cx="39832" cy="557645"/>
          </a:xfrm>
          <a:prstGeom prst="line">
            <a:avLst/>
          </a:prstGeom>
          <a:noFill/>
          <a:ln w="9525" cap="flat" cmpd="sng" algn="ctr">
            <a:solidFill>
              <a:srgbClr val="4F81BD">
                <a:shade val="95000"/>
                <a:satMod val="105000"/>
              </a:srgbClr>
            </a:solidFill>
            <a:prstDash val="solid"/>
          </a:ln>
          <a:effectLst/>
        </p:spPr>
      </p:cxnSp>
      <p:cxnSp>
        <p:nvCxnSpPr>
          <p:cNvPr id="90" name="Connecteur droit 89"/>
          <p:cNvCxnSpPr>
            <a:stCxn id="77" idx="2"/>
            <a:endCxn id="85" idx="0"/>
          </p:cNvCxnSpPr>
          <p:nvPr/>
        </p:nvCxnSpPr>
        <p:spPr>
          <a:xfrm>
            <a:off x="6511305" y="6533426"/>
            <a:ext cx="1717402" cy="557645"/>
          </a:xfrm>
          <a:prstGeom prst="line">
            <a:avLst/>
          </a:prstGeom>
          <a:noFill/>
          <a:ln w="9525" cap="flat" cmpd="sng" algn="ctr">
            <a:solidFill>
              <a:srgbClr val="4F81BD">
                <a:shade val="95000"/>
                <a:satMod val="105000"/>
              </a:srgbClr>
            </a:solidFill>
            <a:prstDash val="solid"/>
          </a:ln>
          <a:effectLst/>
        </p:spPr>
      </p:cxnSp>
      <p:cxnSp>
        <p:nvCxnSpPr>
          <p:cNvPr id="91" name="Connecteur droit 90"/>
          <p:cNvCxnSpPr>
            <a:stCxn id="77" idx="2"/>
            <a:endCxn id="87" idx="0"/>
          </p:cNvCxnSpPr>
          <p:nvPr/>
        </p:nvCxnSpPr>
        <p:spPr>
          <a:xfrm>
            <a:off x="6511305" y="6533426"/>
            <a:ext cx="5023437" cy="557645"/>
          </a:xfrm>
          <a:prstGeom prst="line">
            <a:avLst/>
          </a:prstGeom>
          <a:noFill/>
          <a:ln w="9525" cap="flat" cmpd="sng" algn="ctr">
            <a:solidFill>
              <a:srgbClr val="4F81BD">
                <a:shade val="95000"/>
                <a:satMod val="105000"/>
              </a:srgbClr>
            </a:solidFill>
            <a:prstDash val="solid"/>
          </a:ln>
          <a:effectLst/>
        </p:spPr>
      </p:cxnSp>
      <p:sp>
        <p:nvSpPr>
          <p:cNvPr id="92" name="Rectangle à coins arrondis 91"/>
          <p:cNvSpPr/>
          <p:nvPr/>
        </p:nvSpPr>
        <p:spPr>
          <a:xfrm>
            <a:off x="4325197" y="7967369"/>
            <a:ext cx="1433943" cy="398317"/>
          </a:xfrm>
          <a:prstGeom prst="roundRect">
            <a:avLst/>
          </a:prstGeom>
          <a:solidFill>
            <a:srgbClr val="4F81BD"/>
          </a:solidFill>
          <a:ln w="25400" cap="flat" cmpd="sng" algn="ctr">
            <a:solidFill>
              <a:srgbClr val="4F81BD">
                <a:shade val="50000"/>
              </a:srgbClr>
            </a:solidFill>
            <a:prstDash val="solid"/>
          </a:ln>
          <a:effectLst/>
        </p:spPr>
        <p:txBody>
          <a:bodyPr rtlCol="0" anchor="ctr"/>
          <a:lstStyle/>
          <a:p>
            <a:pPr defTabSz="1011602" hangingPunct="1">
              <a:defRPr/>
            </a:pPr>
            <a:r>
              <a:rPr lang="en-US" sz="1991" kern="1200" dirty="0">
                <a:solidFill>
                  <a:prstClr val="white"/>
                </a:solidFill>
                <a:latin typeface="Calibri"/>
                <a:ea typeface="+mn-ea"/>
                <a:cs typeface="+mn-cs"/>
              </a:rPr>
              <a:t>repertoire1</a:t>
            </a:r>
          </a:p>
        </p:txBody>
      </p:sp>
      <p:sp>
        <p:nvSpPr>
          <p:cNvPr id="93" name="Rectangle à coins arrondis 92"/>
          <p:cNvSpPr/>
          <p:nvPr/>
        </p:nvSpPr>
        <p:spPr>
          <a:xfrm>
            <a:off x="6396447" y="7967369"/>
            <a:ext cx="1433943" cy="398317"/>
          </a:xfrm>
          <a:prstGeom prst="roundRect">
            <a:avLst/>
          </a:prstGeom>
          <a:solidFill>
            <a:srgbClr val="4F81BD"/>
          </a:solidFill>
          <a:ln w="25400" cap="flat" cmpd="sng" algn="ctr">
            <a:solidFill>
              <a:srgbClr val="4F81BD">
                <a:shade val="50000"/>
              </a:srgbClr>
            </a:solidFill>
            <a:prstDash val="solid"/>
          </a:ln>
          <a:effectLst/>
        </p:spPr>
        <p:txBody>
          <a:bodyPr rtlCol="0" anchor="ctr"/>
          <a:lstStyle/>
          <a:p>
            <a:pPr defTabSz="1011602" hangingPunct="1">
              <a:defRPr/>
            </a:pPr>
            <a:r>
              <a:rPr lang="en-US" sz="1991" kern="1200" dirty="0">
                <a:solidFill>
                  <a:prstClr val="white"/>
                </a:solidFill>
                <a:latin typeface="Calibri"/>
                <a:ea typeface="+mn-ea"/>
                <a:cs typeface="+mn-cs"/>
              </a:rPr>
              <a:t>repertoire2</a:t>
            </a:r>
          </a:p>
        </p:txBody>
      </p:sp>
      <p:cxnSp>
        <p:nvCxnSpPr>
          <p:cNvPr id="94" name="Connecteur droit 93"/>
          <p:cNvCxnSpPr>
            <a:stCxn id="84" idx="2"/>
            <a:endCxn id="92" idx="0"/>
          </p:cNvCxnSpPr>
          <p:nvPr/>
        </p:nvCxnSpPr>
        <p:spPr>
          <a:xfrm flipH="1">
            <a:off x="5042168" y="7489388"/>
            <a:ext cx="1429305" cy="477981"/>
          </a:xfrm>
          <a:prstGeom prst="line">
            <a:avLst/>
          </a:prstGeom>
          <a:noFill/>
          <a:ln w="9525" cap="flat" cmpd="sng" algn="ctr">
            <a:solidFill>
              <a:srgbClr val="4F81BD">
                <a:shade val="95000"/>
                <a:satMod val="105000"/>
              </a:srgbClr>
            </a:solidFill>
            <a:prstDash val="solid"/>
          </a:ln>
          <a:effectLst/>
        </p:spPr>
      </p:cxnSp>
      <p:cxnSp>
        <p:nvCxnSpPr>
          <p:cNvPr id="95" name="Connecteur droit 94"/>
          <p:cNvCxnSpPr>
            <a:stCxn id="84" idx="2"/>
            <a:endCxn id="93" idx="0"/>
          </p:cNvCxnSpPr>
          <p:nvPr/>
        </p:nvCxnSpPr>
        <p:spPr>
          <a:xfrm>
            <a:off x="6471472" y="7489388"/>
            <a:ext cx="641945" cy="477981"/>
          </a:xfrm>
          <a:prstGeom prst="line">
            <a:avLst/>
          </a:prstGeom>
          <a:noFill/>
          <a:ln w="9525" cap="flat" cmpd="sng" algn="ctr">
            <a:solidFill>
              <a:srgbClr val="4F81BD">
                <a:shade val="95000"/>
                <a:satMod val="105000"/>
              </a:srgbClr>
            </a:solidFill>
            <a:prstDash val="solid"/>
          </a:ln>
          <a:effectLst/>
        </p:spPr>
      </p:cxnSp>
      <p:pic>
        <p:nvPicPr>
          <p:cNvPr id="96" name="Image 95"/>
          <p:cNvPicPr>
            <a:picLocks noChangeAspect="1"/>
          </p:cNvPicPr>
          <p:nvPr/>
        </p:nvPicPr>
        <p:blipFill>
          <a:blip r:embed="rId3">
            <a:clrChange>
              <a:clrFrom>
                <a:srgbClr val="FFFFFF"/>
              </a:clrFrom>
              <a:clrTo>
                <a:srgbClr val="FFFFFF">
                  <a:alpha val="0"/>
                </a:srgbClr>
              </a:clrTo>
            </a:clrChange>
          </a:blip>
          <a:stretch>
            <a:fillRect/>
          </a:stretch>
        </p:blipFill>
        <p:spPr>
          <a:xfrm>
            <a:off x="3773161" y="7474045"/>
            <a:ext cx="466177" cy="986647"/>
          </a:xfrm>
          <a:prstGeom prst="rect">
            <a:avLst/>
          </a:prstGeom>
        </p:spPr>
      </p:pic>
      <p:sp>
        <p:nvSpPr>
          <p:cNvPr id="97" name="ZoneTexte 96"/>
          <p:cNvSpPr txBox="1"/>
          <p:nvPr/>
        </p:nvSpPr>
        <p:spPr>
          <a:xfrm>
            <a:off x="5838802" y="7927564"/>
            <a:ext cx="6625011" cy="413856"/>
          </a:xfrm>
          <a:prstGeom prst="rect">
            <a:avLst/>
          </a:prstGeom>
          <a:solidFill>
            <a:sysClr val="window" lastClr="FFFFFF"/>
          </a:solidFill>
        </p:spPr>
        <p:txBody>
          <a:bodyPr wrap="square" rtlCol="0">
            <a:spAutoFit/>
          </a:bodyPr>
          <a:lstStyle/>
          <a:p>
            <a:pPr algn="l" defTabSz="1011602" hangingPunct="1">
              <a:defRPr/>
            </a:pPr>
            <a:r>
              <a:rPr lang="fr-FR" sz="1991" b="1" kern="1200" dirty="0">
                <a:solidFill>
                  <a:prstClr val="black"/>
                </a:solidFill>
                <a:latin typeface="Calibri"/>
                <a:ea typeface="+mn-ea"/>
                <a:cs typeface="+mn-cs"/>
              </a:rPr>
              <a:t>[</a:t>
            </a:r>
            <a:r>
              <a:rPr lang="fr-FR" sz="1991" b="1" kern="1200" dirty="0" err="1">
                <a:solidFill>
                  <a:prstClr val="black"/>
                </a:solidFill>
                <a:latin typeface="Calibri"/>
                <a:ea typeface="+mn-ea"/>
                <a:cs typeface="+mn-cs"/>
              </a:rPr>
              <a:t>Mohamed@localhost</a:t>
            </a:r>
            <a:r>
              <a:rPr lang="fr-FR" sz="1991" b="1" kern="1200" dirty="0">
                <a:solidFill>
                  <a:prstClr val="black"/>
                </a:solidFill>
                <a:latin typeface="Calibri"/>
                <a:ea typeface="+mn-ea"/>
                <a:cs typeface="+mn-cs"/>
              </a:rPr>
              <a:t> ~]$cd ..</a:t>
            </a:r>
          </a:p>
        </p:txBody>
      </p:sp>
      <p:sp>
        <p:nvSpPr>
          <p:cNvPr id="98" name="ZoneTexte 97"/>
          <p:cNvSpPr txBox="1"/>
          <p:nvPr/>
        </p:nvSpPr>
        <p:spPr>
          <a:xfrm>
            <a:off x="5838802" y="8335131"/>
            <a:ext cx="6625011" cy="398699"/>
          </a:xfrm>
          <a:prstGeom prst="rect">
            <a:avLst/>
          </a:prstGeom>
          <a:solidFill>
            <a:sysClr val="window" lastClr="FFFFFF"/>
          </a:solidFill>
        </p:spPr>
        <p:txBody>
          <a:bodyPr wrap="square" rtlCol="0">
            <a:spAutoFit/>
          </a:bodyPr>
          <a:lstStyle/>
          <a:p>
            <a:pPr algn="l" defTabSz="1011602" hangingPunct="1">
              <a:defRPr/>
            </a:pPr>
            <a:r>
              <a:rPr lang="fr-FR" sz="1991" b="1" kern="1200" dirty="0">
                <a:solidFill>
                  <a:prstClr val="black"/>
                </a:solidFill>
                <a:latin typeface="Calibri"/>
                <a:ea typeface="+mn-ea"/>
                <a:cs typeface="+mn-cs"/>
              </a:rPr>
              <a:t>[</a:t>
            </a:r>
            <a:r>
              <a:rPr lang="fr-FR" sz="1991" b="1" kern="1200" dirty="0" err="1">
                <a:solidFill>
                  <a:prstClr val="black"/>
                </a:solidFill>
                <a:latin typeface="Calibri"/>
                <a:ea typeface="+mn-ea"/>
                <a:cs typeface="+mn-cs"/>
              </a:rPr>
              <a:t>Mohamed@localhost</a:t>
            </a:r>
            <a:r>
              <a:rPr lang="fr-FR" sz="1991" b="1" kern="1200" dirty="0">
                <a:solidFill>
                  <a:prstClr val="black"/>
                </a:solidFill>
                <a:latin typeface="Calibri"/>
                <a:ea typeface="+mn-ea"/>
                <a:cs typeface="+mn-cs"/>
              </a:rPr>
              <a:t> ~]$cd /home/Mohamed/Documents</a:t>
            </a:r>
          </a:p>
        </p:txBody>
      </p:sp>
      <p:pic>
        <p:nvPicPr>
          <p:cNvPr id="99" name="Image 98"/>
          <p:cNvPicPr>
            <a:picLocks noChangeAspect="1"/>
          </p:cNvPicPr>
          <p:nvPr/>
        </p:nvPicPr>
        <p:blipFill>
          <a:blip r:embed="rId3">
            <a:clrChange>
              <a:clrFrom>
                <a:srgbClr val="FFFFFF"/>
              </a:clrFrom>
              <a:clrTo>
                <a:srgbClr val="FFFFFF">
                  <a:alpha val="0"/>
                </a:srgbClr>
              </a:clrTo>
            </a:clrChange>
          </a:blip>
          <a:stretch>
            <a:fillRect/>
          </a:stretch>
        </p:blipFill>
        <p:spPr>
          <a:xfrm>
            <a:off x="3859021" y="6487399"/>
            <a:ext cx="466177" cy="986647"/>
          </a:xfrm>
          <a:prstGeom prst="rect">
            <a:avLst/>
          </a:prstGeom>
        </p:spPr>
      </p:pic>
      <p:sp>
        <p:nvSpPr>
          <p:cNvPr id="100" name="ZoneTexte 99"/>
          <p:cNvSpPr txBox="1"/>
          <p:nvPr/>
        </p:nvSpPr>
        <p:spPr>
          <a:xfrm>
            <a:off x="5599812" y="7011408"/>
            <a:ext cx="6625011" cy="413856"/>
          </a:xfrm>
          <a:prstGeom prst="rect">
            <a:avLst/>
          </a:prstGeom>
          <a:solidFill>
            <a:sysClr val="window" lastClr="FFFFFF"/>
          </a:solidFill>
        </p:spPr>
        <p:txBody>
          <a:bodyPr wrap="square" rtlCol="0">
            <a:spAutoFit/>
          </a:bodyPr>
          <a:lstStyle/>
          <a:p>
            <a:pPr algn="l" defTabSz="1011602" hangingPunct="1">
              <a:defRPr/>
            </a:pPr>
            <a:r>
              <a:rPr lang="fr-FR" sz="1991" b="1" kern="1200" dirty="0">
                <a:solidFill>
                  <a:prstClr val="black"/>
                </a:solidFill>
                <a:latin typeface="Calibri"/>
                <a:ea typeface="+mn-ea"/>
                <a:cs typeface="+mn-cs"/>
              </a:rPr>
              <a:t>[</a:t>
            </a:r>
            <a:r>
              <a:rPr lang="fr-FR" sz="1991" b="1" kern="1200" dirty="0" err="1">
                <a:solidFill>
                  <a:prstClr val="black"/>
                </a:solidFill>
                <a:latin typeface="Calibri"/>
                <a:ea typeface="+mn-ea"/>
                <a:cs typeface="+mn-cs"/>
              </a:rPr>
              <a:t>Mohamed@localhost</a:t>
            </a:r>
            <a:r>
              <a:rPr lang="fr-FR" sz="1991" b="1" kern="1200" dirty="0">
                <a:solidFill>
                  <a:prstClr val="black"/>
                </a:solidFill>
                <a:latin typeface="Calibri"/>
                <a:ea typeface="+mn-ea"/>
                <a:cs typeface="+mn-cs"/>
              </a:rPr>
              <a:t> ~]$cd ../Documents</a:t>
            </a:r>
          </a:p>
        </p:txBody>
      </p:sp>
      <p:sp>
        <p:nvSpPr>
          <p:cNvPr id="101" name="ZoneTexte 100"/>
          <p:cNvSpPr txBox="1"/>
          <p:nvPr/>
        </p:nvSpPr>
        <p:spPr>
          <a:xfrm>
            <a:off x="5599812" y="7409725"/>
            <a:ext cx="6625011" cy="398699"/>
          </a:xfrm>
          <a:prstGeom prst="rect">
            <a:avLst/>
          </a:prstGeom>
          <a:solidFill>
            <a:sysClr val="window" lastClr="FFFFFF"/>
          </a:solidFill>
        </p:spPr>
        <p:txBody>
          <a:bodyPr wrap="square" rtlCol="0">
            <a:spAutoFit/>
          </a:bodyPr>
          <a:lstStyle/>
          <a:p>
            <a:pPr algn="l" defTabSz="1011602" hangingPunct="1">
              <a:defRPr/>
            </a:pPr>
            <a:r>
              <a:rPr lang="fr-FR" sz="1991" b="1" kern="1200" dirty="0">
                <a:solidFill>
                  <a:prstClr val="black"/>
                </a:solidFill>
                <a:latin typeface="Calibri"/>
                <a:ea typeface="+mn-ea"/>
                <a:cs typeface="+mn-cs"/>
              </a:rPr>
              <a:t>[</a:t>
            </a:r>
            <a:r>
              <a:rPr lang="fr-FR" sz="1991" b="1" kern="1200" dirty="0" err="1">
                <a:solidFill>
                  <a:prstClr val="black"/>
                </a:solidFill>
                <a:latin typeface="Calibri"/>
                <a:ea typeface="+mn-ea"/>
                <a:cs typeface="+mn-cs"/>
              </a:rPr>
              <a:t>Mohamed@localhost</a:t>
            </a:r>
            <a:r>
              <a:rPr lang="fr-FR" sz="1991" b="1" kern="1200" dirty="0">
                <a:solidFill>
                  <a:prstClr val="black"/>
                </a:solidFill>
                <a:latin typeface="Calibri"/>
                <a:ea typeface="+mn-ea"/>
                <a:cs typeface="+mn-cs"/>
              </a:rPr>
              <a:t> ~]$cd /home/Mohamed/Documents</a:t>
            </a:r>
          </a:p>
        </p:txBody>
      </p:sp>
    </p:spTree>
  </p:cSld>
  <p:clrMapOvr>
    <a:masterClrMapping/>
  </p:clrMapOvr>
  <p:transition spd="med"/>
  <p:timing>
    <p:tnLst>
      <p:par>
        <p:cTn id="1" dur="indefinite" restart="never" fill="hold"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mph" presetSubtype="0" fill="hold" grpId="0" nodeType="clickEffect">
                                  <p:stCondLst>
                                    <p:cond delay="0"/>
                                  </p:stCondLst>
                                  <p:childTnLst>
                                    <p:animClr clrSpc="hsl" dir="cw">
                                      <p:cBhvr override="childStyle">
                                        <p:cTn id="6" dur="500" fill="hold"/>
                                        <p:tgtEl>
                                          <p:spTgt spid="84"/>
                                        </p:tgtEl>
                                        <p:attrNameLst>
                                          <p:attrName>style.color</p:attrName>
                                        </p:attrNameLst>
                                      </p:cBhvr>
                                      <p:by>
                                        <p:hsl h="7200000" s="0" l="0"/>
                                      </p:by>
                                    </p:animClr>
                                    <p:animClr clrSpc="hsl" dir="cw">
                                      <p:cBhvr>
                                        <p:cTn id="7" dur="500" fill="hold"/>
                                        <p:tgtEl>
                                          <p:spTgt spid="84"/>
                                        </p:tgtEl>
                                        <p:attrNameLst>
                                          <p:attrName>fillcolor</p:attrName>
                                        </p:attrNameLst>
                                      </p:cBhvr>
                                      <p:by>
                                        <p:hsl h="7200000" s="0" l="0"/>
                                      </p:by>
                                    </p:animClr>
                                    <p:animClr clrSpc="hsl" dir="cw">
                                      <p:cBhvr>
                                        <p:cTn id="8" dur="500" fill="hold"/>
                                        <p:tgtEl>
                                          <p:spTgt spid="84"/>
                                        </p:tgtEl>
                                        <p:attrNameLst>
                                          <p:attrName>stroke.color</p:attrName>
                                        </p:attrNameLst>
                                      </p:cBhvr>
                                      <p:by>
                                        <p:hsl h="7200000" s="0" l="0"/>
                                      </p:by>
                                    </p:animClr>
                                    <p:set>
                                      <p:cBhvr>
                                        <p:cTn id="9" dur="500" fill="hold"/>
                                        <p:tgtEl>
                                          <p:spTgt spid="84"/>
                                        </p:tgtEl>
                                        <p:attrNameLst>
                                          <p:attrName>fill.type</p:attrName>
                                        </p:attrNameLst>
                                      </p:cBhvr>
                                      <p:to>
                                        <p:strVal val="solid"/>
                                      </p:to>
                                    </p:set>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nodeType="clickEffect">
                                  <p:stCondLst>
                                    <p:cond delay="0"/>
                                  </p:stCondLst>
                                  <p:childTnLst>
                                    <p:set>
                                      <p:cBhvr>
                                        <p:cTn id="13" dur="1" fill="hold">
                                          <p:stCondLst>
                                            <p:cond delay="0"/>
                                          </p:stCondLst>
                                        </p:cTn>
                                        <p:tgtEl>
                                          <p:spTgt spid="96"/>
                                        </p:tgtEl>
                                        <p:attrNameLst>
                                          <p:attrName>style.visibility</p:attrName>
                                        </p:attrNameLst>
                                      </p:cBhvr>
                                      <p:to>
                                        <p:strVal val="visible"/>
                                      </p:to>
                                    </p:set>
                                    <p:animEffect transition="in" filter="fade">
                                      <p:cBhvr>
                                        <p:cTn id="14" dur="500"/>
                                        <p:tgtEl>
                                          <p:spTgt spid="96"/>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grpId="0" nodeType="clickEffect">
                                  <p:stCondLst>
                                    <p:cond delay="0"/>
                                  </p:stCondLst>
                                  <p:childTnLst>
                                    <p:set>
                                      <p:cBhvr>
                                        <p:cTn id="18" dur="1" fill="hold">
                                          <p:stCondLst>
                                            <p:cond delay="0"/>
                                          </p:stCondLst>
                                        </p:cTn>
                                        <p:tgtEl>
                                          <p:spTgt spid="97"/>
                                        </p:tgtEl>
                                        <p:attrNameLst>
                                          <p:attrName>style.visibility</p:attrName>
                                        </p:attrNameLst>
                                      </p:cBhvr>
                                      <p:to>
                                        <p:strVal val="visible"/>
                                      </p:to>
                                    </p:set>
                                    <p:animEffect transition="in" filter="wipe(left)">
                                      <p:cBhvr>
                                        <p:cTn id="19" dur="500"/>
                                        <p:tgtEl>
                                          <p:spTgt spid="97"/>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98"/>
                                        </p:tgtEl>
                                        <p:attrNameLst>
                                          <p:attrName>style.visibility</p:attrName>
                                        </p:attrNameLst>
                                      </p:cBhvr>
                                      <p:to>
                                        <p:strVal val="visible"/>
                                      </p:to>
                                    </p:set>
                                    <p:animEffect transition="in" filter="wipe(left)">
                                      <p:cBhvr>
                                        <p:cTn id="24" dur="500"/>
                                        <p:tgtEl>
                                          <p:spTgt spid="98"/>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99"/>
                                        </p:tgtEl>
                                        <p:attrNameLst>
                                          <p:attrName>style.visibility</p:attrName>
                                        </p:attrNameLst>
                                      </p:cBhvr>
                                      <p:to>
                                        <p:strVal val="visible"/>
                                      </p:to>
                                    </p:set>
                                    <p:animEffect transition="in" filter="fade">
                                      <p:cBhvr>
                                        <p:cTn id="29" dur="500"/>
                                        <p:tgtEl>
                                          <p:spTgt spid="99"/>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100"/>
                                        </p:tgtEl>
                                        <p:attrNameLst>
                                          <p:attrName>style.visibility</p:attrName>
                                        </p:attrNameLst>
                                      </p:cBhvr>
                                      <p:to>
                                        <p:strVal val="visible"/>
                                      </p:to>
                                    </p:set>
                                    <p:animEffect transition="in" filter="wipe(left)">
                                      <p:cBhvr>
                                        <p:cTn id="34" dur="500"/>
                                        <p:tgtEl>
                                          <p:spTgt spid="100"/>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101"/>
                                        </p:tgtEl>
                                        <p:attrNameLst>
                                          <p:attrName>style.visibility</p:attrName>
                                        </p:attrNameLst>
                                      </p:cBhvr>
                                      <p:to>
                                        <p:strVal val="visible"/>
                                      </p:to>
                                    </p:set>
                                    <p:animEffect transition="in" filter="wipe(left)">
                                      <p:cBhvr>
                                        <p:cTn id="39" dur="500"/>
                                        <p:tgtEl>
                                          <p:spTgt spid="101"/>
                                        </p:tgtEl>
                                      </p:cBhvr>
                                    </p:animEffect>
                                  </p:childTnLst>
                                </p:cTn>
                              </p:par>
                            </p:childTnLst>
                          </p:cTn>
                        </p:par>
                      </p:childTnLst>
                    </p:cTn>
                  </p:par>
                  <p:par>
                    <p:cTn id="40" fill="hold">
                      <p:stCondLst>
                        <p:cond delay="indefinite"/>
                      </p:stCondLst>
                      <p:childTnLst>
                        <p:par>
                          <p:cTn id="41" fill="hold">
                            <p:stCondLst>
                              <p:cond delay="0"/>
                            </p:stCondLst>
                            <p:childTnLst>
                              <p:par>
                                <p:cTn id="42" presetID="32" presetClass="emph" presetSubtype="0" fill="hold" grpId="1" nodeType="clickEffect">
                                  <p:stCondLst>
                                    <p:cond delay="0"/>
                                  </p:stCondLst>
                                  <p:childTnLst>
                                    <p:animRot by="120000">
                                      <p:cBhvr>
                                        <p:cTn id="43" dur="100" fill="hold">
                                          <p:stCondLst>
                                            <p:cond delay="0"/>
                                          </p:stCondLst>
                                        </p:cTn>
                                        <p:tgtEl>
                                          <p:spTgt spid="98"/>
                                        </p:tgtEl>
                                        <p:attrNameLst>
                                          <p:attrName>r</p:attrName>
                                        </p:attrNameLst>
                                      </p:cBhvr>
                                    </p:animRot>
                                    <p:animRot by="-240000">
                                      <p:cBhvr>
                                        <p:cTn id="44" dur="200" fill="hold">
                                          <p:stCondLst>
                                            <p:cond delay="200"/>
                                          </p:stCondLst>
                                        </p:cTn>
                                        <p:tgtEl>
                                          <p:spTgt spid="98"/>
                                        </p:tgtEl>
                                        <p:attrNameLst>
                                          <p:attrName>r</p:attrName>
                                        </p:attrNameLst>
                                      </p:cBhvr>
                                    </p:animRot>
                                    <p:animRot by="240000">
                                      <p:cBhvr>
                                        <p:cTn id="45" dur="200" fill="hold">
                                          <p:stCondLst>
                                            <p:cond delay="400"/>
                                          </p:stCondLst>
                                        </p:cTn>
                                        <p:tgtEl>
                                          <p:spTgt spid="98"/>
                                        </p:tgtEl>
                                        <p:attrNameLst>
                                          <p:attrName>r</p:attrName>
                                        </p:attrNameLst>
                                      </p:cBhvr>
                                    </p:animRot>
                                    <p:animRot by="-240000">
                                      <p:cBhvr>
                                        <p:cTn id="46" dur="200" fill="hold">
                                          <p:stCondLst>
                                            <p:cond delay="600"/>
                                          </p:stCondLst>
                                        </p:cTn>
                                        <p:tgtEl>
                                          <p:spTgt spid="98"/>
                                        </p:tgtEl>
                                        <p:attrNameLst>
                                          <p:attrName>r</p:attrName>
                                        </p:attrNameLst>
                                      </p:cBhvr>
                                    </p:animRot>
                                    <p:animRot by="120000">
                                      <p:cBhvr>
                                        <p:cTn id="47" dur="200" fill="hold">
                                          <p:stCondLst>
                                            <p:cond delay="800"/>
                                          </p:stCondLst>
                                        </p:cTn>
                                        <p:tgtEl>
                                          <p:spTgt spid="98"/>
                                        </p:tgtEl>
                                        <p:attrNameLst>
                                          <p:attrName>r</p:attrName>
                                        </p:attrNameLst>
                                      </p:cBhvr>
                                    </p:animRot>
                                  </p:childTnLst>
                                </p:cTn>
                              </p:par>
                              <p:par>
                                <p:cTn id="48" presetID="32" presetClass="emph" presetSubtype="0" fill="hold" grpId="1" nodeType="withEffect">
                                  <p:stCondLst>
                                    <p:cond delay="0"/>
                                  </p:stCondLst>
                                  <p:childTnLst>
                                    <p:animRot by="120000">
                                      <p:cBhvr>
                                        <p:cTn id="49" dur="100" fill="hold">
                                          <p:stCondLst>
                                            <p:cond delay="0"/>
                                          </p:stCondLst>
                                        </p:cTn>
                                        <p:tgtEl>
                                          <p:spTgt spid="101"/>
                                        </p:tgtEl>
                                        <p:attrNameLst>
                                          <p:attrName>r</p:attrName>
                                        </p:attrNameLst>
                                      </p:cBhvr>
                                    </p:animRot>
                                    <p:animRot by="-240000">
                                      <p:cBhvr>
                                        <p:cTn id="50" dur="200" fill="hold">
                                          <p:stCondLst>
                                            <p:cond delay="200"/>
                                          </p:stCondLst>
                                        </p:cTn>
                                        <p:tgtEl>
                                          <p:spTgt spid="101"/>
                                        </p:tgtEl>
                                        <p:attrNameLst>
                                          <p:attrName>r</p:attrName>
                                        </p:attrNameLst>
                                      </p:cBhvr>
                                    </p:animRot>
                                    <p:animRot by="240000">
                                      <p:cBhvr>
                                        <p:cTn id="51" dur="200" fill="hold">
                                          <p:stCondLst>
                                            <p:cond delay="400"/>
                                          </p:stCondLst>
                                        </p:cTn>
                                        <p:tgtEl>
                                          <p:spTgt spid="101"/>
                                        </p:tgtEl>
                                        <p:attrNameLst>
                                          <p:attrName>r</p:attrName>
                                        </p:attrNameLst>
                                      </p:cBhvr>
                                    </p:animRot>
                                    <p:animRot by="-240000">
                                      <p:cBhvr>
                                        <p:cTn id="52" dur="200" fill="hold">
                                          <p:stCondLst>
                                            <p:cond delay="600"/>
                                          </p:stCondLst>
                                        </p:cTn>
                                        <p:tgtEl>
                                          <p:spTgt spid="101"/>
                                        </p:tgtEl>
                                        <p:attrNameLst>
                                          <p:attrName>r</p:attrName>
                                        </p:attrNameLst>
                                      </p:cBhvr>
                                    </p:animRot>
                                    <p:animRot by="120000">
                                      <p:cBhvr>
                                        <p:cTn id="53" dur="200" fill="hold">
                                          <p:stCondLst>
                                            <p:cond delay="800"/>
                                          </p:stCondLst>
                                        </p:cTn>
                                        <p:tgtEl>
                                          <p:spTgt spid="101"/>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 grpId="0" animBg="1"/>
      <p:bldP spid="97" grpId="0" animBg="1"/>
      <p:bldP spid="98" grpId="0" animBg="1"/>
      <p:bldP spid="98" grpId="1" animBg="1"/>
      <p:bldP spid="100" grpId="0" animBg="1"/>
      <p:bldP spid="101" grpId="0" animBg="1"/>
      <p:bldP spid="101" grpId="1" animBg="1"/>
    </p:bldLst>
  </p:timing>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13" name="Commandes Shell : Manipulation des fichiers et des répertoires"/>
          <p:cNvSpPr txBox="1">
            <a:spLocks noGrp="1"/>
          </p:cNvSpPr>
          <p:nvPr>
            <p:ph type="title"/>
          </p:nvPr>
        </p:nvSpPr>
        <p:spPr>
          <a:xfrm>
            <a:off x="586672" y="908025"/>
            <a:ext cx="13464046" cy="1524891"/>
          </a:xfrm>
          <a:prstGeom prst="rect">
            <a:avLst/>
          </a:prstGeom>
        </p:spPr>
        <p:txBody>
          <a:bodyPr/>
          <a:lstStyle>
            <a:lvl1pPr defTabSz="368045">
              <a:spcBef>
                <a:spcPts val="1000"/>
              </a:spcBef>
              <a:defRPr sz="4400"/>
            </a:lvl1pPr>
          </a:lstStyle>
          <a:p>
            <a:r>
              <a:t>Commandes Shell : Manipulation des fichiers et des répertoires  </a:t>
            </a:r>
          </a:p>
        </p:txBody>
      </p:sp>
      <p:sp>
        <p:nvSpPr>
          <p:cNvPr id="814" name="Commande touch…"/>
          <p:cNvSpPr txBox="1">
            <a:spLocks noGrp="1"/>
          </p:cNvSpPr>
          <p:nvPr>
            <p:ph type="body" idx="1"/>
          </p:nvPr>
        </p:nvSpPr>
        <p:spPr>
          <a:xfrm>
            <a:off x="586671" y="2931254"/>
            <a:ext cx="13589744" cy="7726633"/>
          </a:xfrm>
          <a:prstGeom prst="rect">
            <a:avLst/>
          </a:prstGeom>
        </p:spPr>
        <p:txBody>
          <a:bodyPr anchor="t">
            <a:normAutofit lnSpcReduction="10000"/>
          </a:bodyPr>
          <a:lstStyle/>
          <a:p>
            <a:pPr marL="0" indent="0" algn="ctr" defTabSz="472061">
              <a:lnSpc>
                <a:spcPct val="90000"/>
              </a:lnSpc>
              <a:spcBef>
                <a:spcPts val="1770"/>
              </a:spcBef>
              <a:buSzTx/>
              <a:buNone/>
              <a:defRPr sz="2352" b="1" i="1" u="sng">
                <a:solidFill>
                  <a:srgbClr val="B0564E"/>
                </a:solidFill>
              </a:defRPr>
            </a:pPr>
            <a:r>
              <a:rPr dirty="0" err="1">
                <a:solidFill>
                  <a:srgbClr val="0070C0"/>
                </a:solidFill>
              </a:rPr>
              <a:t>Commande</a:t>
            </a:r>
            <a:r>
              <a:rPr dirty="0">
                <a:solidFill>
                  <a:srgbClr val="0070C0"/>
                </a:solidFill>
              </a:rPr>
              <a:t> </a:t>
            </a:r>
            <a:r>
              <a:rPr lang="fr-FR" dirty="0">
                <a:solidFill>
                  <a:srgbClr val="0070C0"/>
                </a:solidFill>
              </a:rPr>
              <a:t>  </a:t>
            </a:r>
            <a:r>
              <a:rPr dirty="0">
                <a:solidFill>
                  <a:srgbClr val="002060"/>
                </a:solidFill>
              </a:rPr>
              <a:t>touch</a:t>
            </a:r>
          </a:p>
          <a:p>
            <a:pPr marL="270009" indent="-270009" defTabSz="472061">
              <a:lnSpc>
                <a:spcPct val="90000"/>
              </a:lnSpc>
              <a:spcBef>
                <a:spcPts val="1770"/>
              </a:spcBef>
              <a:defRPr sz="2254"/>
            </a:pPr>
            <a:r>
              <a:rPr dirty="0"/>
              <a:t>La </a:t>
            </a:r>
            <a:r>
              <a:rPr dirty="0" err="1"/>
              <a:t>commande</a:t>
            </a:r>
            <a:r>
              <a:rPr dirty="0"/>
              <a:t> «</a:t>
            </a:r>
            <a:r>
              <a:rPr b="1" dirty="0"/>
              <a:t> touch </a:t>
            </a:r>
            <a:r>
              <a:rPr dirty="0"/>
              <a:t>»  </a:t>
            </a:r>
            <a:r>
              <a:rPr dirty="0" err="1"/>
              <a:t>permet</a:t>
            </a:r>
            <a:r>
              <a:rPr dirty="0"/>
              <a:t> de </a:t>
            </a:r>
            <a:r>
              <a:rPr dirty="0" err="1"/>
              <a:t>créer</a:t>
            </a:r>
            <a:r>
              <a:rPr dirty="0"/>
              <a:t> un </a:t>
            </a:r>
            <a:r>
              <a:rPr dirty="0" err="1"/>
              <a:t>ou</a:t>
            </a:r>
            <a:r>
              <a:rPr dirty="0"/>
              <a:t> </a:t>
            </a:r>
            <a:r>
              <a:rPr dirty="0" err="1"/>
              <a:t>plusieurs</a:t>
            </a:r>
            <a:r>
              <a:rPr dirty="0"/>
              <a:t> </a:t>
            </a:r>
            <a:r>
              <a:rPr dirty="0" err="1"/>
              <a:t>fichiers</a:t>
            </a:r>
            <a:r>
              <a:rPr dirty="0"/>
              <a:t> vides. </a:t>
            </a:r>
          </a:p>
          <a:p>
            <a:pPr marL="0" indent="0" algn="ctr" defTabSz="472061">
              <a:lnSpc>
                <a:spcPct val="90000"/>
              </a:lnSpc>
              <a:spcBef>
                <a:spcPts val="1770"/>
              </a:spcBef>
              <a:buSzTx/>
              <a:buNone/>
              <a:defRPr sz="2352" b="1" i="1" u="sng">
                <a:solidFill>
                  <a:srgbClr val="B0564E"/>
                </a:solidFill>
              </a:defRPr>
            </a:pPr>
            <a:r>
              <a:rPr dirty="0" err="1">
                <a:solidFill>
                  <a:srgbClr val="0070C0"/>
                </a:solidFill>
              </a:rPr>
              <a:t>Commande</a:t>
            </a:r>
            <a:r>
              <a:rPr lang="fr-FR" dirty="0">
                <a:solidFill>
                  <a:srgbClr val="0070C0"/>
                </a:solidFill>
              </a:rPr>
              <a:t>  </a:t>
            </a:r>
            <a:r>
              <a:rPr dirty="0"/>
              <a:t> </a:t>
            </a:r>
            <a:r>
              <a:rPr dirty="0">
                <a:solidFill>
                  <a:srgbClr val="002060"/>
                </a:solidFill>
              </a:rPr>
              <a:t>nano</a:t>
            </a:r>
          </a:p>
          <a:p>
            <a:pPr marL="270009" indent="-270009" defTabSz="472061">
              <a:lnSpc>
                <a:spcPct val="90000"/>
              </a:lnSpc>
              <a:spcBef>
                <a:spcPts val="1770"/>
              </a:spcBef>
              <a:defRPr sz="2254"/>
            </a:pPr>
            <a:r>
              <a:rPr dirty="0"/>
              <a:t>La </a:t>
            </a:r>
            <a:r>
              <a:rPr dirty="0" err="1"/>
              <a:t>commande</a:t>
            </a:r>
            <a:r>
              <a:rPr dirty="0"/>
              <a:t> « </a:t>
            </a:r>
            <a:r>
              <a:rPr b="1" dirty="0"/>
              <a:t>nano</a:t>
            </a:r>
            <a:r>
              <a:rPr dirty="0"/>
              <a:t> » </a:t>
            </a:r>
            <a:r>
              <a:rPr dirty="0" err="1"/>
              <a:t>est</a:t>
            </a:r>
            <a:r>
              <a:rPr dirty="0"/>
              <a:t> </a:t>
            </a:r>
            <a:r>
              <a:rPr dirty="0" err="1"/>
              <a:t>une</a:t>
            </a:r>
            <a:r>
              <a:rPr dirty="0"/>
              <a:t> </a:t>
            </a:r>
            <a:r>
              <a:rPr dirty="0" err="1"/>
              <a:t>commande</a:t>
            </a:r>
            <a:r>
              <a:rPr dirty="0"/>
              <a:t> </a:t>
            </a:r>
            <a:r>
              <a:rPr dirty="0" err="1"/>
              <a:t>d’édition</a:t>
            </a:r>
            <a:r>
              <a:rPr dirty="0"/>
              <a:t> de </a:t>
            </a:r>
            <a:r>
              <a:rPr dirty="0" err="1"/>
              <a:t>fichier</a:t>
            </a:r>
            <a:r>
              <a:rPr dirty="0"/>
              <a:t>.</a:t>
            </a:r>
          </a:p>
          <a:p>
            <a:pPr marL="0" indent="0" algn="ctr" defTabSz="472061">
              <a:lnSpc>
                <a:spcPct val="90000"/>
              </a:lnSpc>
              <a:spcBef>
                <a:spcPts val="1770"/>
              </a:spcBef>
              <a:buSzTx/>
              <a:buNone/>
              <a:defRPr sz="2352" b="1" i="1" u="sng">
                <a:solidFill>
                  <a:srgbClr val="B0564E"/>
                </a:solidFill>
              </a:defRPr>
            </a:pPr>
            <a:r>
              <a:rPr dirty="0" err="1">
                <a:solidFill>
                  <a:srgbClr val="0070C0"/>
                </a:solidFill>
              </a:rPr>
              <a:t>Commande</a:t>
            </a:r>
            <a:r>
              <a:rPr dirty="0">
                <a:solidFill>
                  <a:srgbClr val="0070C0"/>
                </a:solidFill>
              </a:rPr>
              <a:t> </a:t>
            </a:r>
            <a:r>
              <a:rPr lang="fr-FR" dirty="0"/>
              <a:t>  </a:t>
            </a:r>
            <a:r>
              <a:rPr dirty="0">
                <a:solidFill>
                  <a:srgbClr val="002060"/>
                </a:solidFill>
              </a:rPr>
              <a:t>vi</a:t>
            </a:r>
          </a:p>
          <a:p>
            <a:pPr marL="270009" indent="-270009" defTabSz="472061">
              <a:lnSpc>
                <a:spcPct val="90000"/>
              </a:lnSpc>
              <a:spcBef>
                <a:spcPts val="1770"/>
              </a:spcBef>
              <a:defRPr sz="2254"/>
            </a:pPr>
            <a:r>
              <a:rPr dirty="0"/>
              <a:t>La </a:t>
            </a:r>
            <a:r>
              <a:rPr dirty="0" err="1"/>
              <a:t>commande</a:t>
            </a:r>
            <a:r>
              <a:rPr dirty="0"/>
              <a:t> «</a:t>
            </a:r>
            <a:r>
              <a:rPr b="1" dirty="0"/>
              <a:t> vi </a:t>
            </a:r>
            <a:r>
              <a:rPr dirty="0"/>
              <a:t>» </a:t>
            </a:r>
            <a:r>
              <a:rPr dirty="0" err="1"/>
              <a:t>est</a:t>
            </a:r>
            <a:r>
              <a:rPr dirty="0"/>
              <a:t> </a:t>
            </a:r>
            <a:r>
              <a:rPr dirty="0" err="1"/>
              <a:t>une</a:t>
            </a:r>
            <a:r>
              <a:rPr dirty="0"/>
              <a:t> </a:t>
            </a:r>
            <a:r>
              <a:rPr dirty="0" err="1"/>
              <a:t>commande</a:t>
            </a:r>
            <a:r>
              <a:rPr dirty="0"/>
              <a:t> </a:t>
            </a:r>
            <a:r>
              <a:rPr dirty="0" err="1"/>
              <a:t>d’édition</a:t>
            </a:r>
            <a:r>
              <a:rPr dirty="0"/>
              <a:t> de </a:t>
            </a:r>
            <a:r>
              <a:rPr dirty="0" err="1"/>
              <a:t>fichier</a:t>
            </a:r>
            <a:r>
              <a:rPr dirty="0"/>
              <a:t>. </a:t>
            </a:r>
            <a:endParaRPr lang="fr-FR" dirty="0"/>
          </a:p>
          <a:p>
            <a:pPr marL="0" indent="0" algn="ctr" defTabSz="472061">
              <a:lnSpc>
                <a:spcPct val="90000"/>
              </a:lnSpc>
              <a:spcBef>
                <a:spcPts val="1770"/>
              </a:spcBef>
              <a:buSzTx/>
              <a:buNone/>
              <a:defRPr sz="2352" b="1" i="1" u="sng">
                <a:solidFill>
                  <a:srgbClr val="B0564E"/>
                </a:solidFill>
              </a:defRPr>
            </a:pPr>
            <a:r>
              <a:rPr lang="fr-FR" dirty="0">
                <a:solidFill>
                  <a:srgbClr val="0070C0"/>
                </a:solidFill>
              </a:rPr>
              <a:t>Commande </a:t>
            </a:r>
            <a:r>
              <a:rPr lang="fr-FR" dirty="0"/>
              <a:t>  </a:t>
            </a:r>
            <a:r>
              <a:rPr lang="fr-FR" dirty="0" err="1">
                <a:solidFill>
                  <a:srgbClr val="002060"/>
                </a:solidFill>
              </a:rPr>
              <a:t>gedit</a:t>
            </a:r>
            <a:endParaRPr lang="fr-FR" dirty="0">
              <a:solidFill>
                <a:srgbClr val="002060"/>
              </a:solidFill>
            </a:endParaRPr>
          </a:p>
          <a:p>
            <a:pPr marL="270009" indent="-270009" defTabSz="472061">
              <a:lnSpc>
                <a:spcPct val="90000"/>
              </a:lnSpc>
              <a:spcBef>
                <a:spcPts val="1770"/>
              </a:spcBef>
              <a:defRPr sz="2254"/>
            </a:pPr>
            <a:r>
              <a:rPr lang="fr-FR" dirty="0"/>
              <a:t>La commande «</a:t>
            </a:r>
            <a:r>
              <a:rPr lang="fr-FR" b="1" dirty="0"/>
              <a:t> </a:t>
            </a:r>
            <a:r>
              <a:rPr lang="fr-FR" b="1" dirty="0" err="1"/>
              <a:t>gedit</a:t>
            </a:r>
            <a:r>
              <a:rPr lang="fr-FR" b="1" dirty="0"/>
              <a:t> </a:t>
            </a:r>
            <a:r>
              <a:rPr lang="fr-FR" dirty="0"/>
              <a:t>» est une commande d’édition de fichier. </a:t>
            </a:r>
            <a:endParaRPr dirty="0"/>
          </a:p>
          <a:p>
            <a:pPr marL="0" indent="0" algn="ctr" defTabSz="472061">
              <a:lnSpc>
                <a:spcPct val="90000"/>
              </a:lnSpc>
              <a:spcBef>
                <a:spcPts val="1770"/>
              </a:spcBef>
              <a:buSzTx/>
              <a:buNone/>
              <a:defRPr sz="2352" b="1" i="1" u="sng">
                <a:solidFill>
                  <a:srgbClr val="B0564E"/>
                </a:solidFill>
              </a:defRPr>
            </a:pPr>
            <a:r>
              <a:rPr dirty="0" err="1">
                <a:solidFill>
                  <a:srgbClr val="0070C0"/>
                </a:solidFill>
              </a:rPr>
              <a:t>Commande</a:t>
            </a:r>
            <a:r>
              <a:rPr lang="fr-FR" dirty="0">
                <a:solidFill>
                  <a:srgbClr val="0070C0"/>
                </a:solidFill>
              </a:rPr>
              <a:t> </a:t>
            </a:r>
            <a:r>
              <a:rPr lang="fr-FR" dirty="0"/>
              <a:t> </a:t>
            </a:r>
            <a:r>
              <a:rPr dirty="0"/>
              <a:t> </a:t>
            </a:r>
            <a:r>
              <a:rPr dirty="0">
                <a:solidFill>
                  <a:srgbClr val="002060"/>
                </a:solidFill>
              </a:rPr>
              <a:t>cat</a:t>
            </a:r>
          </a:p>
          <a:p>
            <a:pPr marL="270009" indent="-270009" algn="just" defTabSz="472061">
              <a:lnSpc>
                <a:spcPct val="90000"/>
              </a:lnSpc>
              <a:spcBef>
                <a:spcPts val="1770"/>
              </a:spcBef>
              <a:defRPr sz="2254"/>
            </a:pPr>
            <a:r>
              <a:rPr dirty="0"/>
              <a:t>La </a:t>
            </a:r>
            <a:r>
              <a:rPr dirty="0" err="1"/>
              <a:t>commande</a:t>
            </a:r>
            <a:r>
              <a:rPr dirty="0"/>
              <a:t> « </a:t>
            </a:r>
            <a:r>
              <a:rPr b="1" dirty="0"/>
              <a:t>cat </a:t>
            </a:r>
            <a:r>
              <a:rPr dirty="0"/>
              <a:t>» </a:t>
            </a:r>
            <a:r>
              <a:rPr dirty="0" err="1"/>
              <a:t>permet</a:t>
            </a:r>
            <a:r>
              <a:rPr dirty="0"/>
              <a:t> de:</a:t>
            </a:r>
          </a:p>
          <a:p>
            <a:pPr marL="779463" lvl="1" indent="-270009" algn="just" defTabSz="472061">
              <a:lnSpc>
                <a:spcPct val="90000"/>
              </a:lnSpc>
              <a:spcBef>
                <a:spcPts val="1770"/>
              </a:spcBef>
              <a:defRPr sz="2254" b="1"/>
            </a:pPr>
            <a:r>
              <a:rPr dirty="0"/>
              <a:t>cat</a:t>
            </a:r>
            <a:r>
              <a:rPr b="0" dirty="0"/>
              <a:t> </a:t>
            </a:r>
            <a:r>
              <a:rPr sz="2602" i="1" dirty="0" err="1"/>
              <a:t>fichier</a:t>
            </a:r>
            <a:r>
              <a:rPr sz="2602" dirty="0"/>
              <a:t>: </a:t>
            </a:r>
            <a:r>
              <a:rPr lang="fr-FR" sz="2602" dirty="0"/>
              <a:t>                    </a:t>
            </a:r>
            <a:r>
              <a:rPr sz="2340" dirty="0" err="1"/>
              <a:t>Afficher</a:t>
            </a:r>
            <a:r>
              <a:rPr sz="2340" dirty="0"/>
              <a:t> le </a:t>
            </a:r>
            <a:r>
              <a:rPr sz="2340" dirty="0" err="1"/>
              <a:t>contenu</a:t>
            </a:r>
            <a:r>
              <a:rPr sz="2340" dirty="0"/>
              <a:t> d</a:t>
            </a:r>
            <a:r>
              <a:rPr lang="fr-FR" sz="2340" dirty="0"/>
              <a:t>’un</a:t>
            </a:r>
            <a:r>
              <a:rPr sz="2340" dirty="0"/>
              <a:t> </a:t>
            </a:r>
            <a:r>
              <a:rPr sz="2340" dirty="0" err="1"/>
              <a:t>fichier</a:t>
            </a:r>
            <a:endParaRPr sz="2340" dirty="0"/>
          </a:p>
          <a:p>
            <a:pPr marL="779463" lvl="1" indent="-270009" algn="just" defTabSz="472061">
              <a:lnSpc>
                <a:spcPct val="90000"/>
              </a:lnSpc>
              <a:spcBef>
                <a:spcPts val="1770"/>
              </a:spcBef>
              <a:defRPr sz="2254" b="1"/>
            </a:pPr>
            <a:r>
              <a:rPr dirty="0"/>
              <a:t>cat</a:t>
            </a:r>
            <a:r>
              <a:rPr b="0" dirty="0"/>
              <a:t> </a:t>
            </a:r>
            <a:r>
              <a:rPr b="0" i="1" dirty="0"/>
              <a:t>fichier1 fichier2</a:t>
            </a:r>
            <a:r>
              <a:rPr dirty="0"/>
              <a:t>:</a:t>
            </a:r>
            <a:r>
              <a:rPr b="0" dirty="0"/>
              <a:t> </a:t>
            </a:r>
            <a:r>
              <a:rPr lang="fr-FR" b="0" dirty="0"/>
              <a:t>          </a:t>
            </a:r>
            <a:r>
              <a:rPr b="0" dirty="0" err="1"/>
              <a:t>Afficher</a:t>
            </a:r>
            <a:r>
              <a:rPr b="0" dirty="0"/>
              <a:t> le </a:t>
            </a:r>
            <a:r>
              <a:rPr b="0" dirty="0" err="1"/>
              <a:t>contenu</a:t>
            </a:r>
            <a:r>
              <a:rPr b="0" dirty="0"/>
              <a:t> des </a:t>
            </a:r>
            <a:r>
              <a:rPr b="0" dirty="0" err="1"/>
              <a:t>fichiers</a:t>
            </a:r>
            <a:r>
              <a:rPr b="0" dirty="0"/>
              <a:t> </a:t>
            </a:r>
            <a:r>
              <a:rPr b="0" i="1" dirty="0"/>
              <a:t>fichier1</a:t>
            </a:r>
            <a:r>
              <a:rPr b="0" dirty="0"/>
              <a:t> et </a:t>
            </a:r>
            <a:r>
              <a:rPr b="0" i="1" dirty="0"/>
              <a:t>fichier2</a:t>
            </a:r>
            <a:r>
              <a:rPr b="0" dirty="0"/>
              <a:t> </a:t>
            </a:r>
            <a:r>
              <a:rPr b="0" dirty="0" err="1"/>
              <a:t>concaténés</a:t>
            </a:r>
            <a:r>
              <a:rPr b="0" dirty="0"/>
              <a:t>.</a:t>
            </a:r>
          </a:p>
          <a:p>
            <a:pPr marL="779463" lvl="1" indent="-270009" algn="just" defTabSz="472061">
              <a:lnSpc>
                <a:spcPct val="90000"/>
              </a:lnSpc>
              <a:spcBef>
                <a:spcPts val="1770"/>
              </a:spcBef>
              <a:defRPr sz="2254" b="1"/>
            </a:pPr>
            <a:r>
              <a:rPr dirty="0"/>
              <a:t>cat -n </a:t>
            </a:r>
            <a:r>
              <a:rPr b="0" i="1" dirty="0" err="1"/>
              <a:t>fichier</a:t>
            </a:r>
            <a:r>
              <a:rPr b="0" dirty="0"/>
              <a:t>: </a:t>
            </a:r>
            <a:r>
              <a:rPr lang="fr-FR" b="0" dirty="0"/>
              <a:t>                    </a:t>
            </a:r>
            <a:r>
              <a:rPr b="0" dirty="0" err="1"/>
              <a:t>Afficher</a:t>
            </a:r>
            <a:r>
              <a:rPr b="0" dirty="0"/>
              <a:t> le </a:t>
            </a:r>
            <a:r>
              <a:rPr b="0" dirty="0" err="1"/>
              <a:t>contenu</a:t>
            </a:r>
            <a:r>
              <a:rPr b="0" dirty="0"/>
              <a:t> du </a:t>
            </a:r>
            <a:r>
              <a:rPr b="0" i="1" dirty="0" err="1"/>
              <a:t>fichier</a:t>
            </a:r>
            <a:r>
              <a:rPr b="0" dirty="0"/>
              <a:t> avec des </a:t>
            </a:r>
            <a:r>
              <a:rPr b="0" dirty="0" err="1"/>
              <a:t>numéros</a:t>
            </a:r>
            <a:r>
              <a:rPr b="0" dirty="0"/>
              <a:t> de </a:t>
            </a:r>
            <a:r>
              <a:rPr b="0" dirty="0" err="1"/>
              <a:t>ligne</a:t>
            </a:r>
            <a:endParaRPr b="0" dirty="0"/>
          </a:p>
          <a:p>
            <a:pPr marL="779463" lvl="1" indent="-270009" algn="just" defTabSz="472061">
              <a:lnSpc>
                <a:spcPct val="90000"/>
              </a:lnSpc>
              <a:spcBef>
                <a:spcPts val="1770"/>
              </a:spcBef>
              <a:defRPr sz="2254" b="1"/>
            </a:pPr>
            <a:r>
              <a:rPr dirty="0" err="1"/>
              <a:t>nl</a:t>
            </a:r>
            <a:r>
              <a:rPr b="0" dirty="0"/>
              <a:t> </a:t>
            </a:r>
            <a:r>
              <a:rPr b="0" i="1" dirty="0" err="1"/>
              <a:t>fichier</a:t>
            </a:r>
            <a:r>
              <a:rPr b="0" dirty="0"/>
              <a:t>: </a:t>
            </a:r>
            <a:r>
              <a:rPr lang="fr-FR" b="0" dirty="0"/>
              <a:t>                  </a:t>
            </a:r>
            <a:r>
              <a:rPr b="0" dirty="0" err="1"/>
              <a:t>Afficher</a:t>
            </a:r>
            <a:r>
              <a:rPr b="0" dirty="0"/>
              <a:t> le </a:t>
            </a:r>
            <a:r>
              <a:rPr b="0" dirty="0" err="1"/>
              <a:t>contenu</a:t>
            </a:r>
            <a:r>
              <a:rPr b="0" dirty="0"/>
              <a:t> du </a:t>
            </a:r>
            <a:r>
              <a:rPr b="0" i="1" dirty="0" err="1"/>
              <a:t>fichier</a:t>
            </a:r>
            <a:r>
              <a:rPr b="0" dirty="0"/>
              <a:t> avec des </a:t>
            </a:r>
            <a:r>
              <a:rPr b="0" dirty="0" err="1"/>
              <a:t>numéros</a:t>
            </a:r>
            <a:r>
              <a:rPr b="0" dirty="0"/>
              <a:t> de </a:t>
            </a:r>
            <a:r>
              <a:rPr b="0" dirty="0" err="1"/>
              <a:t>ligne</a:t>
            </a:r>
            <a:r>
              <a:rPr b="0" dirty="0"/>
              <a:t> (sans </a:t>
            </a:r>
            <a:r>
              <a:rPr b="0" dirty="0" err="1"/>
              <a:t>tenir</a:t>
            </a:r>
            <a:r>
              <a:rPr b="0" dirty="0"/>
              <a:t> </a:t>
            </a:r>
            <a:r>
              <a:rPr b="0" dirty="0" err="1"/>
              <a:t>en</a:t>
            </a:r>
            <a:r>
              <a:rPr b="0" dirty="0"/>
              <a:t> </a:t>
            </a:r>
            <a:r>
              <a:rPr b="0" dirty="0" err="1"/>
              <a:t>compte</a:t>
            </a:r>
            <a:r>
              <a:rPr b="0" dirty="0"/>
              <a:t> les </a:t>
            </a:r>
            <a:r>
              <a:rPr b="0" dirty="0" err="1"/>
              <a:t>lignes</a:t>
            </a:r>
            <a:r>
              <a:rPr b="0" dirty="0"/>
              <a:t> vides.</a:t>
            </a:r>
          </a:p>
        </p:txBody>
      </p:sp>
      <p:sp>
        <p:nvSpPr>
          <p:cNvPr id="815" name="Espace réservé du numéro de diapositive 1"/>
          <p:cNvSpPr txBox="1">
            <a:spLocks noGrp="1"/>
          </p:cNvSpPr>
          <p:nvPr>
            <p:ph type="sldNum" sz="quarter" idx="2"/>
          </p:nvPr>
        </p:nvSpPr>
        <p:spPr>
          <a:xfrm>
            <a:off x="7029966" y="10265453"/>
            <a:ext cx="362740" cy="412859"/>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37</a:t>
            </a:fld>
            <a:endParaRPr/>
          </a:p>
        </p:txBody>
      </p:sp>
    </p:spTree>
  </p:cSld>
  <p:clrMapOvr>
    <a:masterClrMapping/>
  </p:clrMapOvr>
  <p:transition spd="med"/>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17" name="Commandes Shell : Manipulation des fichiers et des répertoires"/>
          <p:cNvSpPr txBox="1">
            <a:spLocks noGrp="1"/>
          </p:cNvSpPr>
          <p:nvPr>
            <p:ph type="title"/>
          </p:nvPr>
        </p:nvSpPr>
        <p:spPr>
          <a:xfrm>
            <a:off x="586672" y="908025"/>
            <a:ext cx="13464046" cy="1524891"/>
          </a:xfrm>
          <a:prstGeom prst="rect">
            <a:avLst/>
          </a:prstGeom>
        </p:spPr>
        <p:txBody>
          <a:bodyPr/>
          <a:lstStyle>
            <a:lvl1pPr defTabSz="368045">
              <a:spcBef>
                <a:spcPts val="1000"/>
              </a:spcBef>
              <a:defRPr sz="4400"/>
            </a:lvl1pPr>
          </a:lstStyle>
          <a:p>
            <a:r>
              <a:t>Commandes Shell : Manipulation des fichiers et des répertoires  </a:t>
            </a:r>
          </a:p>
        </p:txBody>
      </p:sp>
      <p:sp>
        <p:nvSpPr>
          <p:cNvPr id="818" name="Commande touch…"/>
          <p:cNvSpPr txBox="1">
            <a:spLocks noGrp="1"/>
          </p:cNvSpPr>
          <p:nvPr>
            <p:ph type="body" idx="1"/>
          </p:nvPr>
        </p:nvSpPr>
        <p:spPr>
          <a:xfrm>
            <a:off x="586671" y="2931254"/>
            <a:ext cx="13589744" cy="7726633"/>
          </a:xfrm>
          <a:prstGeom prst="rect">
            <a:avLst/>
          </a:prstGeom>
        </p:spPr>
        <p:txBody>
          <a:bodyPr anchor="t"/>
          <a:lstStyle/>
          <a:p>
            <a:pPr marL="0" indent="0" algn="ctr" defTabSz="481695">
              <a:lnSpc>
                <a:spcPct val="90000"/>
              </a:lnSpc>
              <a:spcBef>
                <a:spcPts val="1881"/>
              </a:spcBef>
              <a:buSzTx/>
              <a:buNone/>
              <a:defRPr sz="2400" b="1" i="1" u="sng">
                <a:solidFill>
                  <a:srgbClr val="B0564E"/>
                </a:solidFill>
              </a:defRPr>
            </a:pPr>
            <a:r>
              <a:rPr dirty="0" err="1">
                <a:solidFill>
                  <a:srgbClr val="0070C0"/>
                </a:solidFill>
              </a:rPr>
              <a:t>Commande</a:t>
            </a:r>
            <a:r>
              <a:rPr dirty="0"/>
              <a:t> </a:t>
            </a:r>
            <a:r>
              <a:rPr lang="fr-FR" dirty="0"/>
              <a:t>  </a:t>
            </a:r>
            <a:r>
              <a:rPr dirty="0">
                <a:solidFill>
                  <a:srgbClr val="002060"/>
                </a:solidFill>
              </a:rPr>
              <a:t>head</a:t>
            </a:r>
          </a:p>
          <a:p>
            <a:pPr marL="275518" indent="-275518" algn="just" defTabSz="481695">
              <a:lnSpc>
                <a:spcPct val="90000"/>
              </a:lnSpc>
              <a:spcBef>
                <a:spcPts val="1881"/>
              </a:spcBef>
              <a:defRPr sz="2300"/>
            </a:pPr>
            <a:r>
              <a:rPr dirty="0"/>
              <a:t>La </a:t>
            </a:r>
            <a:r>
              <a:rPr dirty="0" err="1"/>
              <a:t>commande</a:t>
            </a:r>
            <a:r>
              <a:rPr dirty="0"/>
              <a:t> « </a:t>
            </a:r>
            <a:r>
              <a:rPr b="1" dirty="0"/>
              <a:t>head</a:t>
            </a:r>
            <a:r>
              <a:rPr dirty="0"/>
              <a:t> »  </a:t>
            </a:r>
            <a:r>
              <a:rPr dirty="0" err="1"/>
              <a:t>permet</a:t>
            </a:r>
            <a:r>
              <a:rPr dirty="0"/>
              <a:t> </a:t>
            </a:r>
            <a:r>
              <a:rPr dirty="0" err="1"/>
              <a:t>d’afficher</a:t>
            </a:r>
            <a:r>
              <a:rPr dirty="0"/>
              <a:t> par </a:t>
            </a:r>
            <a:r>
              <a:rPr dirty="0" err="1"/>
              <a:t>défaut</a:t>
            </a:r>
            <a:r>
              <a:rPr dirty="0"/>
              <a:t> les dix premières </a:t>
            </a:r>
            <a:r>
              <a:rPr dirty="0" err="1"/>
              <a:t>lignes</a:t>
            </a:r>
            <a:r>
              <a:rPr dirty="0"/>
              <a:t>.</a:t>
            </a:r>
            <a:endParaRPr sz="2766" dirty="0"/>
          </a:p>
          <a:p>
            <a:pPr marL="795370" lvl="1" indent="-275518" algn="just" defTabSz="481695">
              <a:lnSpc>
                <a:spcPct val="90000"/>
              </a:lnSpc>
              <a:spcBef>
                <a:spcPts val="1881"/>
              </a:spcBef>
              <a:defRPr sz="2500" b="1"/>
            </a:pPr>
            <a:r>
              <a:rPr dirty="0"/>
              <a:t>head -n </a:t>
            </a:r>
            <a:r>
              <a:rPr sz="2876" dirty="0" err="1">
                <a:solidFill>
                  <a:srgbClr val="250AC6"/>
                </a:solidFill>
              </a:rPr>
              <a:t>nbre</a:t>
            </a:r>
            <a:r>
              <a:rPr sz="2876" dirty="0">
                <a:solidFill>
                  <a:srgbClr val="250AC6"/>
                </a:solidFill>
              </a:rPr>
              <a:t> </a:t>
            </a:r>
            <a:r>
              <a:rPr b="0" i="1" dirty="0" err="1"/>
              <a:t>fichier</a:t>
            </a:r>
            <a:r>
              <a:rPr b="0" dirty="0"/>
              <a:t>: </a:t>
            </a:r>
            <a:r>
              <a:rPr b="0" dirty="0" err="1"/>
              <a:t>afficher</a:t>
            </a:r>
            <a:r>
              <a:rPr b="0" dirty="0"/>
              <a:t> les </a:t>
            </a:r>
            <a:r>
              <a:rPr dirty="0" err="1">
                <a:solidFill>
                  <a:srgbClr val="250AC6"/>
                </a:solidFill>
              </a:rPr>
              <a:t>nbre</a:t>
            </a:r>
            <a:r>
              <a:rPr b="0" dirty="0"/>
              <a:t> premières </a:t>
            </a:r>
            <a:r>
              <a:rPr b="0" dirty="0" err="1"/>
              <a:t>lignes</a:t>
            </a:r>
            <a:r>
              <a:rPr b="0" dirty="0"/>
              <a:t> du </a:t>
            </a:r>
            <a:r>
              <a:rPr b="0" dirty="0" err="1"/>
              <a:t>fichier</a:t>
            </a:r>
            <a:endParaRPr b="0" dirty="0"/>
          </a:p>
          <a:p>
            <a:pPr marL="795370" lvl="1" indent="-275518" algn="just" defTabSz="481695">
              <a:lnSpc>
                <a:spcPct val="90000"/>
              </a:lnSpc>
              <a:spcBef>
                <a:spcPts val="1881"/>
              </a:spcBef>
              <a:defRPr sz="2500" b="1"/>
            </a:pPr>
            <a:r>
              <a:rPr dirty="0"/>
              <a:t>head -c </a:t>
            </a:r>
            <a:r>
              <a:rPr sz="2876" dirty="0" err="1">
                <a:solidFill>
                  <a:srgbClr val="250AC6"/>
                </a:solidFill>
              </a:rPr>
              <a:t>nbre</a:t>
            </a:r>
            <a:r>
              <a:rPr sz="2876" dirty="0">
                <a:solidFill>
                  <a:srgbClr val="250AC6"/>
                </a:solidFill>
              </a:rPr>
              <a:t> </a:t>
            </a:r>
            <a:r>
              <a:rPr b="0" i="1" dirty="0" err="1"/>
              <a:t>fichier</a:t>
            </a:r>
            <a:r>
              <a:rPr b="0" dirty="0"/>
              <a:t>: </a:t>
            </a:r>
            <a:r>
              <a:rPr b="0" dirty="0" err="1"/>
              <a:t>afficher</a:t>
            </a:r>
            <a:r>
              <a:rPr b="0" dirty="0"/>
              <a:t> les</a:t>
            </a:r>
            <a:r>
              <a:rPr sz="2876" dirty="0">
                <a:solidFill>
                  <a:srgbClr val="250AC6"/>
                </a:solidFill>
              </a:rPr>
              <a:t> </a:t>
            </a:r>
            <a:r>
              <a:rPr sz="2876" dirty="0" err="1">
                <a:solidFill>
                  <a:srgbClr val="250AC6"/>
                </a:solidFill>
              </a:rPr>
              <a:t>nbre</a:t>
            </a:r>
            <a:r>
              <a:rPr sz="2876" dirty="0">
                <a:solidFill>
                  <a:srgbClr val="250AC6"/>
                </a:solidFill>
              </a:rPr>
              <a:t> </a:t>
            </a:r>
            <a:r>
              <a:rPr b="0" dirty="0"/>
              <a:t>premiers </a:t>
            </a:r>
            <a:r>
              <a:rPr b="0" dirty="0" err="1"/>
              <a:t>caractères</a:t>
            </a:r>
            <a:r>
              <a:rPr b="0" dirty="0"/>
              <a:t> du </a:t>
            </a:r>
            <a:r>
              <a:rPr b="0" dirty="0" err="1"/>
              <a:t>fichier</a:t>
            </a:r>
            <a:r>
              <a:rPr b="0" dirty="0"/>
              <a:t>.</a:t>
            </a:r>
          </a:p>
          <a:p>
            <a:pPr marL="0" lvl="1" indent="134035" algn="ctr" defTabSz="481695">
              <a:lnSpc>
                <a:spcPct val="90000"/>
              </a:lnSpc>
              <a:spcBef>
                <a:spcPts val="1881"/>
              </a:spcBef>
              <a:buSzTx/>
              <a:buNone/>
              <a:defRPr sz="2500" b="1" i="1" u="sng">
                <a:solidFill>
                  <a:srgbClr val="B0564E"/>
                </a:solidFill>
              </a:defRPr>
            </a:pPr>
            <a:r>
              <a:rPr dirty="0" err="1">
                <a:solidFill>
                  <a:srgbClr val="0070C0"/>
                </a:solidFill>
              </a:rPr>
              <a:t>Commande</a:t>
            </a:r>
            <a:r>
              <a:rPr dirty="0">
                <a:solidFill>
                  <a:srgbClr val="0070C0"/>
                </a:solidFill>
              </a:rPr>
              <a:t> </a:t>
            </a:r>
            <a:r>
              <a:rPr lang="fr-FR" dirty="0"/>
              <a:t>  </a:t>
            </a:r>
            <a:r>
              <a:rPr dirty="0">
                <a:solidFill>
                  <a:srgbClr val="002060"/>
                </a:solidFill>
              </a:rPr>
              <a:t>tail</a:t>
            </a:r>
          </a:p>
          <a:p>
            <a:pPr marL="275518" indent="-275518" algn="just" defTabSz="481695">
              <a:lnSpc>
                <a:spcPct val="90000"/>
              </a:lnSpc>
              <a:spcBef>
                <a:spcPts val="1881"/>
              </a:spcBef>
              <a:defRPr sz="2500"/>
            </a:pPr>
            <a:r>
              <a:rPr dirty="0"/>
              <a:t>La </a:t>
            </a:r>
            <a:r>
              <a:rPr dirty="0" err="1"/>
              <a:t>commande</a:t>
            </a:r>
            <a:r>
              <a:rPr dirty="0"/>
              <a:t> «</a:t>
            </a:r>
            <a:r>
              <a:rPr b="1" dirty="0"/>
              <a:t> tail </a:t>
            </a:r>
            <a:r>
              <a:rPr dirty="0"/>
              <a:t>»  </a:t>
            </a:r>
            <a:r>
              <a:rPr dirty="0" err="1"/>
              <a:t>permet</a:t>
            </a:r>
            <a:r>
              <a:rPr dirty="0"/>
              <a:t> </a:t>
            </a:r>
            <a:r>
              <a:rPr dirty="0" err="1"/>
              <a:t>d’afficher</a:t>
            </a:r>
            <a:r>
              <a:rPr dirty="0"/>
              <a:t> par </a:t>
            </a:r>
            <a:r>
              <a:rPr dirty="0" err="1"/>
              <a:t>défaut</a:t>
            </a:r>
            <a:r>
              <a:rPr dirty="0"/>
              <a:t> les dix </a:t>
            </a:r>
            <a:r>
              <a:rPr dirty="0" err="1"/>
              <a:t>dernières</a:t>
            </a:r>
            <a:r>
              <a:rPr dirty="0"/>
              <a:t> </a:t>
            </a:r>
            <a:r>
              <a:rPr dirty="0" err="1"/>
              <a:t>lignes</a:t>
            </a:r>
            <a:r>
              <a:rPr dirty="0"/>
              <a:t>.</a:t>
            </a:r>
          </a:p>
          <a:p>
            <a:pPr marL="795370" lvl="1" indent="-275518" algn="just" defTabSz="481695">
              <a:lnSpc>
                <a:spcPct val="90000"/>
              </a:lnSpc>
              <a:spcBef>
                <a:spcPts val="1881"/>
              </a:spcBef>
              <a:defRPr sz="2500" b="1"/>
            </a:pPr>
            <a:r>
              <a:rPr dirty="0"/>
              <a:t>tail -n </a:t>
            </a:r>
            <a:r>
              <a:rPr sz="2876" dirty="0" err="1">
                <a:solidFill>
                  <a:srgbClr val="250AC6"/>
                </a:solidFill>
              </a:rPr>
              <a:t>nbre</a:t>
            </a:r>
            <a:r>
              <a:rPr sz="2876" dirty="0">
                <a:solidFill>
                  <a:srgbClr val="250AC6"/>
                </a:solidFill>
              </a:rPr>
              <a:t> </a:t>
            </a:r>
            <a:r>
              <a:rPr b="0" i="1" dirty="0" err="1"/>
              <a:t>fichier</a:t>
            </a:r>
            <a:r>
              <a:rPr b="0" dirty="0"/>
              <a:t>: </a:t>
            </a:r>
            <a:r>
              <a:rPr b="0" dirty="0" err="1"/>
              <a:t>afficher</a:t>
            </a:r>
            <a:r>
              <a:rPr b="0" dirty="0"/>
              <a:t> les </a:t>
            </a:r>
            <a:r>
              <a:rPr dirty="0" err="1">
                <a:solidFill>
                  <a:srgbClr val="250AC6"/>
                </a:solidFill>
              </a:rPr>
              <a:t>nbre</a:t>
            </a:r>
            <a:r>
              <a:rPr b="0" dirty="0"/>
              <a:t> </a:t>
            </a:r>
            <a:r>
              <a:rPr b="0" dirty="0" err="1"/>
              <a:t>dernières</a:t>
            </a:r>
            <a:r>
              <a:rPr b="0" dirty="0"/>
              <a:t> </a:t>
            </a:r>
            <a:r>
              <a:rPr b="0" dirty="0" err="1"/>
              <a:t>lignes</a:t>
            </a:r>
            <a:r>
              <a:rPr b="0" dirty="0"/>
              <a:t> du </a:t>
            </a:r>
            <a:r>
              <a:rPr b="0" dirty="0" err="1"/>
              <a:t>fichier</a:t>
            </a:r>
            <a:endParaRPr b="0" dirty="0"/>
          </a:p>
          <a:p>
            <a:pPr marL="795370" lvl="1" indent="-275518" algn="just" defTabSz="481695">
              <a:lnSpc>
                <a:spcPct val="90000"/>
              </a:lnSpc>
              <a:spcBef>
                <a:spcPts val="1881"/>
              </a:spcBef>
              <a:defRPr sz="2500" b="1"/>
            </a:pPr>
            <a:r>
              <a:rPr dirty="0"/>
              <a:t>tail -c </a:t>
            </a:r>
            <a:r>
              <a:rPr sz="2876" dirty="0" err="1">
                <a:solidFill>
                  <a:srgbClr val="250AC6"/>
                </a:solidFill>
              </a:rPr>
              <a:t>nbre</a:t>
            </a:r>
            <a:r>
              <a:rPr sz="2876" dirty="0">
                <a:solidFill>
                  <a:srgbClr val="250AC6"/>
                </a:solidFill>
              </a:rPr>
              <a:t> </a:t>
            </a:r>
            <a:r>
              <a:rPr b="0" i="1" dirty="0" err="1"/>
              <a:t>fichier</a:t>
            </a:r>
            <a:r>
              <a:rPr b="0" dirty="0"/>
              <a:t>: </a:t>
            </a:r>
            <a:r>
              <a:rPr b="0" dirty="0" err="1"/>
              <a:t>afficher</a:t>
            </a:r>
            <a:r>
              <a:rPr b="0" dirty="0"/>
              <a:t> les</a:t>
            </a:r>
            <a:r>
              <a:rPr sz="2876" dirty="0">
                <a:solidFill>
                  <a:srgbClr val="250AC6"/>
                </a:solidFill>
              </a:rPr>
              <a:t> </a:t>
            </a:r>
            <a:r>
              <a:rPr sz="2876" dirty="0" err="1">
                <a:solidFill>
                  <a:srgbClr val="250AC6"/>
                </a:solidFill>
              </a:rPr>
              <a:t>nbre</a:t>
            </a:r>
            <a:r>
              <a:rPr sz="2876" dirty="0">
                <a:solidFill>
                  <a:srgbClr val="250AC6"/>
                </a:solidFill>
              </a:rPr>
              <a:t> </a:t>
            </a:r>
            <a:r>
              <a:rPr b="0" dirty="0" err="1"/>
              <a:t>derniers</a:t>
            </a:r>
            <a:r>
              <a:rPr b="0" dirty="0"/>
              <a:t> </a:t>
            </a:r>
            <a:r>
              <a:rPr b="0" dirty="0" err="1"/>
              <a:t>caractères</a:t>
            </a:r>
            <a:r>
              <a:rPr b="0" dirty="0"/>
              <a:t> du </a:t>
            </a:r>
            <a:r>
              <a:rPr b="0" dirty="0" err="1"/>
              <a:t>fichier</a:t>
            </a:r>
            <a:endParaRPr b="0" dirty="0"/>
          </a:p>
          <a:p>
            <a:pPr marL="0" indent="0" algn="ctr" defTabSz="572581">
              <a:lnSpc>
                <a:spcPct val="90000"/>
              </a:lnSpc>
              <a:spcBef>
                <a:spcPts val="2323"/>
              </a:spcBef>
              <a:buSzTx/>
              <a:buNone/>
              <a:defRPr sz="3000" b="1" i="1" u="sng">
                <a:solidFill>
                  <a:srgbClr val="B0564E"/>
                </a:solidFill>
              </a:defRPr>
            </a:pPr>
            <a:r>
              <a:rPr dirty="0" err="1">
                <a:solidFill>
                  <a:srgbClr val="0070C0"/>
                </a:solidFill>
              </a:rPr>
              <a:t>Commande</a:t>
            </a:r>
            <a:r>
              <a:rPr dirty="0">
                <a:solidFill>
                  <a:srgbClr val="0070C0"/>
                </a:solidFill>
              </a:rPr>
              <a:t> </a:t>
            </a:r>
            <a:r>
              <a:rPr lang="fr-FR" dirty="0"/>
              <a:t>  </a:t>
            </a:r>
            <a:r>
              <a:rPr dirty="0">
                <a:solidFill>
                  <a:srgbClr val="002060"/>
                </a:solidFill>
              </a:rPr>
              <a:t>tr</a:t>
            </a:r>
          </a:p>
          <a:p>
            <a:pPr marL="327505" indent="-327505" defTabSz="572581">
              <a:lnSpc>
                <a:spcPct val="90000"/>
              </a:lnSpc>
              <a:spcBef>
                <a:spcPts val="2323"/>
              </a:spcBef>
              <a:defRPr sz="2500"/>
            </a:pPr>
            <a:r>
              <a:rPr dirty="0"/>
              <a:t>La </a:t>
            </a:r>
            <a:r>
              <a:rPr dirty="0" err="1"/>
              <a:t>commande</a:t>
            </a:r>
            <a:r>
              <a:rPr dirty="0"/>
              <a:t> « </a:t>
            </a:r>
            <a:r>
              <a:rPr b="1" dirty="0"/>
              <a:t>tr</a:t>
            </a:r>
            <a:r>
              <a:rPr dirty="0"/>
              <a:t> » </a:t>
            </a:r>
            <a:r>
              <a:rPr dirty="0" err="1"/>
              <a:t>permet</a:t>
            </a:r>
            <a:r>
              <a:rPr dirty="0"/>
              <a:t> de </a:t>
            </a:r>
            <a:r>
              <a:rPr dirty="0" err="1"/>
              <a:t>remplacer</a:t>
            </a:r>
            <a:r>
              <a:rPr dirty="0"/>
              <a:t> </a:t>
            </a:r>
            <a:r>
              <a:rPr dirty="0" err="1"/>
              <a:t>une</a:t>
            </a:r>
            <a:r>
              <a:rPr dirty="0"/>
              <a:t> </a:t>
            </a:r>
            <a:r>
              <a:rPr dirty="0" err="1"/>
              <a:t>chaine</a:t>
            </a:r>
            <a:r>
              <a:rPr dirty="0"/>
              <a:t> par </a:t>
            </a:r>
            <a:r>
              <a:rPr dirty="0" err="1"/>
              <a:t>une</a:t>
            </a:r>
            <a:r>
              <a:rPr dirty="0"/>
              <a:t> </a:t>
            </a:r>
            <a:r>
              <a:rPr dirty="0" err="1"/>
              <a:t>autre</a:t>
            </a:r>
            <a:r>
              <a:rPr dirty="0"/>
              <a:t>.</a:t>
            </a:r>
            <a:endParaRPr lang="fr-FR" dirty="0"/>
          </a:p>
          <a:p>
            <a:pPr marL="327505" indent="-327505" defTabSz="572581">
              <a:lnSpc>
                <a:spcPct val="90000"/>
              </a:lnSpc>
              <a:spcBef>
                <a:spcPts val="2323"/>
              </a:spcBef>
              <a:defRPr sz="2500"/>
            </a:pPr>
            <a:r>
              <a:rPr lang="fr-FR" b="1" dirty="0">
                <a:solidFill>
                  <a:srgbClr val="002060"/>
                </a:solidFill>
              </a:rPr>
              <a:t>                                                 tr  [options]  SET1  [SET2]</a:t>
            </a:r>
            <a:endParaRPr b="1" dirty="0"/>
          </a:p>
        </p:txBody>
      </p:sp>
      <p:sp>
        <p:nvSpPr>
          <p:cNvPr id="819" name="Espace réservé du numéro de diapositive 1"/>
          <p:cNvSpPr txBox="1">
            <a:spLocks noGrp="1"/>
          </p:cNvSpPr>
          <p:nvPr>
            <p:ph type="sldNum" sz="quarter" idx="2"/>
          </p:nvPr>
        </p:nvSpPr>
        <p:spPr>
          <a:xfrm>
            <a:off x="7029966" y="10265453"/>
            <a:ext cx="362740" cy="412859"/>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38</a:t>
            </a:fld>
            <a:endParaRPr/>
          </a:p>
        </p:txBody>
      </p:sp>
    </p:spTree>
  </p:cSld>
  <p:clrMapOvr>
    <a:masterClrMapping/>
  </p:clrMapOvr>
  <p:transition spd="med"/>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21" name="Commandes Shell : Manipulation des fichiers et des répertoires"/>
          <p:cNvSpPr txBox="1">
            <a:spLocks noGrp="1"/>
          </p:cNvSpPr>
          <p:nvPr>
            <p:ph type="title"/>
          </p:nvPr>
        </p:nvSpPr>
        <p:spPr>
          <a:xfrm>
            <a:off x="586672" y="908025"/>
            <a:ext cx="13464046" cy="1524891"/>
          </a:xfrm>
          <a:prstGeom prst="rect">
            <a:avLst/>
          </a:prstGeom>
        </p:spPr>
        <p:txBody>
          <a:bodyPr/>
          <a:lstStyle>
            <a:lvl1pPr defTabSz="368045">
              <a:spcBef>
                <a:spcPts val="1000"/>
              </a:spcBef>
              <a:defRPr sz="4400"/>
            </a:lvl1pPr>
          </a:lstStyle>
          <a:p>
            <a:r>
              <a:t>Commandes Shell : Manipulation des fichiers et des répertoires  </a:t>
            </a:r>
          </a:p>
        </p:txBody>
      </p:sp>
      <p:sp>
        <p:nvSpPr>
          <p:cNvPr id="822" name="Commande touch…"/>
          <p:cNvSpPr txBox="1">
            <a:spLocks noGrp="1"/>
          </p:cNvSpPr>
          <p:nvPr>
            <p:ph type="body" idx="1"/>
          </p:nvPr>
        </p:nvSpPr>
        <p:spPr>
          <a:xfrm>
            <a:off x="586671" y="2931254"/>
            <a:ext cx="13589744" cy="7726633"/>
          </a:xfrm>
          <a:prstGeom prst="rect">
            <a:avLst/>
          </a:prstGeom>
        </p:spPr>
        <p:txBody>
          <a:bodyPr/>
          <a:lstStyle/>
          <a:p>
            <a:pPr marL="0" indent="0" algn="ctr" defTabSz="467243">
              <a:lnSpc>
                <a:spcPct val="90000"/>
              </a:lnSpc>
              <a:spcBef>
                <a:spcPts val="1770"/>
              </a:spcBef>
              <a:buSzTx/>
              <a:buNone/>
              <a:defRPr sz="2328" b="1" i="1" u="sng">
                <a:solidFill>
                  <a:srgbClr val="B0564E"/>
                </a:solidFill>
              </a:defRPr>
            </a:pPr>
            <a:r>
              <a:rPr dirty="0" err="1">
                <a:solidFill>
                  <a:srgbClr val="0070C0"/>
                </a:solidFill>
              </a:rPr>
              <a:t>Commande</a:t>
            </a:r>
            <a:r>
              <a:rPr dirty="0"/>
              <a:t> </a:t>
            </a:r>
            <a:r>
              <a:rPr lang="fr-FR" dirty="0"/>
              <a:t>  </a:t>
            </a:r>
            <a:r>
              <a:rPr dirty="0" err="1">
                <a:solidFill>
                  <a:srgbClr val="002060"/>
                </a:solidFill>
              </a:rPr>
              <a:t>wc</a:t>
            </a:r>
            <a:endParaRPr sz="2253" dirty="0">
              <a:solidFill>
                <a:srgbClr val="002060"/>
              </a:solidFill>
            </a:endParaRPr>
          </a:p>
          <a:p>
            <a:pPr marL="267254" indent="-267254" algn="just" defTabSz="467243">
              <a:spcBef>
                <a:spcPts val="1770"/>
              </a:spcBef>
              <a:defRPr sz="2231"/>
            </a:pPr>
            <a:r>
              <a:rPr dirty="0"/>
              <a:t>La </a:t>
            </a:r>
            <a:r>
              <a:rPr dirty="0" err="1"/>
              <a:t>commande</a:t>
            </a:r>
            <a:r>
              <a:rPr dirty="0"/>
              <a:t> « </a:t>
            </a:r>
            <a:r>
              <a:rPr b="1" dirty="0" err="1"/>
              <a:t>wc</a:t>
            </a:r>
            <a:r>
              <a:rPr dirty="0"/>
              <a:t> » </a:t>
            </a:r>
            <a:r>
              <a:rPr dirty="0" err="1"/>
              <a:t>permet</a:t>
            </a:r>
            <a:r>
              <a:rPr dirty="0"/>
              <a:t> </a:t>
            </a:r>
            <a:r>
              <a:rPr dirty="0" err="1"/>
              <a:t>d’afficher</a:t>
            </a:r>
            <a:r>
              <a:rPr dirty="0"/>
              <a:t> le </a:t>
            </a:r>
            <a:r>
              <a:rPr dirty="0" err="1"/>
              <a:t>nombre</a:t>
            </a:r>
            <a:r>
              <a:rPr dirty="0"/>
              <a:t> de </a:t>
            </a:r>
            <a:r>
              <a:rPr dirty="0" err="1"/>
              <a:t>lignes</a:t>
            </a:r>
            <a:r>
              <a:rPr dirty="0"/>
              <a:t>, </a:t>
            </a:r>
            <a:r>
              <a:rPr dirty="0" err="1"/>
              <a:t>nombre</a:t>
            </a:r>
            <a:r>
              <a:rPr dirty="0"/>
              <a:t> des mots, </a:t>
            </a:r>
            <a:r>
              <a:rPr dirty="0" err="1"/>
              <a:t>nombre</a:t>
            </a:r>
            <a:r>
              <a:rPr dirty="0"/>
              <a:t> </a:t>
            </a:r>
            <a:r>
              <a:rPr dirty="0" err="1"/>
              <a:t>d’octets</a:t>
            </a:r>
            <a:r>
              <a:rPr dirty="0"/>
              <a:t>.</a:t>
            </a:r>
          </a:p>
          <a:p>
            <a:pPr marL="771508" lvl="1" indent="-267254" algn="just" defTabSz="467243">
              <a:spcBef>
                <a:spcPts val="1770"/>
              </a:spcBef>
              <a:defRPr sz="2231"/>
            </a:pPr>
            <a:r>
              <a:rPr b="1" i="1" dirty="0" err="1"/>
              <a:t>wc</a:t>
            </a:r>
            <a:r>
              <a:rPr b="1" i="1" dirty="0"/>
              <a:t> -l</a:t>
            </a:r>
            <a:r>
              <a:rPr dirty="0"/>
              <a:t> </a:t>
            </a:r>
            <a:r>
              <a:rPr i="1" dirty="0" err="1"/>
              <a:t>fichier</a:t>
            </a:r>
            <a:r>
              <a:rPr dirty="0"/>
              <a:t>: </a:t>
            </a:r>
            <a:r>
              <a:rPr dirty="0" err="1"/>
              <a:t>Afficher</a:t>
            </a:r>
            <a:r>
              <a:rPr dirty="0"/>
              <a:t> le </a:t>
            </a:r>
            <a:r>
              <a:rPr dirty="0" err="1"/>
              <a:t>nombre</a:t>
            </a:r>
            <a:r>
              <a:rPr dirty="0"/>
              <a:t> de </a:t>
            </a:r>
            <a:r>
              <a:rPr dirty="0" err="1"/>
              <a:t>lignes</a:t>
            </a:r>
            <a:r>
              <a:rPr dirty="0"/>
              <a:t> du </a:t>
            </a:r>
            <a:r>
              <a:rPr i="1" dirty="0" err="1"/>
              <a:t>fichier</a:t>
            </a:r>
            <a:r>
              <a:rPr dirty="0"/>
              <a:t>.</a:t>
            </a:r>
          </a:p>
          <a:p>
            <a:pPr marL="771508" lvl="1" indent="-267254" algn="just" defTabSz="467243">
              <a:spcBef>
                <a:spcPts val="1770"/>
              </a:spcBef>
              <a:defRPr sz="2231"/>
            </a:pPr>
            <a:r>
              <a:rPr b="1" dirty="0" err="1"/>
              <a:t>wc</a:t>
            </a:r>
            <a:r>
              <a:rPr b="1" dirty="0"/>
              <a:t> -w</a:t>
            </a:r>
            <a:r>
              <a:rPr dirty="0"/>
              <a:t> </a:t>
            </a:r>
            <a:r>
              <a:rPr i="1" dirty="0" err="1"/>
              <a:t>fichier</a:t>
            </a:r>
            <a:r>
              <a:rPr dirty="0"/>
              <a:t>: </a:t>
            </a:r>
            <a:r>
              <a:rPr dirty="0" err="1"/>
              <a:t>Afficher</a:t>
            </a:r>
            <a:r>
              <a:rPr dirty="0"/>
              <a:t> le </a:t>
            </a:r>
            <a:r>
              <a:rPr dirty="0" err="1"/>
              <a:t>nombre</a:t>
            </a:r>
            <a:r>
              <a:rPr dirty="0"/>
              <a:t> de mots du </a:t>
            </a:r>
            <a:r>
              <a:rPr i="1" dirty="0" err="1"/>
              <a:t>fichier</a:t>
            </a:r>
            <a:r>
              <a:rPr dirty="0"/>
              <a:t>.</a:t>
            </a:r>
          </a:p>
          <a:p>
            <a:pPr marL="771508" lvl="1" indent="-267254" algn="just" defTabSz="467243">
              <a:spcBef>
                <a:spcPts val="1770"/>
              </a:spcBef>
              <a:defRPr sz="2231"/>
            </a:pPr>
            <a:r>
              <a:rPr b="1" dirty="0" err="1"/>
              <a:t>wc</a:t>
            </a:r>
            <a:r>
              <a:rPr b="1" dirty="0"/>
              <a:t> -c</a:t>
            </a:r>
            <a:r>
              <a:rPr dirty="0"/>
              <a:t> </a:t>
            </a:r>
            <a:r>
              <a:rPr i="1" dirty="0" err="1"/>
              <a:t>fichier</a:t>
            </a:r>
            <a:r>
              <a:rPr dirty="0"/>
              <a:t>: </a:t>
            </a:r>
            <a:r>
              <a:rPr dirty="0" err="1"/>
              <a:t>Afficher</a:t>
            </a:r>
            <a:r>
              <a:rPr dirty="0"/>
              <a:t> le </a:t>
            </a:r>
            <a:r>
              <a:rPr dirty="0" err="1"/>
              <a:t>nombre</a:t>
            </a:r>
            <a:r>
              <a:rPr dirty="0"/>
              <a:t> </a:t>
            </a:r>
            <a:r>
              <a:rPr dirty="0" err="1"/>
              <a:t>d’octets</a:t>
            </a:r>
            <a:r>
              <a:rPr dirty="0"/>
              <a:t> du </a:t>
            </a:r>
            <a:r>
              <a:rPr dirty="0" err="1"/>
              <a:t>fichier</a:t>
            </a:r>
            <a:r>
              <a:rPr dirty="0"/>
              <a:t>.</a:t>
            </a:r>
          </a:p>
          <a:p>
            <a:pPr marL="771508" lvl="1" indent="-267254" algn="just" defTabSz="467243">
              <a:spcBef>
                <a:spcPts val="1770"/>
              </a:spcBef>
              <a:defRPr sz="2231"/>
            </a:pPr>
            <a:r>
              <a:rPr b="1" dirty="0" err="1"/>
              <a:t>wc</a:t>
            </a:r>
            <a:r>
              <a:rPr b="1" dirty="0"/>
              <a:t> -m </a:t>
            </a:r>
            <a:r>
              <a:rPr i="1" dirty="0" err="1"/>
              <a:t>fichier</a:t>
            </a:r>
            <a:r>
              <a:rPr dirty="0"/>
              <a:t>: </a:t>
            </a:r>
            <a:r>
              <a:rPr dirty="0" err="1"/>
              <a:t>Afficher</a:t>
            </a:r>
            <a:r>
              <a:rPr dirty="0"/>
              <a:t> le </a:t>
            </a:r>
            <a:r>
              <a:rPr dirty="0" err="1"/>
              <a:t>nombre</a:t>
            </a:r>
            <a:r>
              <a:rPr dirty="0"/>
              <a:t> de </a:t>
            </a:r>
            <a:r>
              <a:rPr dirty="0" err="1"/>
              <a:t>caractères</a:t>
            </a:r>
            <a:r>
              <a:rPr dirty="0"/>
              <a:t> du </a:t>
            </a:r>
            <a:r>
              <a:rPr dirty="0" err="1"/>
              <a:t>fichier</a:t>
            </a:r>
            <a:r>
              <a:rPr dirty="0"/>
              <a:t>.</a:t>
            </a:r>
            <a:endParaRPr sz="1825" dirty="0"/>
          </a:p>
          <a:p>
            <a:pPr marL="0" indent="0" algn="ctr" defTabSz="555404">
              <a:lnSpc>
                <a:spcPct val="80000"/>
              </a:lnSpc>
              <a:spcBef>
                <a:spcPts val="2213"/>
              </a:spcBef>
              <a:buSzTx/>
              <a:buNone/>
              <a:defRPr sz="2037" b="1" i="1" u="sng">
                <a:solidFill>
                  <a:srgbClr val="B0564E"/>
                </a:solidFill>
              </a:defRPr>
            </a:pPr>
            <a:r>
              <a:rPr sz="2575" dirty="0" err="1">
                <a:solidFill>
                  <a:srgbClr val="0070C0"/>
                </a:solidFill>
              </a:rPr>
              <a:t>Commande</a:t>
            </a:r>
            <a:r>
              <a:rPr sz="1825" dirty="0">
                <a:solidFill>
                  <a:srgbClr val="0070C0"/>
                </a:solidFill>
              </a:rPr>
              <a:t> </a:t>
            </a:r>
            <a:r>
              <a:rPr lang="fr-FR" sz="1825" dirty="0"/>
              <a:t>  </a:t>
            </a:r>
            <a:r>
              <a:rPr sz="2575" dirty="0">
                <a:solidFill>
                  <a:srgbClr val="002060"/>
                </a:solidFill>
              </a:rPr>
              <a:t>split</a:t>
            </a:r>
          </a:p>
          <a:p>
            <a:pPr marL="267254" indent="-267254" algn="just" defTabSz="467243">
              <a:spcBef>
                <a:spcPts val="1770"/>
              </a:spcBef>
              <a:defRPr sz="2231"/>
            </a:pPr>
            <a:r>
              <a:rPr dirty="0"/>
              <a:t>La </a:t>
            </a:r>
            <a:r>
              <a:rPr dirty="0" err="1"/>
              <a:t>commande</a:t>
            </a:r>
            <a:r>
              <a:rPr dirty="0"/>
              <a:t> «</a:t>
            </a:r>
            <a:r>
              <a:rPr b="1" dirty="0"/>
              <a:t> split</a:t>
            </a:r>
            <a:r>
              <a:rPr dirty="0"/>
              <a:t>» </a:t>
            </a:r>
            <a:r>
              <a:rPr dirty="0" err="1"/>
              <a:t>permet</a:t>
            </a:r>
            <a:r>
              <a:rPr dirty="0"/>
              <a:t> de </a:t>
            </a:r>
            <a:r>
              <a:rPr dirty="0" err="1"/>
              <a:t>fragmenter</a:t>
            </a:r>
            <a:r>
              <a:rPr dirty="0"/>
              <a:t> un </a:t>
            </a:r>
            <a:r>
              <a:rPr dirty="0" err="1"/>
              <a:t>fichier</a:t>
            </a:r>
            <a:r>
              <a:rPr dirty="0"/>
              <a:t>. </a:t>
            </a:r>
            <a:r>
              <a:rPr dirty="0" err="1"/>
              <a:t>Chaque</a:t>
            </a:r>
            <a:r>
              <a:rPr dirty="0"/>
              <a:t> fragment </a:t>
            </a:r>
            <a:r>
              <a:rPr dirty="0" err="1"/>
              <a:t>est</a:t>
            </a:r>
            <a:r>
              <a:rPr dirty="0"/>
              <a:t> </a:t>
            </a:r>
            <a:r>
              <a:rPr dirty="0" err="1"/>
              <a:t>stocké</a:t>
            </a:r>
            <a:r>
              <a:rPr dirty="0"/>
              <a:t> dans des </a:t>
            </a:r>
            <a:r>
              <a:rPr dirty="0" err="1"/>
              <a:t>fichiers</a:t>
            </a:r>
            <a:r>
              <a:rPr dirty="0"/>
              <a:t> </a:t>
            </a:r>
            <a:r>
              <a:rPr dirty="0" err="1"/>
              <a:t>PREFIXaa</a:t>
            </a:r>
            <a:r>
              <a:rPr dirty="0"/>
              <a:t>, </a:t>
            </a:r>
            <a:r>
              <a:rPr dirty="0" err="1"/>
              <a:t>PREFIXab</a:t>
            </a:r>
            <a:r>
              <a:rPr dirty="0"/>
              <a:t> …</a:t>
            </a:r>
          </a:p>
          <a:p>
            <a:pPr marL="821934" lvl="1" indent="-317679" algn="just" defTabSz="555404">
              <a:spcBef>
                <a:spcPts val="2213"/>
              </a:spcBef>
              <a:defRPr sz="2231" b="1"/>
            </a:pPr>
            <a:r>
              <a:rPr i="1" dirty="0"/>
              <a:t>split -b</a:t>
            </a:r>
            <a:r>
              <a:rPr dirty="0"/>
              <a:t> </a:t>
            </a:r>
            <a:r>
              <a:rPr dirty="0">
                <a:solidFill>
                  <a:srgbClr val="250AC6"/>
                </a:solidFill>
              </a:rPr>
              <a:t>size</a:t>
            </a:r>
            <a:r>
              <a:rPr b="0" dirty="0"/>
              <a:t> </a:t>
            </a:r>
            <a:r>
              <a:rPr b="0" i="1" dirty="0" err="1"/>
              <a:t>fichier</a:t>
            </a:r>
            <a:r>
              <a:rPr b="0" dirty="0"/>
              <a:t> </a:t>
            </a:r>
            <a:r>
              <a:rPr b="0" i="1" dirty="0" err="1"/>
              <a:t>partie</a:t>
            </a:r>
            <a:r>
              <a:rPr b="0" dirty="0"/>
              <a:t>: </a:t>
            </a:r>
            <a:r>
              <a:rPr b="0" dirty="0" err="1"/>
              <a:t>Fragmente</a:t>
            </a:r>
            <a:r>
              <a:rPr b="0" dirty="0"/>
              <a:t> </a:t>
            </a:r>
            <a:r>
              <a:rPr b="0" i="1" u="sng" dirty="0" err="1"/>
              <a:t>fichier</a:t>
            </a:r>
            <a:r>
              <a:rPr b="0" dirty="0"/>
              <a:t> </a:t>
            </a:r>
            <a:r>
              <a:rPr b="0" dirty="0" err="1"/>
              <a:t>en</a:t>
            </a:r>
            <a:r>
              <a:rPr b="0" dirty="0"/>
              <a:t> des </a:t>
            </a:r>
            <a:r>
              <a:rPr b="0" dirty="0" err="1"/>
              <a:t>fichiers</a:t>
            </a:r>
            <a:r>
              <a:rPr b="0" dirty="0"/>
              <a:t> de taille </a:t>
            </a:r>
            <a:r>
              <a:rPr dirty="0">
                <a:solidFill>
                  <a:srgbClr val="250AC6"/>
                </a:solidFill>
              </a:rPr>
              <a:t>size </a:t>
            </a:r>
            <a:r>
              <a:rPr b="0" dirty="0"/>
              <a:t>(octets) </a:t>
            </a:r>
            <a:r>
              <a:rPr b="0" dirty="0" err="1"/>
              <a:t>nommés</a:t>
            </a:r>
            <a:r>
              <a:rPr b="0" dirty="0"/>
              <a:t> </a:t>
            </a:r>
            <a:r>
              <a:rPr b="0" dirty="0" err="1"/>
              <a:t>partieaa</a:t>
            </a:r>
            <a:r>
              <a:rPr b="0" dirty="0"/>
              <a:t>, </a:t>
            </a:r>
            <a:r>
              <a:rPr b="0" dirty="0" err="1"/>
              <a:t>partieab</a:t>
            </a:r>
            <a:r>
              <a:rPr b="0" dirty="0"/>
              <a:t>, etc. </a:t>
            </a:r>
          </a:p>
          <a:p>
            <a:pPr marL="821934" lvl="1" indent="-317679" algn="just" defTabSz="555404">
              <a:spcBef>
                <a:spcPts val="2213"/>
              </a:spcBef>
              <a:defRPr sz="2231" b="1"/>
            </a:pPr>
            <a:r>
              <a:rPr i="1" dirty="0"/>
              <a:t>split -l</a:t>
            </a:r>
            <a:r>
              <a:rPr dirty="0"/>
              <a:t> </a:t>
            </a:r>
            <a:r>
              <a:rPr b="0" dirty="0"/>
              <a:t> </a:t>
            </a:r>
            <a:r>
              <a:rPr dirty="0" err="1">
                <a:solidFill>
                  <a:srgbClr val="250AC6"/>
                </a:solidFill>
              </a:rPr>
              <a:t>nb</a:t>
            </a:r>
            <a:r>
              <a:rPr b="0" dirty="0"/>
              <a:t> </a:t>
            </a:r>
            <a:r>
              <a:rPr b="0" i="1" dirty="0" err="1"/>
              <a:t>fichier</a:t>
            </a:r>
            <a:r>
              <a:rPr b="0" dirty="0"/>
              <a:t> </a:t>
            </a:r>
            <a:r>
              <a:rPr b="0" i="1" dirty="0" err="1"/>
              <a:t>partie</a:t>
            </a:r>
            <a:r>
              <a:rPr b="0" dirty="0"/>
              <a:t>: </a:t>
            </a:r>
            <a:r>
              <a:rPr b="0" dirty="0" err="1"/>
              <a:t>Fragmente</a:t>
            </a:r>
            <a:r>
              <a:rPr b="0" dirty="0"/>
              <a:t> </a:t>
            </a:r>
            <a:r>
              <a:rPr b="0" i="1" u="sng" dirty="0" err="1"/>
              <a:t>fichier</a:t>
            </a:r>
            <a:r>
              <a:rPr b="0" dirty="0"/>
              <a:t> </a:t>
            </a:r>
            <a:r>
              <a:rPr b="0" dirty="0" err="1"/>
              <a:t>en</a:t>
            </a:r>
            <a:r>
              <a:rPr b="0" dirty="0"/>
              <a:t> des </a:t>
            </a:r>
            <a:r>
              <a:rPr b="0" dirty="0" err="1"/>
              <a:t>fichiers</a:t>
            </a:r>
            <a:r>
              <a:rPr b="0" dirty="0"/>
              <a:t> de taille </a:t>
            </a:r>
            <a:r>
              <a:rPr dirty="0" err="1">
                <a:solidFill>
                  <a:srgbClr val="250AC6"/>
                </a:solidFill>
              </a:rPr>
              <a:t>nb</a:t>
            </a:r>
            <a:r>
              <a:rPr dirty="0">
                <a:solidFill>
                  <a:srgbClr val="250AC6"/>
                </a:solidFill>
              </a:rPr>
              <a:t> </a:t>
            </a:r>
            <a:r>
              <a:rPr b="0" dirty="0"/>
              <a:t>(</a:t>
            </a:r>
            <a:r>
              <a:rPr b="0" dirty="0" err="1"/>
              <a:t>lignes</a:t>
            </a:r>
            <a:r>
              <a:rPr b="0" dirty="0"/>
              <a:t>) </a:t>
            </a:r>
            <a:r>
              <a:rPr b="0" dirty="0" err="1"/>
              <a:t>nommés</a:t>
            </a:r>
            <a:r>
              <a:rPr b="0" dirty="0"/>
              <a:t> </a:t>
            </a:r>
            <a:r>
              <a:rPr b="0" dirty="0" err="1"/>
              <a:t>partieaa</a:t>
            </a:r>
            <a:r>
              <a:rPr b="0" dirty="0"/>
              <a:t>, </a:t>
            </a:r>
            <a:r>
              <a:rPr b="0" dirty="0" err="1"/>
              <a:t>partieab</a:t>
            </a:r>
            <a:r>
              <a:rPr b="0" dirty="0"/>
              <a:t>, </a:t>
            </a:r>
            <a:r>
              <a:rPr b="0" dirty="0" err="1"/>
              <a:t>partieac</a:t>
            </a:r>
            <a:r>
              <a:rPr b="0" dirty="0"/>
              <a:t>…</a:t>
            </a:r>
          </a:p>
        </p:txBody>
      </p:sp>
      <p:sp>
        <p:nvSpPr>
          <p:cNvPr id="823" name="Espace réservé du numéro de diapositive 1"/>
          <p:cNvSpPr txBox="1">
            <a:spLocks noGrp="1"/>
          </p:cNvSpPr>
          <p:nvPr>
            <p:ph type="sldNum" sz="quarter" idx="2"/>
          </p:nvPr>
        </p:nvSpPr>
        <p:spPr>
          <a:xfrm>
            <a:off x="7029966" y="10265453"/>
            <a:ext cx="362740" cy="412859"/>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39</a:t>
            </a:fld>
            <a:endParaRPr/>
          </a:p>
        </p:txBody>
      </p:sp>
    </p:spTree>
  </p:cSld>
  <p:clrMapOvr>
    <a:masterClrMapping/>
  </p:clrMapOvr>
  <p:transition spd="med"/>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25" name="Commandes Shell : Manipulation des fichiers et des répertoires"/>
          <p:cNvSpPr txBox="1">
            <a:spLocks noGrp="1"/>
          </p:cNvSpPr>
          <p:nvPr>
            <p:ph type="title"/>
          </p:nvPr>
        </p:nvSpPr>
        <p:spPr>
          <a:xfrm>
            <a:off x="586672" y="908025"/>
            <a:ext cx="13464046" cy="1524891"/>
          </a:xfrm>
          <a:prstGeom prst="rect">
            <a:avLst/>
          </a:prstGeom>
        </p:spPr>
        <p:txBody>
          <a:bodyPr/>
          <a:lstStyle>
            <a:lvl1pPr defTabSz="368045">
              <a:spcBef>
                <a:spcPts val="1000"/>
              </a:spcBef>
              <a:defRPr sz="4400"/>
            </a:lvl1pPr>
          </a:lstStyle>
          <a:p>
            <a:r>
              <a:t>Commandes Shell : Manipulation des fichiers et des répertoires  </a:t>
            </a:r>
          </a:p>
        </p:txBody>
      </p:sp>
      <p:sp>
        <p:nvSpPr>
          <p:cNvPr id="826" name="Commande cp…"/>
          <p:cNvSpPr txBox="1">
            <a:spLocks noGrp="1"/>
          </p:cNvSpPr>
          <p:nvPr>
            <p:ph type="body" idx="1"/>
          </p:nvPr>
        </p:nvSpPr>
        <p:spPr>
          <a:xfrm>
            <a:off x="426798" y="3005124"/>
            <a:ext cx="13569073" cy="7709937"/>
          </a:xfrm>
          <a:prstGeom prst="rect">
            <a:avLst/>
          </a:prstGeom>
        </p:spPr>
        <p:txBody>
          <a:bodyPr anchor="t"/>
          <a:lstStyle/>
          <a:p>
            <a:pPr marL="0" indent="0" algn="ctr" defTabSz="572581">
              <a:spcBef>
                <a:spcPts val="2323"/>
              </a:spcBef>
              <a:buSzTx/>
              <a:buNone/>
              <a:defRPr sz="3000" b="1" i="1" u="sng">
                <a:solidFill>
                  <a:srgbClr val="B0564E"/>
                </a:solidFill>
              </a:defRPr>
            </a:pPr>
            <a:r>
              <a:rPr dirty="0" err="1">
                <a:solidFill>
                  <a:srgbClr val="0070C0"/>
                </a:solidFill>
              </a:rPr>
              <a:t>Commande</a:t>
            </a:r>
            <a:r>
              <a:rPr dirty="0"/>
              <a:t> </a:t>
            </a:r>
            <a:r>
              <a:rPr lang="fr-FR" dirty="0"/>
              <a:t>  </a:t>
            </a:r>
            <a:r>
              <a:rPr dirty="0">
                <a:solidFill>
                  <a:srgbClr val="002060"/>
                </a:solidFill>
              </a:rPr>
              <a:t>paste</a:t>
            </a:r>
          </a:p>
          <a:p>
            <a:pPr marL="275518" indent="-275518" algn="just" defTabSz="481695">
              <a:spcBef>
                <a:spcPts val="1881"/>
              </a:spcBef>
              <a:defRPr sz="2700"/>
            </a:pPr>
            <a:r>
              <a:rPr dirty="0"/>
              <a:t>La </a:t>
            </a:r>
            <a:r>
              <a:rPr dirty="0" err="1"/>
              <a:t>commande</a:t>
            </a:r>
            <a:r>
              <a:rPr dirty="0"/>
              <a:t> « </a:t>
            </a:r>
            <a:r>
              <a:rPr b="1" dirty="0"/>
              <a:t>paste</a:t>
            </a:r>
            <a:r>
              <a:rPr dirty="0"/>
              <a:t>» </a:t>
            </a:r>
            <a:r>
              <a:rPr dirty="0" err="1"/>
              <a:t>permet</a:t>
            </a:r>
            <a:r>
              <a:rPr dirty="0"/>
              <a:t> de </a:t>
            </a:r>
            <a:r>
              <a:rPr dirty="0" err="1"/>
              <a:t>joindre</a:t>
            </a:r>
            <a:r>
              <a:rPr dirty="0"/>
              <a:t> des </a:t>
            </a:r>
            <a:r>
              <a:rPr dirty="0" err="1"/>
              <a:t>fichiers</a:t>
            </a:r>
            <a:r>
              <a:rPr dirty="0"/>
              <a:t>  </a:t>
            </a:r>
            <a:r>
              <a:rPr dirty="0" err="1"/>
              <a:t>horizontalement</a:t>
            </a:r>
            <a:r>
              <a:rPr dirty="0"/>
              <a:t> .</a:t>
            </a:r>
          </a:p>
          <a:p>
            <a:pPr marL="795370" lvl="1" indent="-275518" algn="just" defTabSz="481695">
              <a:spcBef>
                <a:spcPts val="1881"/>
              </a:spcBef>
              <a:defRPr sz="2700"/>
            </a:pPr>
            <a:r>
              <a:rPr b="1" i="1" dirty="0"/>
              <a:t>paste –d</a:t>
            </a:r>
            <a:r>
              <a:rPr dirty="0"/>
              <a:t> « </a:t>
            </a:r>
            <a:r>
              <a:rPr b="1" i="1" dirty="0" err="1">
                <a:solidFill>
                  <a:srgbClr val="250AC6"/>
                </a:solidFill>
              </a:rPr>
              <a:t>délimiteur</a:t>
            </a:r>
            <a:r>
              <a:rPr dirty="0"/>
              <a:t>»  </a:t>
            </a:r>
            <a:r>
              <a:rPr i="1" dirty="0"/>
              <a:t>fichier</a:t>
            </a:r>
            <a:r>
              <a:rPr dirty="0"/>
              <a:t>1 </a:t>
            </a:r>
            <a:r>
              <a:rPr i="1" dirty="0"/>
              <a:t>fichier</a:t>
            </a:r>
            <a:r>
              <a:rPr dirty="0"/>
              <a:t>2 : </a:t>
            </a:r>
            <a:r>
              <a:rPr dirty="0" err="1"/>
              <a:t>concatène</a:t>
            </a:r>
            <a:r>
              <a:rPr dirty="0"/>
              <a:t> </a:t>
            </a:r>
            <a:r>
              <a:rPr dirty="0" err="1"/>
              <a:t>horizontalement</a:t>
            </a:r>
            <a:r>
              <a:rPr dirty="0"/>
              <a:t> </a:t>
            </a:r>
            <a:r>
              <a:rPr dirty="0" err="1"/>
              <a:t>chaque</a:t>
            </a:r>
            <a:r>
              <a:rPr dirty="0"/>
              <a:t> </a:t>
            </a:r>
            <a:r>
              <a:rPr dirty="0" err="1"/>
              <a:t>ligne</a:t>
            </a:r>
            <a:r>
              <a:rPr dirty="0"/>
              <a:t> du </a:t>
            </a:r>
            <a:r>
              <a:rPr i="1" dirty="0"/>
              <a:t>fichier</a:t>
            </a:r>
            <a:r>
              <a:rPr dirty="0"/>
              <a:t>1 avec la </a:t>
            </a:r>
            <a:r>
              <a:rPr dirty="0" err="1"/>
              <a:t>ligne</a:t>
            </a:r>
            <a:r>
              <a:rPr dirty="0"/>
              <a:t> </a:t>
            </a:r>
            <a:r>
              <a:rPr dirty="0" err="1"/>
              <a:t>correspondante</a:t>
            </a:r>
            <a:r>
              <a:rPr dirty="0"/>
              <a:t> du </a:t>
            </a:r>
            <a:r>
              <a:rPr i="1" dirty="0"/>
              <a:t>fichier2</a:t>
            </a:r>
            <a:r>
              <a:rPr dirty="0"/>
              <a:t>  </a:t>
            </a:r>
            <a:r>
              <a:rPr dirty="0" err="1"/>
              <a:t>séparé</a:t>
            </a:r>
            <a:r>
              <a:rPr dirty="0"/>
              <a:t> par « </a:t>
            </a:r>
            <a:r>
              <a:rPr b="1" i="1" dirty="0" err="1">
                <a:solidFill>
                  <a:srgbClr val="250AC6"/>
                </a:solidFill>
              </a:rPr>
              <a:t>délimiteur</a:t>
            </a:r>
            <a:r>
              <a:rPr dirty="0"/>
              <a:t> » . </a:t>
            </a:r>
          </a:p>
          <a:p>
            <a:pPr marL="795370" lvl="1" indent="-275518" algn="just" defTabSz="481695">
              <a:spcBef>
                <a:spcPts val="1881"/>
              </a:spcBef>
              <a:defRPr sz="2700"/>
            </a:pPr>
            <a:r>
              <a:rPr b="1" i="1" dirty="0"/>
              <a:t>paste –s </a:t>
            </a:r>
            <a:r>
              <a:rPr dirty="0"/>
              <a:t>  </a:t>
            </a:r>
            <a:r>
              <a:rPr i="1" dirty="0"/>
              <a:t>fichier1</a:t>
            </a:r>
            <a:r>
              <a:rPr dirty="0"/>
              <a:t> </a:t>
            </a:r>
            <a:r>
              <a:rPr i="1" dirty="0"/>
              <a:t>fichier2</a:t>
            </a:r>
            <a:r>
              <a:rPr dirty="0"/>
              <a:t> : </a:t>
            </a:r>
            <a:r>
              <a:rPr dirty="0" err="1"/>
              <a:t>concatène</a:t>
            </a:r>
            <a:r>
              <a:rPr dirty="0"/>
              <a:t> </a:t>
            </a:r>
            <a:r>
              <a:rPr dirty="0" err="1"/>
              <a:t>verticalement</a:t>
            </a:r>
            <a:r>
              <a:rPr dirty="0"/>
              <a:t>  les  </a:t>
            </a:r>
            <a:r>
              <a:rPr dirty="0" err="1"/>
              <a:t>lignes</a:t>
            </a:r>
            <a:r>
              <a:rPr dirty="0"/>
              <a:t>  du </a:t>
            </a:r>
            <a:r>
              <a:rPr dirty="0" err="1"/>
              <a:t>fichier</a:t>
            </a:r>
            <a:r>
              <a:rPr dirty="0"/>
              <a:t> 1 avec les  </a:t>
            </a:r>
            <a:r>
              <a:rPr dirty="0" err="1"/>
              <a:t>lignes</a:t>
            </a:r>
            <a:r>
              <a:rPr dirty="0"/>
              <a:t> du </a:t>
            </a:r>
            <a:r>
              <a:rPr dirty="0" err="1"/>
              <a:t>fichier</a:t>
            </a:r>
            <a:r>
              <a:rPr dirty="0"/>
              <a:t> 2 .</a:t>
            </a:r>
            <a:endParaRPr sz="2766" dirty="0"/>
          </a:p>
          <a:p>
            <a:pPr marL="0" indent="0" algn="ctr" defTabSz="572581">
              <a:spcBef>
                <a:spcPts val="2323"/>
              </a:spcBef>
              <a:buSzTx/>
              <a:buNone/>
              <a:defRPr sz="3000" b="1" i="1" u="sng">
                <a:solidFill>
                  <a:srgbClr val="B0564E"/>
                </a:solidFill>
              </a:defRPr>
            </a:pPr>
            <a:r>
              <a:rPr dirty="0" err="1">
                <a:solidFill>
                  <a:srgbClr val="0070C0"/>
                </a:solidFill>
              </a:rPr>
              <a:t>Commande</a:t>
            </a:r>
            <a:r>
              <a:rPr dirty="0"/>
              <a:t> </a:t>
            </a:r>
            <a:r>
              <a:rPr lang="fr-FR" dirty="0"/>
              <a:t>  </a:t>
            </a:r>
            <a:r>
              <a:rPr dirty="0">
                <a:solidFill>
                  <a:srgbClr val="002060"/>
                </a:solidFill>
              </a:rPr>
              <a:t>join</a:t>
            </a:r>
          </a:p>
          <a:p>
            <a:pPr marL="275518" indent="-275518" algn="just" defTabSz="481695">
              <a:spcBef>
                <a:spcPts val="1881"/>
              </a:spcBef>
              <a:defRPr sz="2700"/>
            </a:pPr>
            <a:r>
              <a:rPr dirty="0"/>
              <a:t>La </a:t>
            </a:r>
            <a:r>
              <a:rPr dirty="0" err="1"/>
              <a:t>commande</a:t>
            </a:r>
            <a:r>
              <a:rPr dirty="0"/>
              <a:t> «</a:t>
            </a:r>
            <a:r>
              <a:rPr b="1" dirty="0"/>
              <a:t> join </a:t>
            </a:r>
            <a:r>
              <a:rPr dirty="0"/>
              <a:t>» </a:t>
            </a:r>
            <a:r>
              <a:rPr dirty="0" err="1"/>
              <a:t>permet</a:t>
            </a:r>
            <a:r>
              <a:rPr dirty="0"/>
              <a:t> du </a:t>
            </a:r>
            <a:r>
              <a:rPr dirty="0" err="1"/>
              <a:t>fusionner</a:t>
            </a:r>
            <a:r>
              <a:rPr dirty="0"/>
              <a:t> les </a:t>
            </a:r>
            <a:r>
              <a:rPr dirty="0" err="1"/>
              <a:t>lignes</a:t>
            </a:r>
            <a:r>
              <a:rPr dirty="0"/>
              <a:t> de deux </a:t>
            </a:r>
            <a:r>
              <a:rPr dirty="0" err="1"/>
              <a:t>fichiers</a:t>
            </a:r>
            <a:r>
              <a:rPr dirty="0"/>
              <a:t> </a:t>
            </a:r>
            <a:r>
              <a:rPr dirty="0" err="1"/>
              <a:t>ayant</a:t>
            </a:r>
            <a:r>
              <a:rPr dirty="0"/>
              <a:t> des champs </a:t>
            </a:r>
            <a:r>
              <a:rPr dirty="0" err="1"/>
              <a:t>communs</a:t>
            </a:r>
            <a:r>
              <a:rPr dirty="0"/>
              <a:t>.</a:t>
            </a:r>
            <a:endParaRPr lang="fr-FR" dirty="0"/>
          </a:p>
          <a:p>
            <a:pPr marL="994039" indent="-107132" algn="just" defTabSz="481695">
              <a:spcBef>
                <a:spcPts val="1881"/>
              </a:spcBef>
              <a:defRPr sz="2700"/>
            </a:pPr>
            <a:r>
              <a:rPr lang="fr-FR" dirty="0"/>
              <a:t> </a:t>
            </a:r>
            <a:r>
              <a:rPr lang="fr-FR" b="1" i="1" dirty="0" err="1"/>
              <a:t>join</a:t>
            </a:r>
            <a:r>
              <a:rPr lang="fr-FR" b="1" i="1" dirty="0"/>
              <a:t> </a:t>
            </a:r>
            <a:r>
              <a:rPr lang="fr-FR" i="1" dirty="0"/>
              <a:t>fichier1</a:t>
            </a:r>
            <a:r>
              <a:rPr lang="fr-FR" dirty="0"/>
              <a:t> </a:t>
            </a:r>
            <a:r>
              <a:rPr lang="fr-FR" i="1" dirty="0"/>
              <a:t>fichier2</a:t>
            </a:r>
            <a:endParaRPr dirty="0"/>
          </a:p>
        </p:txBody>
      </p:sp>
      <p:sp>
        <p:nvSpPr>
          <p:cNvPr id="827" name="Espace réservé du numéro de diapositive 1"/>
          <p:cNvSpPr txBox="1">
            <a:spLocks noGrp="1"/>
          </p:cNvSpPr>
          <p:nvPr>
            <p:ph type="sldNum" sz="quarter" idx="2"/>
          </p:nvPr>
        </p:nvSpPr>
        <p:spPr>
          <a:xfrm>
            <a:off x="7029966" y="10265453"/>
            <a:ext cx="362740" cy="412859"/>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40</a:t>
            </a:fld>
            <a:endParaRPr/>
          </a:p>
        </p:txBody>
      </p:sp>
    </p:spTree>
  </p:cSld>
  <p:clrMapOvr>
    <a:masterClrMapping/>
  </p:clrMapOvr>
  <p:transition spd="med"/>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31" name="Commandes Shell : Manipulation des fichiers et des répertoires"/>
          <p:cNvSpPr txBox="1">
            <a:spLocks noGrp="1"/>
          </p:cNvSpPr>
          <p:nvPr>
            <p:ph type="title"/>
          </p:nvPr>
        </p:nvSpPr>
        <p:spPr>
          <a:xfrm>
            <a:off x="586672" y="908025"/>
            <a:ext cx="13464046" cy="1524891"/>
          </a:xfrm>
          <a:prstGeom prst="rect">
            <a:avLst/>
          </a:prstGeom>
        </p:spPr>
        <p:txBody>
          <a:bodyPr/>
          <a:lstStyle>
            <a:lvl1pPr defTabSz="368045">
              <a:spcBef>
                <a:spcPts val="1000"/>
              </a:spcBef>
              <a:defRPr sz="4400"/>
            </a:lvl1pPr>
          </a:lstStyle>
          <a:p>
            <a:r>
              <a:t>Commandes Shell : Manipulation des fichiers et des répertoires  </a:t>
            </a:r>
          </a:p>
        </p:txBody>
      </p:sp>
      <p:sp>
        <p:nvSpPr>
          <p:cNvPr id="832" name="Commande cp…"/>
          <p:cNvSpPr txBox="1">
            <a:spLocks noGrp="1"/>
          </p:cNvSpPr>
          <p:nvPr>
            <p:ph type="body" idx="1"/>
          </p:nvPr>
        </p:nvSpPr>
        <p:spPr>
          <a:xfrm>
            <a:off x="586670" y="2931253"/>
            <a:ext cx="13569073" cy="7709937"/>
          </a:xfrm>
          <a:prstGeom prst="rect">
            <a:avLst/>
          </a:prstGeom>
        </p:spPr>
        <p:txBody>
          <a:bodyPr anchor="t"/>
          <a:lstStyle/>
          <a:p>
            <a:pPr marL="0" indent="0" algn="ctr" defTabSz="543951">
              <a:spcBef>
                <a:spcPts val="2102"/>
              </a:spcBef>
              <a:buSzTx/>
              <a:buNone/>
              <a:defRPr sz="2850" b="1" i="1" u="sng">
                <a:solidFill>
                  <a:srgbClr val="B0564E"/>
                </a:solidFill>
              </a:defRPr>
            </a:pPr>
            <a:r>
              <a:rPr dirty="0" err="1">
                <a:solidFill>
                  <a:srgbClr val="0070C0"/>
                </a:solidFill>
              </a:rPr>
              <a:t>Commande</a:t>
            </a:r>
            <a:r>
              <a:rPr lang="fr-FR" dirty="0">
                <a:solidFill>
                  <a:srgbClr val="0070C0"/>
                </a:solidFill>
              </a:rPr>
              <a:t> </a:t>
            </a:r>
            <a:r>
              <a:rPr lang="fr-FR" dirty="0"/>
              <a:t> </a:t>
            </a:r>
            <a:r>
              <a:rPr dirty="0"/>
              <a:t> </a:t>
            </a:r>
            <a:r>
              <a:rPr dirty="0" err="1">
                <a:solidFill>
                  <a:srgbClr val="002060"/>
                </a:solidFill>
              </a:rPr>
              <a:t>mkdir</a:t>
            </a:r>
            <a:endParaRPr dirty="0">
              <a:solidFill>
                <a:srgbClr val="002060"/>
              </a:solidFill>
            </a:endParaRPr>
          </a:p>
          <a:p>
            <a:pPr marL="261743" indent="-261743" algn="just" defTabSz="457611">
              <a:spcBef>
                <a:spcPts val="1770"/>
              </a:spcBef>
              <a:defRPr sz="2565"/>
            </a:pPr>
            <a:r>
              <a:rPr dirty="0"/>
              <a:t>La </a:t>
            </a:r>
            <a:r>
              <a:rPr dirty="0" err="1"/>
              <a:t>commande</a:t>
            </a:r>
            <a:r>
              <a:rPr dirty="0"/>
              <a:t> « </a:t>
            </a:r>
            <a:r>
              <a:rPr dirty="0" err="1"/>
              <a:t>mkdir</a:t>
            </a:r>
            <a:r>
              <a:rPr dirty="0"/>
              <a:t> » </a:t>
            </a:r>
            <a:r>
              <a:rPr dirty="0" err="1"/>
              <a:t>permet</a:t>
            </a:r>
            <a:r>
              <a:rPr dirty="0"/>
              <a:t> la </a:t>
            </a:r>
            <a:r>
              <a:rPr dirty="0" err="1"/>
              <a:t>création</a:t>
            </a:r>
            <a:r>
              <a:rPr dirty="0"/>
              <a:t> d’un </a:t>
            </a:r>
            <a:r>
              <a:rPr dirty="0" err="1"/>
              <a:t>répertoire</a:t>
            </a:r>
            <a:r>
              <a:rPr dirty="0"/>
              <a:t> sous le chemin  </a:t>
            </a:r>
            <a:r>
              <a:rPr dirty="0" err="1"/>
              <a:t>spécifié</a:t>
            </a:r>
            <a:r>
              <a:rPr dirty="0"/>
              <a:t> </a:t>
            </a:r>
            <a:r>
              <a:rPr dirty="0" err="1"/>
              <a:t>en</a:t>
            </a:r>
            <a:r>
              <a:rPr dirty="0"/>
              <a:t> </a:t>
            </a:r>
            <a:r>
              <a:rPr dirty="0" err="1"/>
              <a:t>paramètres</a:t>
            </a:r>
            <a:r>
              <a:rPr dirty="0"/>
              <a:t>. Pour la </a:t>
            </a:r>
            <a:r>
              <a:rPr dirty="0" err="1"/>
              <a:t>création</a:t>
            </a:r>
            <a:r>
              <a:rPr dirty="0"/>
              <a:t> </a:t>
            </a:r>
            <a:r>
              <a:rPr dirty="0" err="1"/>
              <a:t>d’une</a:t>
            </a:r>
            <a:r>
              <a:rPr dirty="0"/>
              <a:t> arborescence, il faut </a:t>
            </a:r>
            <a:r>
              <a:rPr dirty="0" err="1"/>
              <a:t>ajouter</a:t>
            </a:r>
            <a:r>
              <a:rPr dirty="0"/>
              <a:t> </a:t>
            </a:r>
            <a:r>
              <a:rPr dirty="0" err="1"/>
              <a:t>l’option</a:t>
            </a:r>
            <a:r>
              <a:rPr dirty="0"/>
              <a:t> « </a:t>
            </a:r>
            <a:r>
              <a:rPr b="1" dirty="0"/>
              <a:t>-p</a:t>
            </a:r>
            <a:r>
              <a:rPr dirty="0"/>
              <a:t> ».</a:t>
            </a:r>
            <a:endParaRPr sz="2418" dirty="0"/>
          </a:p>
          <a:p>
            <a:pPr marL="0" indent="0" algn="ctr" defTabSz="543951">
              <a:spcBef>
                <a:spcPts val="2102"/>
              </a:spcBef>
              <a:buSzTx/>
              <a:buNone/>
              <a:defRPr sz="2850" b="1" i="1" u="sng">
                <a:solidFill>
                  <a:srgbClr val="B0564E"/>
                </a:solidFill>
              </a:defRPr>
            </a:pPr>
            <a:r>
              <a:rPr dirty="0" err="1">
                <a:solidFill>
                  <a:srgbClr val="0070C0"/>
                </a:solidFill>
              </a:rPr>
              <a:t>Commande</a:t>
            </a:r>
            <a:r>
              <a:rPr dirty="0"/>
              <a:t> </a:t>
            </a:r>
            <a:r>
              <a:rPr lang="fr-FR" dirty="0"/>
              <a:t>  </a:t>
            </a:r>
            <a:r>
              <a:rPr dirty="0">
                <a:solidFill>
                  <a:srgbClr val="002060"/>
                </a:solidFill>
              </a:rPr>
              <a:t>cp</a:t>
            </a:r>
            <a:endParaRPr sz="2838" dirty="0">
              <a:solidFill>
                <a:srgbClr val="002060"/>
              </a:solidFill>
            </a:endParaRPr>
          </a:p>
          <a:p>
            <a:pPr marL="311129" indent="-311129" algn="just" defTabSz="543951">
              <a:spcBef>
                <a:spcPts val="2102"/>
              </a:spcBef>
              <a:defRPr sz="2565"/>
            </a:pPr>
            <a:r>
              <a:rPr dirty="0"/>
              <a:t>La </a:t>
            </a:r>
            <a:r>
              <a:rPr dirty="0" err="1"/>
              <a:t>commande</a:t>
            </a:r>
            <a:r>
              <a:rPr dirty="0"/>
              <a:t> « </a:t>
            </a:r>
            <a:r>
              <a:rPr b="1" dirty="0"/>
              <a:t>cp </a:t>
            </a:r>
            <a:r>
              <a:rPr dirty="0"/>
              <a:t>» </a:t>
            </a:r>
            <a:r>
              <a:rPr dirty="0" err="1"/>
              <a:t>permet</a:t>
            </a:r>
            <a:r>
              <a:rPr dirty="0"/>
              <a:t> de copier </a:t>
            </a:r>
            <a:r>
              <a:rPr dirty="0" err="1"/>
              <a:t>une</a:t>
            </a:r>
            <a:r>
              <a:rPr dirty="0"/>
              <a:t> </a:t>
            </a:r>
            <a:r>
              <a:rPr dirty="0" err="1"/>
              <a:t>entité</a:t>
            </a:r>
            <a:r>
              <a:rPr dirty="0"/>
              <a:t> (</a:t>
            </a:r>
            <a:r>
              <a:rPr dirty="0" err="1"/>
              <a:t>fichier</a:t>
            </a:r>
            <a:r>
              <a:rPr dirty="0"/>
              <a:t>/</a:t>
            </a:r>
            <a:r>
              <a:rPr dirty="0" err="1"/>
              <a:t>répertoire</a:t>
            </a:r>
            <a:r>
              <a:rPr dirty="0"/>
              <a:t>) d’un emplacement à un </a:t>
            </a:r>
            <a:r>
              <a:rPr dirty="0" err="1"/>
              <a:t>autre</a:t>
            </a:r>
            <a:r>
              <a:rPr dirty="0"/>
              <a:t>.</a:t>
            </a:r>
          </a:p>
          <a:p>
            <a:pPr marL="804988" lvl="1" indent="-311129" algn="just" defTabSz="543951">
              <a:spcBef>
                <a:spcPts val="2102"/>
              </a:spcBef>
              <a:defRPr sz="1900" b="1">
                <a:solidFill>
                  <a:srgbClr val="011993"/>
                </a:solidFill>
              </a:defRPr>
            </a:pPr>
            <a:r>
              <a:rPr dirty="0"/>
              <a:t>-</a:t>
            </a:r>
            <a:r>
              <a:rPr sz="2838" dirty="0" err="1"/>
              <a:t>i</a:t>
            </a:r>
            <a:r>
              <a:rPr sz="2838" dirty="0">
                <a:solidFill>
                  <a:schemeClr val="bg2"/>
                </a:solidFill>
              </a:rPr>
              <a:t>:</a:t>
            </a:r>
            <a:r>
              <a:rPr lang="fr-FR" sz="2838" dirty="0">
                <a:solidFill>
                  <a:schemeClr val="bg2"/>
                </a:solidFill>
              </a:rPr>
              <a:t> </a:t>
            </a:r>
            <a:r>
              <a:rPr sz="2838" dirty="0">
                <a:solidFill>
                  <a:schemeClr val="bg2"/>
                </a:solidFill>
              </a:rPr>
              <a:t> </a:t>
            </a:r>
            <a:r>
              <a:rPr sz="2662" dirty="0" err="1">
                <a:solidFill>
                  <a:schemeClr val="bg2"/>
                </a:solidFill>
              </a:rPr>
              <a:t>interactif</a:t>
            </a:r>
            <a:r>
              <a:rPr sz="2662" dirty="0">
                <a:solidFill>
                  <a:schemeClr val="bg2"/>
                </a:solidFill>
              </a:rPr>
              <a:t>: </a:t>
            </a:r>
            <a:r>
              <a:rPr sz="2662" dirty="0" err="1">
                <a:solidFill>
                  <a:schemeClr val="bg2"/>
                </a:solidFill>
              </a:rPr>
              <a:t>demande</a:t>
            </a:r>
            <a:r>
              <a:rPr sz="2662" dirty="0">
                <a:solidFill>
                  <a:schemeClr val="bg2"/>
                </a:solidFill>
              </a:rPr>
              <a:t> </a:t>
            </a:r>
            <a:r>
              <a:rPr sz="2662" dirty="0" err="1">
                <a:solidFill>
                  <a:schemeClr val="bg2"/>
                </a:solidFill>
              </a:rPr>
              <a:t>l'autorisation</a:t>
            </a:r>
            <a:r>
              <a:rPr sz="2662" dirty="0">
                <a:solidFill>
                  <a:schemeClr val="bg2"/>
                </a:solidFill>
              </a:rPr>
              <a:t> </a:t>
            </a:r>
            <a:r>
              <a:rPr sz="2662" dirty="0" err="1">
                <a:solidFill>
                  <a:schemeClr val="bg2"/>
                </a:solidFill>
              </a:rPr>
              <a:t>d’écraser</a:t>
            </a:r>
            <a:r>
              <a:rPr sz="2662" dirty="0">
                <a:solidFill>
                  <a:schemeClr val="bg2"/>
                </a:solidFill>
              </a:rPr>
              <a:t>.</a:t>
            </a:r>
            <a:endParaRPr sz="2662" dirty="0">
              <a:solidFill>
                <a:schemeClr val="bg2"/>
              </a:solidFill>
              <a:sym typeface="Times Roman"/>
            </a:endParaRPr>
          </a:p>
          <a:p>
            <a:pPr marL="804988" lvl="1" indent="-311129" algn="just" defTabSz="543951">
              <a:spcBef>
                <a:spcPts val="2102"/>
              </a:spcBef>
              <a:defRPr sz="2565" b="1">
                <a:solidFill>
                  <a:srgbClr val="011993"/>
                </a:solidFill>
              </a:defRPr>
            </a:pPr>
            <a:r>
              <a:rPr dirty="0"/>
              <a:t>-r</a:t>
            </a:r>
            <a:r>
              <a:rPr b="0" dirty="0">
                <a:solidFill>
                  <a:srgbClr val="414141"/>
                </a:solidFill>
              </a:rPr>
              <a:t>: </a:t>
            </a:r>
            <a:r>
              <a:rPr b="0" dirty="0" err="1">
                <a:solidFill>
                  <a:srgbClr val="414141"/>
                </a:solidFill>
              </a:rPr>
              <a:t>récursif</a:t>
            </a:r>
            <a:r>
              <a:rPr b="0" dirty="0">
                <a:solidFill>
                  <a:srgbClr val="414141"/>
                </a:solidFill>
              </a:rPr>
              <a:t>: </a:t>
            </a:r>
            <a:r>
              <a:rPr b="0" dirty="0" err="1">
                <a:solidFill>
                  <a:srgbClr val="414141"/>
                </a:solidFill>
              </a:rPr>
              <a:t>Copie</a:t>
            </a:r>
            <a:r>
              <a:rPr b="0" dirty="0">
                <a:solidFill>
                  <a:srgbClr val="414141"/>
                </a:solidFill>
              </a:rPr>
              <a:t> les sous-</a:t>
            </a:r>
            <a:r>
              <a:rPr b="0" dirty="0" err="1">
                <a:solidFill>
                  <a:srgbClr val="414141"/>
                </a:solidFill>
              </a:rPr>
              <a:t>répertoires</a:t>
            </a:r>
            <a:r>
              <a:rPr b="0" dirty="0">
                <a:solidFill>
                  <a:srgbClr val="414141"/>
                </a:solidFill>
              </a:rPr>
              <a:t> et </a:t>
            </a:r>
            <a:r>
              <a:rPr b="0" dirty="0" err="1">
                <a:solidFill>
                  <a:srgbClr val="414141"/>
                </a:solidFill>
              </a:rPr>
              <a:t>leur</a:t>
            </a:r>
            <a:r>
              <a:rPr b="0" dirty="0">
                <a:solidFill>
                  <a:srgbClr val="414141"/>
                </a:solidFill>
              </a:rPr>
              <a:t> </a:t>
            </a:r>
            <a:r>
              <a:rPr b="0" dirty="0" err="1">
                <a:solidFill>
                  <a:srgbClr val="414141"/>
                </a:solidFill>
              </a:rPr>
              <a:t>contenu</a:t>
            </a:r>
            <a:r>
              <a:rPr b="0" dirty="0">
                <a:solidFill>
                  <a:srgbClr val="414141"/>
                </a:solidFill>
              </a:rPr>
              <a:t>. </a:t>
            </a:r>
            <a:endParaRPr dirty="0">
              <a:latin typeface="Times Roman"/>
              <a:ea typeface="Times Roman"/>
              <a:cs typeface="Times Roman"/>
              <a:sym typeface="Times Roman"/>
            </a:endParaRPr>
          </a:p>
          <a:p>
            <a:pPr marL="0" lvl="1" indent="493857" algn="ctr" defTabSz="543951">
              <a:spcBef>
                <a:spcPts val="2102"/>
              </a:spcBef>
              <a:buSzTx/>
              <a:buNone/>
              <a:defRPr sz="2850" b="1" i="1" u="sng">
                <a:solidFill>
                  <a:srgbClr val="B0564E"/>
                </a:solidFill>
              </a:defRPr>
            </a:pPr>
            <a:r>
              <a:rPr dirty="0" err="1">
                <a:solidFill>
                  <a:srgbClr val="0070C0"/>
                </a:solidFill>
              </a:rPr>
              <a:t>Commande</a:t>
            </a:r>
            <a:r>
              <a:rPr dirty="0"/>
              <a:t> </a:t>
            </a:r>
            <a:r>
              <a:rPr lang="fr-FR" dirty="0"/>
              <a:t>  </a:t>
            </a:r>
            <a:r>
              <a:rPr dirty="0">
                <a:solidFill>
                  <a:srgbClr val="002060"/>
                </a:solidFill>
              </a:rPr>
              <a:t>mv</a:t>
            </a:r>
            <a:endParaRPr sz="2418" dirty="0">
              <a:solidFill>
                <a:srgbClr val="002060"/>
              </a:solidFill>
            </a:endParaRPr>
          </a:p>
          <a:p>
            <a:pPr marL="261743" indent="-261743" defTabSz="457611">
              <a:spcBef>
                <a:spcPts val="1770"/>
              </a:spcBef>
              <a:defRPr sz="2565"/>
            </a:pPr>
            <a:r>
              <a:rPr dirty="0"/>
              <a:t>La </a:t>
            </a:r>
            <a:r>
              <a:rPr dirty="0" err="1"/>
              <a:t>commande</a:t>
            </a:r>
            <a:r>
              <a:rPr dirty="0"/>
              <a:t> « </a:t>
            </a:r>
            <a:r>
              <a:rPr b="1" dirty="0"/>
              <a:t>mv</a:t>
            </a:r>
            <a:r>
              <a:rPr dirty="0"/>
              <a:t> »  </a:t>
            </a:r>
            <a:r>
              <a:rPr dirty="0" err="1"/>
              <a:t>permet</a:t>
            </a:r>
            <a:r>
              <a:rPr dirty="0"/>
              <a:t> de </a:t>
            </a:r>
            <a:r>
              <a:rPr dirty="0" err="1"/>
              <a:t>renommer</a:t>
            </a:r>
            <a:r>
              <a:rPr dirty="0"/>
              <a:t> </a:t>
            </a:r>
            <a:r>
              <a:rPr dirty="0" err="1"/>
              <a:t>ou</a:t>
            </a:r>
            <a:r>
              <a:rPr dirty="0"/>
              <a:t> </a:t>
            </a:r>
            <a:r>
              <a:rPr dirty="0" err="1"/>
              <a:t>déplacer</a:t>
            </a:r>
            <a:r>
              <a:rPr dirty="0"/>
              <a:t> un </a:t>
            </a:r>
            <a:r>
              <a:rPr dirty="0" err="1"/>
              <a:t>fichier</a:t>
            </a:r>
            <a:r>
              <a:rPr dirty="0"/>
              <a:t> </a:t>
            </a:r>
            <a:r>
              <a:rPr dirty="0" err="1"/>
              <a:t>ou</a:t>
            </a:r>
            <a:r>
              <a:rPr dirty="0"/>
              <a:t> un </a:t>
            </a:r>
            <a:r>
              <a:rPr dirty="0" err="1"/>
              <a:t>répertoire</a:t>
            </a:r>
            <a:r>
              <a:rPr dirty="0"/>
              <a:t>, d’un </a:t>
            </a:r>
            <a:r>
              <a:rPr dirty="0" err="1"/>
              <a:t>répertoire</a:t>
            </a:r>
            <a:r>
              <a:rPr dirty="0"/>
              <a:t> à un </a:t>
            </a:r>
            <a:r>
              <a:rPr dirty="0" err="1"/>
              <a:t>autre</a:t>
            </a:r>
            <a:r>
              <a:rPr dirty="0"/>
              <a:t>. </a:t>
            </a:r>
          </a:p>
        </p:txBody>
      </p:sp>
      <p:sp>
        <p:nvSpPr>
          <p:cNvPr id="833" name="Espace réservé du numéro de diapositive 1"/>
          <p:cNvSpPr txBox="1">
            <a:spLocks noGrp="1"/>
          </p:cNvSpPr>
          <p:nvPr>
            <p:ph type="sldNum" sz="quarter" idx="2"/>
          </p:nvPr>
        </p:nvSpPr>
        <p:spPr>
          <a:xfrm>
            <a:off x="7029966" y="10265453"/>
            <a:ext cx="362740" cy="412859"/>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41</a:t>
            </a:fld>
            <a:endParaRPr/>
          </a:p>
        </p:txBody>
      </p:sp>
    </p:spTree>
  </p:cSld>
  <p:clrMapOvr>
    <a:masterClrMapping/>
  </p:clrMapOvr>
  <p:transition spd="med"/>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37" name="Commandes Shell : Manipulation des fichiers et des répertoires"/>
          <p:cNvSpPr txBox="1">
            <a:spLocks noGrp="1"/>
          </p:cNvSpPr>
          <p:nvPr>
            <p:ph type="title"/>
          </p:nvPr>
        </p:nvSpPr>
        <p:spPr>
          <a:xfrm>
            <a:off x="586672" y="908025"/>
            <a:ext cx="13464046" cy="1524891"/>
          </a:xfrm>
          <a:prstGeom prst="rect">
            <a:avLst/>
          </a:prstGeom>
        </p:spPr>
        <p:txBody>
          <a:bodyPr/>
          <a:lstStyle>
            <a:lvl1pPr defTabSz="368045">
              <a:spcBef>
                <a:spcPts val="1000"/>
              </a:spcBef>
              <a:defRPr sz="4400"/>
            </a:lvl1pPr>
          </a:lstStyle>
          <a:p>
            <a:r>
              <a:t>Commandes Shell : Manipulation des fichiers et des répertoires  </a:t>
            </a:r>
          </a:p>
        </p:txBody>
      </p:sp>
      <p:sp>
        <p:nvSpPr>
          <p:cNvPr id="838" name="Commande cp…"/>
          <p:cNvSpPr txBox="1">
            <a:spLocks noGrp="1"/>
          </p:cNvSpPr>
          <p:nvPr>
            <p:ph type="body" idx="1"/>
          </p:nvPr>
        </p:nvSpPr>
        <p:spPr>
          <a:xfrm>
            <a:off x="586670" y="2931253"/>
            <a:ext cx="13569073" cy="7709937"/>
          </a:xfrm>
          <a:prstGeom prst="rect">
            <a:avLst/>
          </a:prstGeom>
        </p:spPr>
        <p:txBody>
          <a:bodyPr anchor="t"/>
          <a:lstStyle/>
          <a:p>
            <a:pPr marL="0" indent="0" algn="ctr" defTabSz="572581">
              <a:spcBef>
                <a:spcPts val="2323"/>
              </a:spcBef>
              <a:buSzTx/>
              <a:buNone/>
              <a:defRPr sz="3000" b="1" i="1" u="sng">
                <a:solidFill>
                  <a:srgbClr val="B0564E"/>
                </a:solidFill>
              </a:defRPr>
            </a:pPr>
            <a:r>
              <a:rPr dirty="0" err="1">
                <a:solidFill>
                  <a:srgbClr val="0070C0"/>
                </a:solidFill>
              </a:rPr>
              <a:t>Commande</a:t>
            </a:r>
            <a:r>
              <a:rPr lang="fr-FR" dirty="0"/>
              <a:t>  </a:t>
            </a:r>
            <a:r>
              <a:rPr dirty="0"/>
              <a:t> </a:t>
            </a:r>
            <a:r>
              <a:rPr dirty="0" err="1">
                <a:solidFill>
                  <a:srgbClr val="002060"/>
                </a:solidFill>
              </a:rPr>
              <a:t>rmdir</a:t>
            </a:r>
            <a:endParaRPr dirty="0">
              <a:solidFill>
                <a:srgbClr val="002060"/>
              </a:solidFill>
            </a:endParaRPr>
          </a:p>
          <a:p>
            <a:pPr marL="327505" indent="-327505" defTabSz="572581">
              <a:spcBef>
                <a:spcPts val="2323"/>
              </a:spcBef>
              <a:defRPr sz="3000"/>
            </a:pPr>
            <a:r>
              <a:rPr dirty="0"/>
              <a:t>La </a:t>
            </a:r>
            <a:r>
              <a:rPr dirty="0" err="1"/>
              <a:t>commande</a:t>
            </a:r>
            <a:r>
              <a:rPr dirty="0"/>
              <a:t> « </a:t>
            </a:r>
            <a:r>
              <a:rPr dirty="0" err="1"/>
              <a:t>rmdir</a:t>
            </a:r>
            <a:r>
              <a:rPr dirty="0"/>
              <a:t> » </a:t>
            </a:r>
            <a:r>
              <a:rPr dirty="0" err="1"/>
              <a:t>permet</a:t>
            </a:r>
            <a:r>
              <a:rPr dirty="0"/>
              <a:t> de </a:t>
            </a:r>
            <a:r>
              <a:rPr dirty="0" err="1"/>
              <a:t>supprimer</a:t>
            </a:r>
            <a:r>
              <a:rPr dirty="0"/>
              <a:t> un </a:t>
            </a:r>
            <a:r>
              <a:rPr dirty="0" err="1"/>
              <a:t>répertoire</a:t>
            </a:r>
            <a:r>
              <a:rPr dirty="0"/>
              <a:t> vide. </a:t>
            </a:r>
          </a:p>
          <a:p>
            <a:pPr marL="0" indent="0" algn="ctr" defTabSz="572581">
              <a:spcBef>
                <a:spcPts val="2323"/>
              </a:spcBef>
              <a:buSzTx/>
              <a:buNone/>
              <a:defRPr sz="3000" b="1" i="1" u="sng">
                <a:solidFill>
                  <a:srgbClr val="B0564E"/>
                </a:solidFill>
              </a:defRPr>
            </a:pPr>
            <a:endParaRPr dirty="0"/>
          </a:p>
          <a:p>
            <a:pPr marL="0" indent="0" algn="ctr" defTabSz="572581">
              <a:spcBef>
                <a:spcPts val="2323"/>
              </a:spcBef>
              <a:buSzTx/>
              <a:buNone/>
              <a:defRPr sz="3000" b="1" i="1" u="sng">
                <a:solidFill>
                  <a:srgbClr val="B0564E"/>
                </a:solidFill>
              </a:defRPr>
            </a:pPr>
            <a:r>
              <a:rPr dirty="0" err="1">
                <a:solidFill>
                  <a:srgbClr val="0070C0"/>
                </a:solidFill>
              </a:rPr>
              <a:t>Commande</a:t>
            </a:r>
            <a:r>
              <a:rPr dirty="0">
                <a:solidFill>
                  <a:srgbClr val="0070C0"/>
                </a:solidFill>
              </a:rPr>
              <a:t> </a:t>
            </a:r>
            <a:r>
              <a:rPr lang="fr-FR" dirty="0"/>
              <a:t>  </a:t>
            </a:r>
            <a:r>
              <a:rPr dirty="0">
                <a:solidFill>
                  <a:srgbClr val="002060"/>
                </a:solidFill>
              </a:rPr>
              <a:t>rm</a:t>
            </a:r>
          </a:p>
          <a:p>
            <a:pPr marL="327505" indent="-327505" algn="just" defTabSz="572581">
              <a:spcBef>
                <a:spcPts val="2323"/>
              </a:spcBef>
              <a:defRPr sz="3000"/>
            </a:pPr>
            <a:r>
              <a:rPr dirty="0" err="1"/>
              <a:t>Cette</a:t>
            </a:r>
            <a:r>
              <a:rPr dirty="0"/>
              <a:t> </a:t>
            </a:r>
            <a:r>
              <a:rPr dirty="0" err="1"/>
              <a:t>commande</a:t>
            </a:r>
            <a:r>
              <a:rPr dirty="0"/>
              <a:t> </a:t>
            </a:r>
            <a:r>
              <a:rPr dirty="0" err="1"/>
              <a:t>permet</a:t>
            </a:r>
            <a:r>
              <a:rPr dirty="0"/>
              <a:t> de </a:t>
            </a:r>
            <a:r>
              <a:rPr dirty="0" err="1"/>
              <a:t>supprimer</a:t>
            </a:r>
            <a:r>
              <a:rPr dirty="0"/>
              <a:t> </a:t>
            </a:r>
            <a:r>
              <a:rPr dirty="0" err="1"/>
              <a:t>une</a:t>
            </a:r>
            <a:r>
              <a:rPr dirty="0"/>
              <a:t> </a:t>
            </a:r>
            <a:r>
              <a:rPr dirty="0" err="1"/>
              <a:t>entité</a:t>
            </a:r>
            <a:r>
              <a:rPr dirty="0"/>
              <a:t> (</a:t>
            </a:r>
            <a:r>
              <a:rPr dirty="0" err="1"/>
              <a:t>fichier</a:t>
            </a:r>
            <a:r>
              <a:rPr dirty="0"/>
              <a:t>/</a:t>
            </a:r>
            <a:r>
              <a:rPr dirty="0" err="1"/>
              <a:t>répertoire</a:t>
            </a:r>
            <a:r>
              <a:rPr dirty="0"/>
              <a:t>). </a:t>
            </a:r>
          </a:p>
          <a:p>
            <a:pPr marL="847356" lvl="1" indent="-327505" algn="just" defTabSz="572581">
              <a:spcBef>
                <a:spcPts val="2323"/>
              </a:spcBef>
              <a:defRPr sz="2200" b="1">
                <a:solidFill>
                  <a:srgbClr val="011993"/>
                </a:solidFill>
              </a:defRPr>
            </a:pPr>
            <a:r>
              <a:rPr dirty="0"/>
              <a:t>-</a:t>
            </a:r>
            <a:r>
              <a:rPr sz="3318" dirty="0" err="1"/>
              <a:t>i</a:t>
            </a:r>
            <a:r>
              <a:rPr sz="3318" dirty="0"/>
              <a:t>: </a:t>
            </a:r>
            <a:r>
              <a:rPr sz="3114" dirty="0" err="1">
                <a:solidFill>
                  <a:schemeClr val="bg2"/>
                </a:solidFill>
              </a:rPr>
              <a:t>interactif</a:t>
            </a:r>
            <a:r>
              <a:rPr sz="3114" dirty="0">
                <a:solidFill>
                  <a:schemeClr val="bg2"/>
                </a:solidFill>
              </a:rPr>
              <a:t>: </a:t>
            </a:r>
            <a:r>
              <a:rPr sz="3114" dirty="0" err="1">
                <a:solidFill>
                  <a:schemeClr val="bg2"/>
                </a:solidFill>
              </a:rPr>
              <a:t>demande</a:t>
            </a:r>
            <a:r>
              <a:rPr sz="3114" dirty="0">
                <a:solidFill>
                  <a:schemeClr val="bg2"/>
                </a:solidFill>
              </a:rPr>
              <a:t> </a:t>
            </a:r>
            <a:r>
              <a:rPr sz="3114" dirty="0" err="1">
                <a:solidFill>
                  <a:schemeClr val="bg2"/>
                </a:solidFill>
              </a:rPr>
              <a:t>l'autorisation</a:t>
            </a:r>
            <a:r>
              <a:rPr sz="3114" dirty="0">
                <a:solidFill>
                  <a:schemeClr val="bg2"/>
                </a:solidFill>
              </a:rPr>
              <a:t> </a:t>
            </a:r>
            <a:r>
              <a:rPr sz="3114" dirty="0" err="1">
                <a:solidFill>
                  <a:schemeClr val="bg2"/>
                </a:solidFill>
              </a:rPr>
              <a:t>d’écraser</a:t>
            </a:r>
            <a:r>
              <a:rPr sz="3114" dirty="0">
                <a:solidFill>
                  <a:schemeClr val="bg2"/>
                </a:solidFill>
              </a:rPr>
              <a:t>.</a:t>
            </a:r>
            <a:endParaRPr sz="3114" dirty="0">
              <a:solidFill>
                <a:schemeClr val="bg2"/>
              </a:solidFill>
              <a:sym typeface="Times Roman"/>
            </a:endParaRPr>
          </a:p>
          <a:p>
            <a:pPr marL="847356" lvl="1" indent="-327505" algn="just" defTabSz="572581">
              <a:spcBef>
                <a:spcPts val="2323"/>
              </a:spcBef>
              <a:defRPr sz="3000" b="1">
                <a:solidFill>
                  <a:srgbClr val="011993"/>
                </a:solidFill>
              </a:defRPr>
            </a:pPr>
            <a:r>
              <a:rPr dirty="0"/>
              <a:t>-r</a:t>
            </a:r>
            <a:r>
              <a:rPr b="0" dirty="0">
                <a:solidFill>
                  <a:srgbClr val="414141"/>
                </a:solidFill>
              </a:rPr>
              <a:t>: </a:t>
            </a:r>
            <a:r>
              <a:rPr b="0" dirty="0" err="1">
                <a:solidFill>
                  <a:srgbClr val="414141"/>
                </a:solidFill>
              </a:rPr>
              <a:t>récursif</a:t>
            </a:r>
            <a:r>
              <a:rPr b="0" dirty="0">
                <a:solidFill>
                  <a:srgbClr val="414141"/>
                </a:solidFill>
              </a:rPr>
              <a:t>: </a:t>
            </a:r>
            <a:r>
              <a:rPr b="0" dirty="0" err="1">
                <a:solidFill>
                  <a:srgbClr val="414141"/>
                </a:solidFill>
              </a:rPr>
              <a:t>supprime</a:t>
            </a:r>
            <a:r>
              <a:rPr b="0" dirty="0">
                <a:solidFill>
                  <a:srgbClr val="414141"/>
                </a:solidFill>
              </a:rPr>
              <a:t> les sous-</a:t>
            </a:r>
            <a:r>
              <a:rPr b="0" dirty="0" err="1">
                <a:solidFill>
                  <a:srgbClr val="414141"/>
                </a:solidFill>
              </a:rPr>
              <a:t>répertoires</a:t>
            </a:r>
            <a:r>
              <a:rPr b="0" dirty="0">
                <a:solidFill>
                  <a:srgbClr val="414141"/>
                </a:solidFill>
              </a:rPr>
              <a:t> et </a:t>
            </a:r>
            <a:r>
              <a:rPr b="0" dirty="0" err="1">
                <a:solidFill>
                  <a:srgbClr val="414141"/>
                </a:solidFill>
              </a:rPr>
              <a:t>leur</a:t>
            </a:r>
            <a:r>
              <a:rPr b="0" dirty="0">
                <a:solidFill>
                  <a:srgbClr val="414141"/>
                </a:solidFill>
              </a:rPr>
              <a:t> </a:t>
            </a:r>
            <a:r>
              <a:rPr b="0" dirty="0" err="1">
                <a:solidFill>
                  <a:srgbClr val="414141"/>
                </a:solidFill>
              </a:rPr>
              <a:t>contenu</a:t>
            </a:r>
            <a:r>
              <a:rPr b="0" dirty="0">
                <a:solidFill>
                  <a:srgbClr val="414141"/>
                </a:solidFill>
              </a:rPr>
              <a:t>. </a:t>
            </a:r>
          </a:p>
        </p:txBody>
      </p:sp>
      <p:sp>
        <p:nvSpPr>
          <p:cNvPr id="839" name="Espace réservé du numéro de diapositive 1"/>
          <p:cNvSpPr txBox="1">
            <a:spLocks noGrp="1"/>
          </p:cNvSpPr>
          <p:nvPr>
            <p:ph type="sldNum" sz="quarter" idx="2"/>
          </p:nvPr>
        </p:nvSpPr>
        <p:spPr>
          <a:xfrm>
            <a:off x="7029966" y="10265453"/>
            <a:ext cx="362740" cy="412859"/>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42</a:t>
            </a:fld>
            <a:endParaRPr/>
          </a:p>
        </p:txBody>
      </p:sp>
    </p:spTree>
  </p:cSld>
  <p:clrMapOvr>
    <a:masterClrMapping/>
  </p:clrMapOvr>
  <p:transition spd="med"/>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43" name="Variables d'environnement"/>
          <p:cNvSpPr txBox="1">
            <a:spLocks noGrp="1"/>
          </p:cNvSpPr>
          <p:nvPr>
            <p:ph type="title"/>
          </p:nvPr>
        </p:nvSpPr>
        <p:spPr>
          <a:prstGeom prst="rect">
            <a:avLst/>
          </a:prstGeom>
        </p:spPr>
        <p:txBody>
          <a:bodyPr/>
          <a:lstStyle/>
          <a:p>
            <a:r>
              <a:t>Variables d'environnement</a:t>
            </a:r>
          </a:p>
        </p:txBody>
      </p:sp>
      <p:sp>
        <p:nvSpPr>
          <p:cNvPr id="844" name="Numéro de diapositive"/>
          <p:cNvSpPr txBox="1">
            <a:spLocks noGrp="1"/>
          </p:cNvSpPr>
          <p:nvPr>
            <p:ph type="sldNum" sz="quarter" idx="2"/>
          </p:nvPr>
        </p:nvSpPr>
        <p:spPr>
          <a:xfrm>
            <a:off x="7029969" y="10285995"/>
            <a:ext cx="362740" cy="412859"/>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43</a:t>
            </a:fld>
            <a:endParaRPr/>
          </a:p>
        </p:txBody>
      </p:sp>
      <p:pic>
        <p:nvPicPr>
          <p:cNvPr id="845" name="Image 7" descr="Image 7"/>
          <p:cNvPicPr>
            <a:picLocks noChangeAspect="1"/>
          </p:cNvPicPr>
          <p:nvPr/>
        </p:nvPicPr>
        <p:blipFill>
          <a:blip r:embed="rId3"/>
          <a:stretch>
            <a:fillRect/>
          </a:stretch>
        </p:blipFill>
        <p:spPr>
          <a:xfrm>
            <a:off x="3491970" y="3315568"/>
            <a:ext cx="7967152" cy="2471738"/>
          </a:xfrm>
          <a:prstGeom prst="rect">
            <a:avLst/>
          </a:prstGeom>
          <a:ln w="12700">
            <a:miter lim="400000"/>
          </a:ln>
        </p:spPr>
      </p:pic>
      <p:sp>
        <p:nvSpPr>
          <p:cNvPr id="846" name="Ellipse 9"/>
          <p:cNvSpPr/>
          <p:nvPr/>
        </p:nvSpPr>
        <p:spPr>
          <a:xfrm>
            <a:off x="3287592" y="3697699"/>
            <a:ext cx="6619723" cy="495891"/>
          </a:xfrm>
          <a:prstGeom prst="ellipse">
            <a:avLst/>
          </a:prstGeom>
          <a:ln w="12700">
            <a:solidFill>
              <a:srgbClr val="C00000"/>
            </a:solidFill>
            <a:miter lim="400000"/>
          </a:ln>
        </p:spPr>
        <p:txBody>
          <a:bodyPr lIns="56200" tIns="56200" rIns="56200" bIns="56200" anchor="ctr"/>
          <a:lstStyle/>
          <a:p>
            <a:pPr>
              <a:defRPr sz="3200">
                <a:solidFill>
                  <a:srgbClr val="FFFFFF"/>
                </a:solidFill>
                <a:effectLst>
                  <a:outerShdw blurRad="25400" dist="33948" dir="2700000" rotWithShape="0">
                    <a:srgbClr val="3B3936"/>
                  </a:outerShdw>
                </a:effectLst>
                <a:latin typeface="Palatino"/>
                <a:ea typeface="Palatino"/>
                <a:cs typeface="Palatino"/>
                <a:sym typeface="Palatino"/>
              </a:defRPr>
            </a:pPr>
            <a:endParaRPr sz="3541"/>
          </a:p>
        </p:txBody>
      </p:sp>
      <p:sp>
        <p:nvSpPr>
          <p:cNvPr id="847" name="Ellipse 10"/>
          <p:cNvSpPr/>
          <p:nvPr/>
        </p:nvSpPr>
        <p:spPr>
          <a:xfrm>
            <a:off x="3093905" y="4520110"/>
            <a:ext cx="6033929" cy="495891"/>
          </a:xfrm>
          <a:prstGeom prst="ellipse">
            <a:avLst/>
          </a:prstGeom>
          <a:ln w="12700">
            <a:solidFill>
              <a:srgbClr val="C00000"/>
            </a:solidFill>
            <a:miter lim="400000"/>
          </a:ln>
        </p:spPr>
        <p:txBody>
          <a:bodyPr lIns="56200" tIns="56200" rIns="56200" bIns="56200" anchor="ctr"/>
          <a:lstStyle/>
          <a:p>
            <a:pPr>
              <a:defRPr sz="3200">
                <a:solidFill>
                  <a:srgbClr val="FFFFFF"/>
                </a:solidFill>
                <a:effectLst>
                  <a:outerShdw blurRad="25400" dist="33948" dir="2700000" rotWithShape="0">
                    <a:srgbClr val="3B3936"/>
                  </a:outerShdw>
                </a:effectLst>
                <a:latin typeface="Palatino"/>
                <a:ea typeface="Palatino"/>
                <a:cs typeface="Palatino"/>
                <a:sym typeface="Palatino"/>
              </a:defRPr>
            </a:pPr>
            <a:endParaRPr sz="3541"/>
          </a:p>
        </p:txBody>
      </p:sp>
      <p:grpSp>
        <p:nvGrpSpPr>
          <p:cNvPr id="852" name="Nuage 8"/>
          <p:cNvGrpSpPr/>
          <p:nvPr/>
        </p:nvGrpSpPr>
        <p:grpSpPr>
          <a:xfrm>
            <a:off x="2608954" y="6670401"/>
            <a:ext cx="8798808" cy="3185211"/>
            <a:chOff x="0" y="0"/>
            <a:chExt cx="7953262" cy="2879119"/>
          </a:xfrm>
        </p:grpSpPr>
        <p:grpSp>
          <p:nvGrpSpPr>
            <p:cNvPr id="850" name="Groupe"/>
            <p:cNvGrpSpPr/>
            <p:nvPr/>
          </p:nvGrpSpPr>
          <p:grpSpPr>
            <a:xfrm>
              <a:off x="0" y="0"/>
              <a:ext cx="7953262" cy="2879119"/>
              <a:chOff x="0" y="0"/>
              <a:chExt cx="7953261" cy="2879118"/>
            </a:xfrm>
          </p:grpSpPr>
          <p:sp>
            <p:nvSpPr>
              <p:cNvPr id="848" name="Figure"/>
              <p:cNvSpPr/>
              <p:nvPr/>
            </p:nvSpPr>
            <p:spPr>
              <a:xfrm>
                <a:off x="0" y="0"/>
                <a:ext cx="7953263" cy="2879119"/>
              </a:xfrm>
              <a:custGeom>
                <a:avLst/>
                <a:gdLst/>
                <a:ahLst/>
                <a:cxnLst>
                  <a:cxn ang="0">
                    <a:pos x="wd2" y="hd2"/>
                  </a:cxn>
                  <a:cxn ang="5400000">
                    <a:pos x="wd2" y="hd2"/>
                  </a:cxn>
                  <a:cxn ang="10800000">
                    <a:pos x="wd2" y="hd2"/>
                  </a:cxn>
                  <a:cxn ang="16200000">
                    <a:pos x="wd2" y="hd2"/>
                  </a:cxn>
                </a:cxnLst>
                <a:rect l="0" t="0" r="r" b="b"/>
                <a:pathLst>
                  <a:path w="20879" h="20684" extrusionOk="0">
                    <a:moveTo>
                      <a:pt x="1901" y="6800"/>
                    </a:moveTo>
                    <a:lnTo>
                      <a:pt x="1901" y="6800"/>
                    </a:lnTo>
                    <a:cubicBezTo>
                      <a:pt x="1658" y="4397"/>
                      <a:pt x="2907" y="2184"/>
                      <a:pt x="4691" y="1857"/>
                    </a:cubicBezTo>
                    <a:cubicBezTo>
                      <a:pt x="5414" y="1724"/>
                      <a:pt x="6149" y="1922"/>
                      <a:pt x="6778" y="2419"/>
                    </a:cubicBezTo>
                    <a:cubicBezTo>
                      <a:pt x="7445" y="725"/>
                      <a:pt x="9003" y="82"/>
                      <a:pt x="10259" y="981"/>
                    </a:cubicBezTo>
                    <a:cubicBezTo>
                      <a:pt x="10478" y="1139"/>
                      <a:pt x="10680" y="1338"/>
                      <a:pt x="10857" y="1573"/>
                    </a:cubicBezTo>
                    <a:lnTo>
                      <a:pt x="10857" y="1573"/>
                    </a:lnTo>
                    <a:cubicBezTo>
                      <a:pt x="11377" y="169"/>
                      <a:pt x="12642" y="-401"/>
                      <a:pt x="13683" y="299"/>
                    </a:cubicBezTo>
                    <a:cubicBezTo>
                      <a:pt x="13971" y="493"/>
                      <a:pt x="14223" y="774"/>
                      <a:pt x="14418" y="1119"/>
                    </a:cubicBezTo>
                    <a:cubicBezTo>
                      <a:pt x="15255" y="-209"/>
                      <a:pt x="16734" y="-373"/>
                      <a:pt x="17722" y="753"/>
                    </a:cubicBezTo>
                    <a:cubicBezTo>
                      <a:pt x="18137" y="1226"/>
                      <a:pt x="18417" y="1878"/>
                      <a:pt x="18513" y="2598"/>
                    </a:cubicBezTo>
                    <a:lnTo>
                      <a:pt x="18513" y="2598"/>
                    </a:lnTo>
                    <a:cubicBezTo>
                      <a:pt x="19885" y="3102"/>
                      <a:pt x="20694" y="5013"/>
                      <a:pt x="20321" y="6865"/>
                    </a:cubicBezTo>
                    <a:cubicBezTo>
                      <a:pt x="20289" y="7020"/>
                      <a:pt x="20250" y="7173"/>
                      <a:pt x="20203" y="7321"/>
                    </a:cubicBezTo>
                    <a:lnTo>
                      <a:pt x="20203" y="7321"/>
                    </a:lnTo>
                    <a:cubicBezTo>
                      <a:pt x="21303" y="9251"/>
                      <a:pt x="21034" y="12017"/>
                      <a:pt x="19601" y="13499"/>
                    </a:cubicBezTo>
                    <a:cubicBezTo>
                      <a:pt x="19156" y="13961"/>
                      <a:pt x="18629" y="14259"/>
                      <a:pt x="18072" y="14367"/>
                    </a:cubicBezTo>
                    <a:cubicBezTo>
                      <a:pt x="18072" y="16443"/>
                      <a:pt x="16822" y="18126"/>
                      <a:pt x="15280" y="18126"/>
                    </a:cubicBezTo>
                    <a:cubicBezTo>
                      <a:pt x="14757" y="18126"/>
                      <a:pt x="14245" y="17928"/>
                      <a:pt x="13801" y="17556"/>
                    </a:cubicBezTo>
                    <a:cubicBezTo>
                      <a:pt x="13280" y="19883"/>
                      <a:pt x="11460" y="21199"/>
                      <a:pt x="9738" y="20494"/>
                    </a:cubicBezTo>
                    <a:cubicBezTo>
                      <a:pt x="9016" y="20199"/>
                      <a:pt x="8392" y="19574"/>
                      <a:pt x="7973" y="18727"/>
                    </a:cubicBezTo>
                    <a:cubicBezTo>
                      <a:pt x="6209" y="20160"/>
                      <a:pt x="3920" y="19389"/>
                      <a:pt x="2859" y="17004"/>
                    </a:cubicBezTo>
                    <a:cubicBezTo>
                      <a:pt x="2846" y="16974"/>
                      <a:pt x="2833" y="16944"/>
                      <a:pt x="2820" y="16914"/>
                    </a:cubicBezTo>
                    <a:lnTo>
                      <a:pt x="2820" y="16914"/>
                    </a:lnTo>
                    <a:cubicBezTo>
                      <a:pt x="1666" y="17096"/>
                      <a:pt x="620" y="15986"/>
                      <a:pt x="485" y="14435"/>
                    </a:cubicBezTo>
                    <a:cubicBezTo>
                      <a:pt x="412" y="13608"/>
                      <a:pt x="615" y="12780"/>
                      <a:pt x="1038" y="12172"/>
                    </a:cubicBezTo>
                    <a:lnTo>
                      <a:pt x="1038" y="12172"/>
                    </a:lnTo>
                    <a:cubicBezTo>
                      <a:pt x="39" y="11379"/>
                      <a:pt x="-297" y="9639"/>
                      <a:pt x="288" y="8285"/>
                    </a:cubicBezTo>
                    <a:cubicBezTo>
                      <a:pt x="626" y="7504"/>
                      <a:pt x="1218" y="6988"/>
                      <a:pt x="1883" y="6895"/>
                    </a:cubicBezTo>
                    <a:close/>
                  </a:path>
                </a:pathLst>
              </a:custGeom>
              <a:gradFill flip="none" rotWithShape="1">
                <a:gsLst>
                  <a:gs pos="0">
                    <a:schemeClr val="accent4">
                      <a:hueOff val="-233152"/>
                      <a:satOff val="51231"/>
                      <a:lumOff val="23762"/>
                    </a:schemeClr>
                  </a:gs>
                  <a:gs pos="35000">
                    <a:srgbClr val="FFE7C5"/>
                  </a:gs>
                  <a:gs pos="100000">
                    <a:schemeClr val="accent4">
                      <a:hueOff val="-295904"/>
                      <a:satOff val="51231"/>
                      <a:lumOff val="35390"/>
                    </a:schemeClr>
                  </a:gs>
                </a:gsLst>
                <a:lin ang="16200000" scaled="0"/>
              </a:gradFill>
              <a:ln w="9525" cap="flat">
                <a:solidFill>
                  <a:srgbClr val="C9A663"/>
                </a:solidFill>
                <a:prstDash val="solid"/>
                <a:round/>
              </a:ln>
              <a:effectLst/>
            </p:spPr>
            <p:txBody>
              <a:bodyPr wrap="square" lIns="56200" tIns="56200" rIns="56200" bIns="56200" numCol="1" anchor="ctr">
                <a:noAutofit/>
              </a:bodyPr>
              <a:lstStyle/>
              <a:p>
                <a:pPr>
                  <a:defRPr sz="3200">
                    <a:solidFill>
                      <a:srgbClr val="FFFFFF"/>
                    </a:solidFill>
                    <a:effectLst>
                      <a:outerShdw blurRad="25400" dist="33948" dir="2700000" rotWithShape="0">
                        <a:srgbClr val="3B3936"/>
                      </a:outerShdw>
                    </a:effectLst>
                    <a:latin typeface="Palatino"/>
                    <a:ea typeface="Palatino"/>
                    <a:cs typeface="Palatino"/>
                    <a:sym typeface="Palatino"/>
                  </a:defRPr>
                </a:pPr>
                <a:endParaRPr sz="3541"/>
              </a:p>
            </p:txBody>
          </p:sp>
          <p:sp>
            <p:nvSpPr>
              <p:cNvPr id="849" name="Figure"/>
              <p:cNvSpPr/>
              <p:nvPr/>
            </p:nvSpPr>
            <p:spPr>
              <a:xfrm>
                <a:off x="403849" y="146400"/>
                <a:ext cx="7287844" cy="2444470"/>
              </a:xfrm>
              <a:custGeom>
                <a:avLst/>
                <a:gdLst/>
                <a:ahLst/>
                <a:cxnLst>
                  <a:cxn ang="0">
                    <a:pos x="wd2" y="hd2"/>
                  </a:cxn>
                  <a:cxn ang="5400000">
                    <a:pos x="wd2" y="hd2"/>
                  </a:cxn>
                  <a:cxn ang="10800000">
                    <a:pos x="wd2" y="hd2"/>
                  </a:cxn>
                  <a:cxn ang="16200000">
                    <a:pos x="wd2" y="hd2"/>
                  </a:cxn>
                </a:cxnLst>
                <a:rect l="0" t="0" r="r" b="b"/>
                <a:pathLst>
                  <a:path w="21600" h="21600" extrusionOk="0">
                    <a:moveTo>
                      <a:pt x="1380" y="14010"/>
                    </a:moveTo>
                    <a:lnTo>
                      <a:pt x="1380" y="14010"/>
                    </a:lnTo>
                    <a:cubicBezTo>
                      <a:pt x="899" y="14066"/>
                      <a:pt x="417" y="13902"/>
                      <a:pt x="0" y="13542"/>
                    </a:cubicBezTo>
                    <a:moveTo>
                      <a:pt x="2598" y="19137"/>
                    </a:moveTo>
                    <a:lnTo>
                      <a:pt x="2598" y="19137"/>
                    </a:lnTo>
                    <a:cubicBezTo>
                      <a:pt x="2405" y="19250"/>
                      <a:pt x="2202" y="19325"/>
                      <a:pt x="1994" y="19361"/>
                    </a:cubicBezTo>
                    <a:moveTo>
                      <a:pt x="7802" y="21600"/>
                    </a:moveTo>
                    <a:lnTo>
                      <a:pt x="7802" y="21600"/>
                    </a:lnTo>
                    <a:cubicBezTo>
                      <a:pt x="7657" y="21279"/>
                      <a:pt x="7535" y="20936"/>
                      <a:pt x="7438" y="20577"/>
                    </a:cubicBezTo>
                    <a:moveTo>
                      <a:pt x="14532" y="19050"/>
                    </a:moveTo>
                    <a:cubicBezTo>
                      <a:pt x="14510" y="19430"/>
                      <a:pt x="14462" y="19806"/>
                      <a:pt x="14386" y="20172"/>
                    </a:cubicBezTo>
                    <a:moveTo>
                      <a:pt x="17421" y="12116"/>
                    </a:moveTo>
                    <a:lnTo>
                      <a:pt x="17421" y="12116"/>
                    </a:lnTo>
                    <a:cubicBezTo>
                      <a:pt x="18505" y="12890"/>
                      <a:pt x="19193" y="14504"/>
                      <a:pt x="19193" y="16273"/>
                    </a:cubicBezTo>
                    <a:moveTo>
                      <a:pt x="21600" y="7649"/>
                    </a:moveTo>
                    <a:cubicBezTo>
                      <a:pt x="21423" y="8256"/>
                      <a:pt x="21153" y="8794"/>
                      <a:pt x="20811" y="9222"/>
                    </a:cubicBezTo>
                    <a:moveTo>
                      <a:pt x="19707" y="1814"/>
                    </a:moveTo>
                    <a:cubicBezTo>
                      <a:pt x="19737" y="2059"/>
                      <a:pt x="19751" y="2307"/>
                      <a:pt x="19749" y="2556"/>
                    </a:cubicBezTo>
                    <a:moveTo>
                      <a:pt x="14668" y="947"/>
                    </a:moveTo>
                    <a:cubicBezTo>
                      <a:pt x="14771" y="605"/>
                      <a:pt x="14907" y="286"/>
                      <a:pt x="15073" y="0"/>
                    </a:cubicBezTo>
                    <a:moveTo>
                      <a:pt x="10888" y="1399"/>
                    </a:moveTo>
                    <a:cubicBezTo>
                      <a:pt x="10930" y="1115"/>
                      <a:pt x="10996" y="841"/>
                      <a:pt x="11084" y="582"/>
                    </a:cubicBezTo>
                    <a:moveTo>
                      <a:pt x="6452" y="1676"/>
                    </a:moveTo>
                    <a:lnTo>
                      <a:pt x="6452" y="1676"/>
                    </a:lnTo>
                    <a:cubicBezTo>
                      <a:pt x="6709" y="1897"/>
                      <a:pt x="6947" y="2163"/>
                      <a:pt x="7160" y="2469"/>
                    </a:cubicBezTo>
                    <a:moveTo>
                      <a:pt x="1072" y="7905"/>
                    </a:moveTo>
                    <a:lnTo>
                      <a:pt x="1072" y="7905"/>
                    </a:lnTo>
                    <a:cubicBezTo>
                      <a:pt x="1016" y="7632"/>
                      <a:pt x="974" y="7353"/>
                      <a:pt x="948" y="7071"/>
                    </a:cubicBezTo>
                  </a:path>
                </a:pathLst>
              </a:custGeom>
              <a:noFill/>
              <a:ln w="9525" cap="flat">
                <a:solidFill>
                  <a:srgbClr val="C9A663"/>
                </a:solidFill>
                <a:prstDash val="solid"/>
                <a:round/>
              </a:ln>
              <a:effectLst/>
            </p:spPr>
            <p:txBody>
              <a:bodyPr wrap="square" lIns="56200" tIns="56200" rIns="56200" bIns="56200" numCol="1" anchor="ctr">
                <a:noAutofit/>
              </a:bodyPr>
              <a:lstStyle/>
              <a:p>
                <a:pPr>
                  <a:defRPr sz="3200">
                    <a:solidFill>
                      <a:srgbClr val="FFFFFF"/>
                    </a:solidFill>
                    <a:effectLst>
                      <a:outerShdw blurRad="25400" dist="33948" dir="2700000" rotWithShape="0">
                        <a:srgbClr val="3B3936"/>
                      </a:outerShdw>
                    </a:effectLst>
                    <a:latin typeface="Palatino"/>
                    <a:ea typeface="Palatino"/>
                    <a:cs typeface="Palatino"/>
                    <a:sym typeface="Palatino"/>
                  </a:defRPr>
                </a:pPr>
                <a:endParaRPr sz="3541"/>
              </a:p>
            </p:txBody>
          </p:sp>
        </p:grpSp>
        <p:sp>
          <p:nvSpPr>
            <p:cNvPr id="851" name="Commande introuvable?????…"/>
            <p:cNvSpPr txBox="1"/>
            <p:nvPr/>
          </p:nvSpPr>
          <p:spPr>
            <a:xfrm>
              <a:off x="1106195" y="638836"/>
              <a:ext cx="5178990" cy="1444137"/>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6200" tIns="56200" rIns="56200" bIns="56200" numCol="1" anchor="ctr">
              <a:spAutoFit/>
            </a:bodyPr>
            <a:lstStyle/>
            <a:p>
              <a:pPr>
                <a:defRPr sz="2800">
                  <a:solidFill>
                    <a:srgbClr val="000000"/>
                  </a:solidFill>
                  <a:effectLst>
                    <a:outerShdw blurRad="25400" dist="33948" dir="2700000" rotWithShape="0">
                      <a:srgbClr val="3B3936"/>
                    </a:outerShdw>
                  </a:effectLst>
                  <a:latin typeface="Palatino"/>
                  <a:ea typeface="Palatino"/>
                  <a:cs typeface="Palatino"/>
                  <a:sym typeface="Palatino"/>
                </a:defRPr>
              </a:pPr>
              <a:r>
                <a:rPr sz="3097"/>
                <a:t>Commande introuvable?????</a:t>
              </a:r>
            </a:p>
            <a:p>
              <a:pPr>
                <a:defRPr sz="2800">
                  <a:solidFill>
                    <a:srgbClr val="000000"/>
                  </a:solidFill>
                  <a:effectLst>
                    <a:outerShdw blurRad="25400" dist="33948" dir="2700000" rotWithShape="0">
                      <a:srgbClr val="3B3936"/>
                    </a:outerShdw>
                  </a:effectLst>
                  <a:latin typeface="Palatino"/>
                  <a:ea typeface="Palatino"/>
                  <a:cs typeface="Palatino"/>
                  <a:sym typeface="Palatino"/>
                </a:defRPr>
              </a:pPr>
              <a:r>
                <a:rPr sz="3097"/>
                <a:t>Pourquoi le Shell n’arrive pas à trouver cette commande</a:t>
              </a:r>
            </a:p>
          </p:txBody>
        </p:sp>
      </p:gr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22" presetClass="entr" presetSubtype="8" fill="hold" grpId="1" nodeType="clickEffect">
                                  <p:stCondLst>
                                    <p:cond delay="0"/>
                                  </p:stCondLst>
                                  <p:iterate>
                                    <p:tmAbs val="0"/>
                                  </p:iterate>
                                  <p:childTnLst>
                                    <p:set>
                                      <p:cBhvr>
                                        <p:cTn id="6" fill="hold"/>
                                        <p:tgtEl>
                                          <p:spTgt spid="846"/>
                                        </p:tgtEl>
                                        <p:attrNameLst>
                                          <p:attrName>style.visibility</p:attrName>
                                        </p:attrNameLst>
                                      </p:cBhvr>
                                      <p:to>
                                        <p:strVal val="visible"/>
                                      </p:to>
                                    </p:set>
                                    <p:animEffect transition="in" filter="wipe(left)">
                                      <p:cBhvr>
                                        <p:cTn id="7" dur="500"/>
                                        <p:tgtEl>
                                          <p:spTgt spid="846"/>
                                        </p:tgtEl>
                                      </p:cBhvr>
                                    </p:animEffect>
                                  </p:childTnLst>
                                </p:cTn>
                              </p:par>
                            </p:childTnLst>
                          </p:cTn>
                        </p:par>
                        <p:par>
                          <p:cTn id="8" fill="hold">
                            <p:stCondLst>
                              <p:cond delay="500"/>
                            </p:stCondLst>
                            <p:childTnLst>
                              <p:par>
                                <p:cTn id="9" presetID="22" presetClass="entr" presetSubtype="8" fill="hold" grpId="2" nodeType="afterEffect">
                                  <p:stCondLst>
                                    <p:cond delay="0"/>
                                  </p:stCondLst>
                                  <p:iterate>
                                    <p:tmAbs val="0"/>
                                  </p:iterate>
                                  <p:childTnLst>
                                    <p:set>
                                      <p:cBhvr>
                                        <p:cTn id="10" fill="hold"/>
                                        <p:tgtEl>
                                          <p:spTgt spid="847"/>
                                        </p:tgtEl>
                                        <p:attrNameLst>
                                          <p:attrName>style.visibility</p:attrName>
                                        </p:attrNameLst>
                                      </p:cBhvr>
                                      <p:to>
                                        <p:strVal val="visible"/>
                                      </p:to>
                                    </p:set>
                                    <p:animEffect transition="in" filter="wipe(left)">
                                      <p:cBhvr>
                                        <p:cTn id="11" dur="500"/>
                                        <p:tgtEl>
                                          <p:spTgt spid="847"/>
                                        </p:tgtEl>
                                      </p:cBhvr>
                                    </p:animEffect>
                                  </p:childTnLst>
                                </p:cTn>
                              </p:par>
                            </p:childTnLst>
                          </p:cTn>
                        </p:par>
                      </p:childTnLst>
                    </p:cTn>
                  </p:par>
                  <p:par>
                    <p:cTn id="12" fill="hold">
                      <p:stCondLst>
                        <p:cond delay="indefinite"/>
                      </p:stCondLst>
                      <p:childTnLst>
                        <p:par>
                          <p:cTn id="13" fill="hold">
                            <p:stCondLst>
                              <p:cond delay="0"/>
                            </p:stCondLst>
                            <p:childTnLst>
                              <p:par>
                                <p:cTn id="14" presetID="23" presetClass="entr" presetSubtype="16" fill="hold" grpId="3" nodeType="clickEffect">
                                  <p:stCondLst>
                                    <p:cond delay="0"/>
                                  </p:stCondLst>
                                  <p:iterate>
                                    <p:tmAbs val="0"/>
                                  </p:iterate>
                                  <p:childTnLst>
                                    <p:set>
                                      <p:cBhvr>
                                        <p:cTn id="15" fill="hold"/>
                                        <p:tgtEl>
                                          <p:spTgt spid="852"/>
                                        </p:tgtEl>
                                        <p:attrNameLst>
                                          <p:attrName>style.visibility</p:attrName>
                                        </p:attrNameLst>
                                      </p:cBhvr>
                                      <p:to>
                                        <p:strVal val="visible"/>
                                      </p:to>
                                    </p:set>
                                    <p:anim calcmode="lin" valueType="num">
                                      <p:cBhvr>
                                        <p:cTn id="16" dur="500" fill="hold"/>
                                        <p:tgtEl>
                                          <p:spTgt spid="852"/>
                                        </p:tgtEl>
                                        <p:attrNameLst>
                                          <p:attrName>ppt_w</p:attrName>
                                        </p:attrNameLst>
                                      </p:cBhvr>
                                      <p:tavLst>
                                        <p:tav tm="0">
                                          <p:val>
                                            <p:fltVal val="0"/>
                                          </p:val>
                                        </p:tav>
                                        <p:tav tm="100000">
                                          <p:val>
                                            <p:strVal val="#ppt_w"/>
                                          </p:val>
                                        </p:tav>
                                      </p:tavLst>
                                    </p:anim>
                                    <p:anim calcmode="lin" valueType="num">
                                      <p:cBhvr>
                                        <p:cTn id="17" dur="500" fill="hold"/>
                                        <p:tgtEl>
                                          <p:spTgt spid="852"/>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6" grpId="1" animBg="1" advAuto="0"/>
      <p:bldP spid="847" grpId="2" animBg="1" advAuto="0"/>
      <p:bldP spid="852" grpId="3" animBg="1" advAuto="0"/>
    </p:bldLst>
  </p:timing>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54" name="Variables d'environnement"/>
          <p:cNvSpPr txBox="1">
            <a:spLocks noGrp="1"/>
          </p:cNvSpPr>
          <p:nvPr>
            <p:ph type="title"/>
          </p:nvPr>
        </p:nvSpPr>
        <p:spPr>
          <a:prstGeom prst="rect">
            <a:avLst/>
          </a:prstGeom>
        </p:spPr>
        <p:txBody>
          <a:bodyPr/>
          <a:lstStyle/>
          <a:p>
            <a:r>
              <a:t>Variables d'environnement</a:t>
            </a:r>
          </a:p>
        </p:txBody>
      </p:sp>
      <p:sp>
        <p:nvSpPr>
          <p:cNvPr id="855" name="Une variable d’environnement est une valeur dynamique chargée en mémoire, elle est accessible par plusieurs programmes du système d’exploitation.…"/>
          <p:cNvSpPr txBox="1">
            <a:spLocks noGrp="1"/>
          </p:cNvSpPr>
          <p:nvPr>
            <p:ph type="body" idx="1"/>
          </p:nvPr>
        </p:nvSpPr>
        <p:spPr>
          <a:prstGeom prst="rect">
            <a:avLst/>
          </a:prstGeom>
        </p:spPr>
        <p:txBody>
          <a:bodyPr/>
          <a:lstStyle/>
          <a:p>
            <a:endParaRPr sz="3872" b="1" i="1">
              <a:solidFill>
                <a:srgbClr val="B0564E"/>
              </a:solidFill>
            </a:endParaRPr>
          </a:p>
          <a:p>
            <a:pPr algn="just"/>
            <a:r>
              <a:t>Une variable d’environnement est une valeur dynamique chargée en mémoire, elle est accessible par plusieurs programmes du système d’exploitation.</a:t>
            </a:r>
          </a:p>
          <a:p>
            <a:pPr algn="just"/>
            <a:r>
              <a:t>Ces variables sont chargées d’une façon automatique lors de démarrage.</a:t>
            </a:r>
          </a:p>
        </p:txBody>
      </p:sp>
      <p:sp>
        <p:nvSpPr>
          <p:cNvPr id="856" name="Numéro de diapositive"/>
          <p:cNvSpPr txBox="1">
            <a:spLocks noGrp="1"/>
          </p:cNvSpPr>
          <p:nvPr>
            <p:ph type="sldNum" sz="quarter" idx="2"/>
          </p:nvPr>
        </p:nvSpPr>
        <p:spPr>
          <a:xfrm>
            <a:off x="7029969" y="10285995"/>
            <a:ext cx="362740" cy="412859"/>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44</a:t>
            </a:fld>
            <a:endParaRPr/>
          </a:p>
        </p:txBody>
      </p:sp>
    </p:spTree>
  </p:cSld>
  <p:clrMapOvr>
    <a:masterClrMapping/>
  </p:clrMapOvr>
  <p:transition spd="med"/>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58" name="Variables d'environnement"/>
          <p:cNvSpPr txBox="1">
            <a:spLocks noGrp="1"/>
          </p:cNvSpPr>
          <p:nvPr>
            <p:ph type="title"/>
          </p:nvPr>
        </p:nvSpPr>
        <p:spPr>
          <a:prstGeom prst="rect">
            <a:avLst/>
          </a:prstGeom>
        </p:spPr>
        <p:txBody>
          <a:bodyPr/>
          <a:lstStyle/>
          <a:p>
            <a:r>
              <a:t>Variables d'environnement</a:t>
            </a:r>
          </a:p>
        </p:txBody>
      </p:sp>
      <p:sp>
        <p:nvSpPr>
          <p:cNvPr id="859" name="PATH : indique la liste des chemins où trouver les programmes à lancer.…"/>
          <p:cNvSpPr txBox="1">
            <a:spLocks noGrp="1"/>
          </p:cNvSpPr>
          <p:nvPr>
            <p:ph type="body" idx="1"/>
          </p:nvPr>
        </p:nvSpPr>
        <p:spPr>
          <a:prstGeom prst="rect">
            <a:avLst/>
          </a:prstGeom>
        </p:spPr>
        <p:txBody>
          <a:bodyPr/>
          <a:lstStyle/>
          <a:p>
            <a:pPr marL="433658" indent="-433658" algn="just" defTabSz="539143">
              <a:spcBef>
                <a:spcPts val="2102"/>
              </a:spcBef>
              <a:defRPr sz="3104" b="1">
                <a:latin typeface="Times Roman"/>
                <a:ea typeface="Times Roman"/>
                <a:cs typeface="Times Roman"/>
                <a:sym typeface="Times Roman"/>
              </a:defRPr>
            </a:pPr>
            <a:r>
              <a:rPr i="1" u="sng" dirty="0">
                <a:solidFill>
                  <a:srgbClr val="011993"/>
                </a:solidFill>
                <a:latin typeface="Palatino"/>
                <a:ea typeface="Palatino"/>
                <a:cs typeface="Palatino"/>
                <a:sym typeface="Palatino"/>
              </a:rPr>
              <a:t>PATH</a:t>
            </a:r>
            <a:r>
              <a:rPr b="0" dirty="0"/>
              <a:t> </a:t>
            </a:r>
            <a:r>
              <a:rPr b="0" dirty="0">
                <a:latin typeface="Palatino"/>
                <a:ea typeface="Palatino"/>
                <a:cs typeface="Palatino"/>
                <a:sym typeface="Palatino"/>
              </a:rPr>
              <a:t>: </a:t>
            </a:r>
            <a:r>
              <a:rPr b="0" dirty="0" err="1">
                <a:latin typeface="Palatino"/>
                <a:ea typeface="Palatino"/>
                <a:cs typeface="Palatino"/>
                <a:sym typeface="Palatino"/>
              </a:rPr>
              <a:t>indique</a:t>
            </a:r>
            <a:r>
              <a:rPr b="0" dirty="0">
                <a:latin typeface="Palatino"/>
                <a:ea typeface="Palatino"/>
                <a:cs typeface="Palatino"/>
                <a:sym typeface="Palatino"/>
              </a:rPr>
              <a:t> la </a:t>
            </a:r>
            <a:r>
              <a:rPr b="0" dirty="0" err="1">
                <a:latin typeface="Palatino"/>
                <a:ea typeface="Palatino"/>
                <a:cs typeface="Palatino"/>
                <a:sym typeface="Palatino"/>
              </a:rPr>
              <a:t>liste</a:t>
            </a:r>
            <a:r>
              <a:rPr b="0" dirty="0">
                <a:latin typeface="Palatino"/>
                <a:ea typeface="Palatino"/>
                <a:cs typeface="Palatino"/>
                <a:sym typeface="Palatino"/>
              </a:rPr>
              <a:t> des chemins </a:t>
            </a:r>
            <a:r>
              <a:rPr b="0" dirty="0" err="1">
                <a:latin typeface="Palatino"/>
                <a:ea typeface="Palatino"/>
                <a:cs typeface="Palatino"/>
                <a:sym typeface="Palatino"/>
              </a:rPr>
              <a:t>où</a:t>
            </a:r>
            <a:r>
              <a:rPr b="0" dirty="0">
                <a:latin typeface="Palatino"/>
                <a:ea typeface="Palatino"/>
                <a:cs typeface="Palatino"/>
                <a:sym typeface="Palatino"/>
              </a:rPr>
              <a:t> </a:t>
            </a:r>
            <a:r>
              <a:rPr b="0" dirty="0" err="1">
                <a:latin typeface="Palatino"/>
                <a:ea typeface="Palatino"/>
                <a:cs typeface="Palatino"/>
                <a:sym typeface="Palatino"/>
              </a:rPr>
              <a:t>trouver</a:t>
            </a:r>
            <a:r>
              <a:rPr b="0" dirty="0">
                <a:latin typeface="Palatino"/>
                <a:ea typeface="Palatino"/>
                <a:cs typeface="Palatino"/>
                <a:sym typeface="Palatino"/>
              </a:rPr>
              <a:t> les </a:t>
            </a:r>
            <a:r>
              <a:rPr b="0" dirty="0" err="1">
                <a:latin typeface="Palatino"/>
                <a:ea typeface="Palatino"/>
                <a:cs typeface="Palatino"/>
                <a:sym typeface="Palatino"/>
              </a:rPr>
              <a:t>programmes</a:t>
            </a:r>
            <a:r>
              <a:rPr b="0" dirty="0">
                <a:latin typeface="Palatino"/>
                <a:ea typeface="Palatino"/>
                <a:cs typeface="Palatino"/>
                <a:sym typeface="Palatino"/>
              </a:rPr>
              <a:t> à lancer. </a:t>
            </a:r>
          </a:p>
          <a:p>
            <a:pPr marL="433658" indent="-433658" algn="just" defTabSz="539143">
              <a:spcBef>
                <a:spcPts val="2102"/>
              </a:spcBef>
              <a:defRPr sz="3104" b="1">
                <a:latin typeface="Times Roman"/>
                <a:ea typeface="Times Roman"/>
                <a:cs typeface="Times Roman"/>
                <a:sym typeface="Times Roman"/>
              </a:defRPr>
            </a:pPr>
            <a:r>
              <a:rPr i="1" u="sng" dirty="0">
                <a:solidFill>
                  <a:srgbClr val="011993"/>
                </a:solidFill>
                <a:latin typeface="Palatino"/>
                <a:ea typeface="Palatino"/>
                <a:cs typeface="Palatino"/>
                <a:sym typeface="Palatino"/>
              </a:rPr>
              <a:t>SHELL</a:t>
            </a:r>
            <a:r>
              <a:rPr b="0" dirty="0"/>
              <a:t> </a:t>
            </a:r>
            <a:r>
              <a:rPr b="0" dirty="0">
                <a:latin typeface="Palatino"/>
                <a:ea typeface="Palatino"/>
                <a:cs typeface="Palatino"/>
                <a:sym typeface="Palatino"/>
              </a:rPr>
              <a:t>: </a:t>
            </a:r>
            <a:r>
              <a:rPr b="0" dirty="0" err="1">
                <a:latin typeface="Palatino"/>
                <a:ea typeface="Palatino"/>
                <a:cs typeface="Palatino"/>
                <a:sym typeface="Palatino"/>
              </a:rPr>
              <a:t>indique</a:t>
            </a:r>
            <a:r>
              <a:rPr b="0" dirty="0">
                <a:latin typeface="Palatino"/>
                <a:ea typeface="Palatino"/>
                <a:cs typeface="Palatino"/>
                <a:sym typeface="Palatino"/>
              </a:rPr>
              <a:t> </a:t>
            </a:r>
            <a:r>
              <a:rPr b="0" dirty="0" err="1">
                <a:latin typeface="Palatino"/>
                <a:ea typeface="Palatino"/>
                <a:cs typeface="Palatino"/>
                <a:sym typeface="Palatino"/>
              </a:rPr>
              <a:t>l’interpréteur</a:t>
            </a:r>
            <a:r>
              <a:rPr b="0" dirty="0">
                <a:latin typeface="Palatino"/>
                <a:ea typeface="Palatino"/>
                <a:cs typeface="Palatino"/>
                <a:sym typeface="Palatino"/>
              </a:rPr>
              <a:t> shell </a:t>
            </a:r>
            <a:r>
              <a:rPr b="0" dirty="0" err="1">
                <a:latin typeface="Palatino"/>
                <a:ea typeface="Palatino"/>
                <a:cs typeface="Palatino"/>
                <a:sym typeface="Palatino"/>
              </a:rPr>
              <a:t>utilisé</a:t>
            </a:r>
            <a:r>
              <a:rPr b="0" dirty="0">
                <a:latin typeface="Palatino"/>
                <a:ea typeface="Palatino"/>
                <a:cs typeface="Palatino"/>
                <a:sym typeface="Palatino"/>
              </a:rPr>
              <a:t> par </a:t>
            </a:r>
            <a:r>
              <a:rPr b="0" dirty="0" err="1">
                <a:latin typeface="Palatino"/>
                <a:ea typeface="Palatino"/>
                <a:cs typeface="Palatino"/>
                <a:sym typeface="Palatino"/>
              </a:rPr>
              <a:t>défaut</a:t>
            </a:r>
            <a:r>
              <a:rPr b="0" dirty="0">
                <a:latin typeface="Palatino"/>
                <a:ea typeface="Palatino"/>
                <a:cs typeface="Palatino"/>
                <a:sym typeface="Palatino"/>
              </a:rPr>
              <a:t>. </a:t>
            </a:r>
          </a:p>
          <a:p>
            <a:pPr marL="433658" indent="-433658" algn="just" defTabSz="539143">
              <a:spcBef>
                <a:spcPts val="2102"/>
              </a:spcBef>
              <a:defRPr sz="3104" b="1">
                <a:latin typeface="Times Roman"/>
                <a:ea typeface="Times Roman"/>
                <a:cs typeface="Times Roman"/>
                <a:sym typeface="Times Roman"/>
              </a:defRPr>
            </a:pPr>
            <a:r>
              <a:rPr i="1" u="sng" dirty="0">
                <a:solidFill>
                  <a:srgbClr val="011993"/>
                </a:solidFill>
                <a:latin typeface="Palatino"/>
                <a:ea typeface="Palatino"/>
                <a:cs typeface="Palatino"/>
                <a:sym typeface="Palatino"/>
              </a:rPr>
              <a:t>HOME</a:t>
            </a:r>
            <a:r>
              <a:rPr b="0" dirty="0"/>
              <a:t> </a:t>
            </a:r>
            <a:r>
              <a:rPr b="0" dirty="0">
                <a:latin typeface="Palatino"/>
                <a:ea typeface="Palatino"/>
                <a:cs typeface="Palatino"/>
                <a:sym typeface="Palatino"/>
              </a:rPr>
              <a:t>: </a:t>
            </a:r>
            <a:r>
              <a:rPr b="0" dirty="0" err="1">
                <a:latin typeface="Palatino"/>
                <a:ea typeface="Palatino"/>
                <a:cs typeface="Palatino"/>
                <a:sym typeface="Palatino"/>
              </a:rPr>
              <a:t>contient</a:t>
            </a:r>
            <a:r>
              <a:rPr b="0" dirty="0">
                <a:latin typeface="Palatino"/>
                <a:ea typeface="Palatino"/>
                <a:cs typeface="Palatino"/>
                <a:sym typeface="Palatino"/>
              </a:rPr>
              <a:t> le chemin </a:t>
            </a:r>
            <a:r>
              <a:rPr b="0" dirty="0" err="1">
                <a:latin typeface="Palatino"/>
                <a:ea typeface="Palatino"/>
                <a:cs typeface="Palatino"/>
                <a:sym typeface="Palatino"/>
              </a:rPr>
              <a:t>absolu</a:t>
            </a:r>
            <a:r>
              <a:rPr b="0" dirty="0">
                <a:latin typeface="Palatino"/>
                <a:ea typeface="Palatino"/>
                <a:cs typeface="Palatino"/>
                <a:sym typeface="Palatino"/>
              </a:rPr>
              <a:t> </a:t>
            </a:r>
            <a:r>
              <a:rPr b="0" dirty="0" err="1">
                <a:latin typeface="Palatino"/>
                <a:ea typeface="Palatino"/>
                <a:cs typeface="Palatino"/>
                <a:sym typeface="Palatino"/>
              </a:rPr>
              <a:t>vers</a:t>
            </a:r>
            <a:r>
              <a:rPr b="0" dirty="0">
                <a:latin typeface="Palatino"/>
                <a:ea typeface="Palatino"/>
                <a:cs typeface="Palatino"/>
                <a:sym typeface="Palatino"/>
              </a:rPr>
              <a:t> le </a:t>
            </a:r>
            <a:r>
              <a:rPr b="0" dirty="0" err="1">
                <a:latin typeface="Palatino"/>
                <a:ea typeface="Palatino"/>
                <a:cs typeface="Palatino"/>
                <a:sym typeface="Palatino"/>
              </a:rPr>
              <a:t>répertoire</a:t>
            </a:r>
            <a:r>
              <a:rPr b="0" dirty="0">
                <a:latin typeface="Palatino"/>
                <a:ea typeface="Palatino"/>
                <a:cs typeface="Palatino"/>
                <a:sym typeface="Palatino"/>
              </a:rPr>
              <a:t> personnel de </a:t>
            </a:r>
            <a:r>
              <a:rPr b="0" dirty="0" err="1">
                <a:latin typeface="Palatino"/>
                <a:ea typeface="Palatino"/>
                <a:cs typeface="Palatino"/>
                <a:sym typeface="Palatino"/>
              </a:rPr>
              <a:t>l'utilisateur</a:t>
            </a:r>
            <a:r>
              <a:rPr b="0" dirty="0">
                <a:latin typeface="Palatino"/>
                <a:ea typeface="Palatino"/>
                <a:cs typeface="Palatino"/>
                <a:sym typeface="Palatino"/>
              </a:rPr>
              <a:t> </a:t>
            </a:r>
            <a:r>
              <a:rPr b="0" dirty="0" err="1">
                <a:latin typeface="Palatino"/>
                <a:ea typeface="Palatino"/>
                <a:cs typeface="Palatino"/>
                <a:sym typeface="Palatino"/>
              </a:rPr>
              <a:t>connecté</a:t>
            </a:r>
            <a:r>
              <a:rPr b="0" dirty="0">
                <a:latin typeface="Palatino"/>
                <a:ea typeface="Palatino"/>
                <a:cs typeface="Palatino"/>
                <a:sym typeface="Palatino"/>
              </a:rPr>
              <a:t>. </a:t>
            </a:r>
          </a:p>
          <a:p>
            <a:pPr marL="433658" indent="-433658" algn="just" defTabSz="539143">
              <a:spcBef>
                <a:spcPts val="2102"/>
              </a:spcBef>
              <a:defRPr sz="3104" b="1">
                <a:latin typeface="Times Roman"/>
                <a:ea typeface="Times Roman"/>
                <a:cs typeface="Times Roman"/>
                <a:sym typeface="Times Roman"/>
              </a:defRPr>
            </a:pPr>
            <a:r>
              <a:rPr i="1" u="sng" dirty="0">
                <a:solidFill>
                  <a:srgbClr val="011993"/>
                </a:solidFill>
                <a:latin typeface="Palatino"/>
                <a:ea typeface="Palatino"/>
                <a:cs typeface="Palatino"/>
                <a:sym typeface="Palatino"/>
              </a:rPr>
              <a:t>LOGNAME</a:t>
            </a:r>
            <a:r>
              <a:rPr b="0" dirty="0"/>
              <a:t> </a:t>
            </a:r>
            <a:r>
              <a:rPr b="0" dirty="0">
                <a:latin typeface="Palatino"/>
                <a:ea typeface="Palatino"/>
                <a:cs typeface="Palatino"/>
                <a:sym typeface="Palatino"/>
              </a:rPr>
              <a:t>: pour le nom de </a:t>
            </a:r>
            <a:r>
              <a:rPr b="0" dirty="0" err="1">
                <a:latin typeface="Palatino"/>
                <a:ea typeface="Palatino"/>
                <a:cs typeface="Palatino"/>
                <a:sym typeface="Palatino"/>
              </a:rPr>
              <a:t>l’utilisateur</a:t>
            </a:r>
            <a:endParaRPr b="0" dirty="0">
              <a:latin typeface="Palatino"/>
              <a:ea typeface="Palatino"/>
              <a:cs typeface="Palatino"/>
              <a:sym typeface="Palatino"/>
            </a:endParaRPr>
          </a:p>
          <a:p>
            <a:pPr marL="433658" indent="-433658" algn="just" defTabSz="539143">
              <a:spcBef>
                <a:spcPts val="2102"/>
              </a:spcBef>
              <a:defRPr sz="3104" b="1">
                <a:latin typeface="Times Roman"/>
                <a:ea typeface="Times Roman"/>
                <a:cs typeface="Times Roman"/>
                <a:sym typeface="Times Roman"/>
              </a:defRPr>
            </a:pPr>
            <a:r>
              <a:rPr i="1" u="sng" dirty="0">
                <a:solidFill>
                  <a:srgbClr val="011993"/>
                </a:solidFill>
                <a:latin typeface="Palatino"/>
                <a:ea typeface="Palatino"/>
                <a:cs typeface="Palatino"/>
                <a:sym typeface="Palatino"/>
              </a:rPr>
              <a:t>HISTFILE</a:t>
            </a:r>
            <a:r>
              <a:rPr b="0" dirty="0"/>
              <a:t> </a:t>
            </a:r>
            <a:r>
              <a:rPr b="0" dirty="0">
                <a:latin typeface="Palatino"/>
                <a:ea typeface="Palatino"/>
                <a:cs typeface="Palatino"/>
                <a:sym typeface="Palatino"/>
              </a:rPr>
              <a:t>: pour le </a:t>
            </a:r>
            <a:r>
              <a:rPr b="0" dirty="0" err="1">
                <a:latin typeface="Palatino"/>
                <a:ea typeface="Palatino"/>
                <a:cs typeface="Palatino"/>
                <a:sym typeface="Palatino"/>
              </a:rPr>
              <a:t>fichier</a:t>
            </a:r>
            <a:r>
              <a:rPr b="0" dirty="0">
                <a:latin typeface="Palatino"/>
                <a:ea typeface="Palatino"/>
                <a:cs typeface="Palatino"/>
                <a:sym typeface="Palatino"/>
              </a:rPr>
              <a:t> </a:t>
            </a:r>
            <a:r>
              <a:rPr b="0" dirty="0" err="1">
                <a:latin typeface="Palatino"/>
                <a:ea typeface="Palatino"/>
                <a:cs typeface="Palatino"/>
                <a:sym typeface="Palatino"/>
              </a:rPr>
              <a:t>historique</a:t>
            </a:r>
            <a:r>
              <a:rPr b="0" dirty="0">
                <a:latin typeface="Palatino"/>
                <a:ea typeface="Palatino"/>
                <a:cs typeface="Palatino"/>
                <a:sym typeface="Palatino"/>
              </a:rPr>
              <a:t>.</a:t>
            </a:r>
          </a:p>
          <a:p>
            <a:pPr marL="433658" indent="-433658" algn="just" defTabSz="539143">
              <a:spcBef>
                <a:spcPts val="2102"/>
              </a:spcBef>
              <a:defRPr sz="3104" b="1">
                <a:latin typeface="Times Roman"/>
                <a:ea typeface="Times Roman"/>
                <a:cs typeface="Times Roman"/>
                <a:sym typeface="Times Roman"/>
              </a:defRPr>
            </a:pPr>
            <a:r>
              <a:rPr i="1" u="sng" dirty="0">
                <a:solidFill>
                  <a:srgbClr val="011993"/>
                </a:solidFill>
                <a:latin typeface="Palatino"/>
                <a:ea typeface="Palatino"/>
                <a:cs typeface="Palatino"/>
                <a:sym typeface="Palatino"/>
              </a:rPr>
              <a:t>HISTSIZE</a:t>
            </a:r>
            <a:r>
              <a:rPr b="0" dirty="0"/>
              <a:t> </a:t>
            </a:r>
            <a:r>
              <a:rPr b="0" dirty="0">
                <a:latin typeface="Palatino"/>
                <a:ea typeface="Palatino"/>
                <a:cs typeface="Palatino"/>
                <a:sym typeface="Palatino"/>
              </a:rPr>
              <a:t>: pour la </a:t>
            </a:r>
            <a:r>
              <a:rPr b="0" dirty="0" err="1">
                <a:latin typeface="Palatino"/>
                <a:ea typeface="Palatino"/>
                <a:cs typeface="Palatino"/>
                <a:sym typeface="Palatino"/>
              </a:rPr>
              <a:t>limite</a:t>
            </a:r>
            <a:r>
              <a:rPr b="0" dirty="0">
                <a:latin typeface="Palatino"/>
                <a:ea typeface="Palatino"/>
                <a:cs typeface="Palatino"/>
                <a:sym typeface="Palatino"/>
              </a:rPr>
              <a:t> de </a:t>
            </a:r>
            <a:r>
              <a:rPr b="0" dirty="0" err="1">
                <a:latin typeface="Palatino"/>
                <a:ea typeface="Palatino"/>
                <a:cs typeface="Palatino"/>
                <a:sym typeface="Palatino"/>
              </a:rPr>
              <a:t>commandes</a:t>
            </a:r>
            <a:r>
              <a:rPr b="0" dirty="0">
                <a:latin typeface="Palatino"/>
                <a:ea typeface="Palatino"/>
                <a:cs typeface="Palatino"/>
                <a:sym typeface="Palatino"/>
              </a:rPr>
              <a:t> </a:t>
            </a:r>
            <a:r>
              <a:rPr b="0" dirty="0" err="1">
                <a:latin typeface="Palatino"/>
                <a:ea typeface="Palatino"/>
                <a:cs typeface="Palatino"/>
                <a:sym typeface="Palatino"/>
              </a:rPr>
              <a:t>historiques</a:t>
            </a:r>
            <a:r>
              <a:rPr b="0" dirty="0">
                <a:latin typeface="Palatino"/>
                <a:ea typeface="Palatino"/>
                <a:cs typeface="Palatino"/>
                <a:sym typeface="Palatino"/>
              </a:rPr>
              <a:t> </a:t>
            </a:r>
            <a:r>
              <a:rPr b="0" dirty="0"/>
              <a:t> </a:t>
            </a:r>
            <a:r>
              <a:rPr b="0" dirty="0" err="1">
                <a:latin typeface="Palatino"/>
                <a:ea typeface="Palatino"/>
                <a:cs typeface="Palatino"/>
                <a:sym typeface="Palatino"/>
              </a:rPr>
              <a:t>accessibles</a:t>
            </a:r>
            <a:r>
              <a:rPr b="0" dirty="0">
                <a:latin typeface="Palatino"/>
                <a:ea typeface="Palatino"/>
                <a:cs typeface="Palatino"/>
                <a:sym typeface="Palatino"/>
              </a:rPr>
              <a:t>.</a:t>
            </a:r>
          </a:p>
        </p:txBody>
      </p:sp>
      <p:sp>
        <p:nvSpPr>
          <p:cNvPr id="860" name="Numéro de diapositive"/>
          <p:cNvSpPr txBox="1">
            <a:spLocks noGrp="1"/>
          </p:cNvSpPr>
          <p:nvPr>
            <p:ph type="sldNum" sz="quarter" idx="2"/>
          </p:nvPr>
        </p:nvSpPr>
        <p:spPr>
          <a:xfrm>
            <a:off x="7029969" y="10285995"/>
            <a:ext cx="362740" cy="412859"/>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45</a:t>
            </a:fld>
            <a:endParaRPr/>
          </a:p>
        </p:txBody>
      </p:sp>
    </p:spTree>
  </p:cSld>
  <p:clrMapOvr>
    <a:masterClrMapping/>
  </p:clrMapOvr>
  <p:transition spd="med"/>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62" name="Variables d'environnement"/>
          <p:cNvSpPr txBox="1">
            <a:spLocks noGrp="1"/>
          </p:cNvSpPr>
          <p:nvPr>
            <p:ph type="title"/>
          </p:nvPr>
        </p:nvSpPr>
        <p:spPr>
          <a:prstGeom prst="rect">
            <a:avLst/>
          </a:prstGeom>
        </p:spPr>
        <p:txBody>
          <a:bodyPr/>
          <a:lstStyle/>
          <a:p>
            <a:r>
              <a:t>Variables d'environnement     </a:t>
            </a:r>
          </a:p>
        </p:txBody>
      </p:sp>
      <p:sp>
        <p:nvSpPr>
          <p:cNvPr id="863" name="Pour afficher la valeur d'une variable: $ echo $VAR_ENV…"/>
          <p:cNvSpPr txBox="1">
            <a:spLocks noGrp="1"/>
          </p:cNvSpPr>
          <p:nvPr>
            <p:ph type="body" idx="1"/>
          </p:nvPr>
        </p:nvSpPr>
        <p:spPr>
          <a:xfrm>
            <a:off x="586673" y="2461776"/>
            <a:ext cx="13825388" cy="7585347"/>
          </a:xfrm>
          <a:prstGeom prst="rect">
            <a:avLst/>
          </a:prstGeom>
        </p:spPr>
        <p:txBody>
          <a:bodyPr>
            <a:normAutofit/>
          </a:bodyPr>
          <a:lstStyle/>
          <a:p>
            <a:pPr marL="447071" indent="-447071" defTabSz="555819">
              <a:spcBef>
                <a:spcPts val="2213"/>
              </a:spcBef>
              <a:defRPr sz="3000"/>
            </a:pPr>
            <a:r>
              <a:rPr dirty="0"/>
              <a:t>Pour </a:t>
            </a:r>
            <a:r>
              <a:rPr dirty="0" err="1"/>
              <a:t>afficher</a:t>
            </a:r>
            <a:r>
              <a:rPr dirty="0"/>
              <a:t> la </a:t>
            </a:r>
            <a:r>
              <a:rPr dirty="0" err="1"/>
              <a:t>valeur</a:t>
            </a:r>
            <a:r>
              <a:rPr dirty="0"/>
              <a:t> </a:t>
            </a:r>
            <a:r>
              <a:rPr dirty="0" err="1"/>
              <a:t>d'une</a:t>
            </a:r>
            <a:r>
              <a:rPr dirty="0"/>
              <a:t> variable</a:t>
            </a:r>
            <a:r>
              <a:rPr dirty="0">
                <a:latin typeface="Times Roman"/>
                <a:ea typeface="Times Roman"/>
                <a:cs typeface="Times Roman"/>
                <a:sym typeface="Times Roman"/>
              </a:rPr>
              <a:t>: </a:t>
            </a:r>
            <a:endParaRPr lang="fr-FR" b="1" i="1" dirty="0">
              <a:solidFill>
                <a:srgbClr val="011993"/>
              </a:solidFill>
              <a:latin typeface="Times Roman"/>
              <a:ea typeface="Times Roman"/>
              <a:cs typeface="Times Roman"/>
              <a:sym typeface="Times Roman"/>
            </a:endParaRPr>
          </a:p>
          <a:p>
            <a:pPr marL="0" indent="0" defTabSz="555819">
              <a:spcBef>
                <a:spcPts val="2213"/>
              </a:spcBef>
              <a:buNone/>
              <a:defRPr sz="3000"/>
            </a:pPr>
            <a:r>
              <a:rPr lang="fr-FR" b="1" i="1" dirty="0">
                <a:solidFill>
                  <a:srgbClr val="011993"/>
                </a:solidFill>
                <a:latin typeface="Times Roman"/>
                <a:ea typeface="Times Roman"/>
                <a:cs typeface="Times Roman"/>
                <a:sym typeface="Times Roman"/>
              </a:rPr>
              <a:t>                         </a:t>
            </a:r>
            <a:r>
              <a:rPr b="1" i="1" dirty="0">
                <a:solidFill>
                  <a:srgbClr val="011993"/>
                </a:solidFill>
                <a:latin typeface="Times Roman"/>
                <a:ea typeface="Times Roman"/>
                <a:cs typeface="Times Roman"/>
                <a:sym typeface="Times Roman"/>
              </a:rPr>
              <a:t>echo $VAR_ENV</a:t>
            </a:r>
            <a:r>
              <a:rPr dirty="0">
                <a:solidFill>
                  <a:srgbClr val="011993"/>
                </a:solidFill>
                <a:latin typeface="Times Roman"/>
                <a:ea typeface="Times Roman"/>
                <a:cs typeface="Times Roman"/>
                <a:sym typeface="Times Roman"/>
              </a:rPr>
              <a:t> </a:t>
            </a:r>
            <a:endParaRPr sz="1107" dirty="0">
              <a:solidFill>
                <a:srgbClr val="011993"/>
              </a:solidFill>
              <a:latin typeface="Times Roman"/>
              <a:ea typeface="Times Roman"/>
              <a:cs typeface="Times Roman"/>
              <a:sym typeface="Times Roman"/>
            </a:endParaRPr>
          </a:p>
          <a:p>
            <a:pPr marL="447071" indent="-447071" defTabSz="555819">
              <a:spcBef>
                <a:spcPts val="2213"/>
              </a:spcBef>
              <a:defRPr sz="3000"/>
            </a:pPr>
            <a:r>
              <a:rPr dirty="0"/>
              <a:t>Pour </a:t>
            </a:r>
            <a:r>
              <a:rPr dirty="0" err="1"/>
              <a:t>déclarer</a:t>
            </a:r>
            <a:r>
              <a:rPr dirty="0"/>
              <a:t> des variables </a:t>
            </a:r>
            <a:r>
              <a:rPr dirty="0" err="1"/>
              <a:t>d’environnement</a:t>
            </a:r>
            <a:r>
              <a:rPr dirty="0"/>
              <a:t>  : </a:t>
            </a:r>
            <a:endParaRPr lang="fr-FR" dirty="0"/>
          </a:p>
          <a:p>
            <a:pPr marL="0" indent="0" defTabSz="555819">
              <a:spcBef>
                <a:spcPts val="2213"/>
              </a:spcBef>
              <a:buNone/>
              <a:defRPr sz="3000"/>
            </a:pPr>
            <a:r>
              <a:rPr lang="fr-FR" b="1" i="1" dirty="0">
                <a:solidFill>
                  <a:srgbClr val="011993"/>
                </a:solidFill>
                <a:latin typeface="Times Roman"/>
                <a:ea typeface="Times Roman"/>
                <a:cs typeface="Times Roman"/>
                <a:sym typeface="Times Roman"/>
              </a:rPr>
              <a:t>                </a:t>
            </a:r>
            <a:r>
              <a:rPr b="1" i="1" dirty="0">
                <a:solidFill>
                  <a:srgbClr val="011993"/>
                </a:solidFill>
                <a:latin typeface="Times Roman"/>
                <a:ea typeface="Times Roman"/>
                <a:cs typeface="Times Roman"/>
                <a:sym typeface="Times Roman"/>
              </a:rPr>
              <a:t>VARNAME=</a:t>
            </a:r>
            <a:r>
              <a:rPr b="1" i="1" dirty="0" err="1">
                <a:solidFill>
                  <a:srgbClr val="011993"/>
                </a:solidFill>
                <a:latin typeface="Times Roman"/>
                <a:ea typeface="Times Roman"/>
                <a:cs typeface="Times Roman"/>
                <a:sym typeface="Times Roman"/>
              </a:rPr>
              <a:t>valeur</a:t>
            </a:r>
            <a:r>
              <a:rPr b="1" i="1" dirty="0">
                <a:latin typeface="Times Roman"/>
                <a:ea typeface="Times Roman"/>
                <a:cs typeface="Times Roman"/>
                <a:sym typeface="Times Roman"/>
              </a:rPr>
              <a:t>  </a:t>
            </a:r>
            <a:r>
              <a:rPr lang="fr-FR" b="1" i="1" dirty="0">
                <a:latin typeface="Times Roman"/>
                <a:ea typeface="Times Roman"/>
                <a:cs typeface="Times Roman"/>
                <a:sym typeface="Times Roman"/>
              </a:rPr>
              <a:t>    </a:t>
            </a:r>
          </a:p>
          <a:p>
            <a:pPr marL="0" indent="0" defTabSz="555819">
              <a:spcBef>
                <a:spcPts val="2213"/>
              </a:spcBef>
              <a:buNone/>
              <a:defRPr sz="3000"/>
            </a:pPr>
            <a:r>
              <a:rPr lang="fr-FR" b="1" i="1" dirty="0">
                <a:solidFill>
                  <a:srgbClr val="011993"/>
                </a:solidFill>
                <a:latin typeface="Times Roman"/>
                <a:ea typeface="Times Roman"/>
                <a:cs typeface="Times Roman"/>
                <a:sym typeface="Times Roman"/>
              </a:rPr>
              <a:t>                </a:t>
            </a:r>
            <a:r>
              <a:rPr b="1" i="1" dirty="0">
                <a:solidFill>
                  <a:srgbClr val="011993"/>
                </a:solidFill>
                <a:latin typeface="Times Roman"/>
                <a:ea typeface="Times Roman"/>
                <a:cs typeface="Times Roman"/>
                <a:sym typeface="Times Roman"/>
              </a:rPr>
              <a:t>export VARNAME</a:t>
            </a:r>
          </a:p>
          <a:p>
            <a:pPr marL="447071" lvl="1" indent="0" defTabSz="555819">
              <a:spcBef>
                <a:spcPts val="2213"/>
              </a:spcBef>
              <a:buNone/>
              <a:defRPr sz="3000"/>
            </a:pPr>
            <a:r>
              <a:rPr lang="fr-FR" dirty="0">
                <a:sym typeface="Wingdings" panose="05000000000000000000" pitchFamily="2" charset="2"/>
              </a:rPr>
              <a:t> </a:t>
            </a:r>
            <a:r>
              <a:rPr dirty="0"/>
              <a:t>Export rend la variable visible pour </a:t>
            </a:r>
            <a:r>
              <a:rPr dirty="0" err="1"/>
              <a:t>tous</a:t>
            </a:r>
            <a:r>
              <a:rPr dirty="0"/>
              <a:t> les shells et les </a:t>
            </a:r>
            <a:r>
              <a:rPr dirty="0" err="1"/>
              <a:t>programmes</a:t>
            </a:r>
            <a:r>
              <a:rPr dirty="0"/>
              <a:t> </a:t>
            </a:r>
          </a:p>
          <a:p>
            <a:pPr marL="447071" indent="-447071" defTabSz="555819">
              <a:spcBef>
                <a:spcPts val="2213"/>
              </a:spcBef>
              <a:defRPr sz="3000"/>
            </a:pPr>
            <a:r>
              <a:rPr dirty="0"/>
              <a:t>Pour </a:t>
            </a:r>
            <a:r>
              <a:rPr dirty="0" err="1"/>
              <a:t>remplacer</a:t>
            </a:r>
            <a:r>
              <a:rPr dirty="0"/>
              <a:t> les deux </a:t>
            </a:r>
            <a:r>
              <a:rPr dirty="0" err="1"/>
              <a:t>commandes</a:t>
            </a:r>
            <a:r>
              <a:rPr dirty="0"/>
              <a:t> </a:t>
            </a:r>
            <a:r>
              <a:rPr dirty="0" err="1"/>
              <a:t>précédentes</a:t>
            </a:r>
            <a:r>
              <a:rPr dirty="0"/>
              <a:t>: </a:t>
            </a:r>
            <a:r>
              <a:rPr sz="1107" dirty="0">
                <a:latin typeface="Times Roman"/>
                <a:ea typeface="Times Roman"/>
                <a:cs typeface="Times Roman"/>
                <a:sym typeface="Times Roman"/>
              </a:rPr>
              <a:t> </a:t>
            </a:r>
            <a:endParaRPr lang="fr-FR" sz="1107" dirty="0">
              <a:latin typeface="Times Roman"/>
              <a:ea typeface="Times Roman"/>
              <a:cs typeface="Times Roman"/>
              <a:sym typeface="Times Roman"/>
            </a:endParaRPr>
          </a:p>
          <a:p>
            <a:pPr marL="0" indent="0" defTabSz="555819">
              <a:spcBef>
                <a:spcPts val="2213"/>
              </a:spcBef>
              <a:buNone/>
              <a:defRPr sz="3000"/>
            </a:pPr>
            <a:r>
              <a:rPr lang="fr-FR" sz="1107" b="1" i="1" dirty="0">
                <a:solidFill>
                  <a:srgbClr val="011993"/>
                </a:solidFill>
                <a:latin typeface="Times Roman"/>
                <a:ea typeface="Times Roman"/>
                <a:cs typeface="Times Roman"/>
                <a:sym typeface="Times Roman"/>
              </a:rPr>
              <a:t>                                             </a:t>
            </a:r>
            <a:r>
              <a:rPr b="1" i="1" dirty="0">
                <a:solidFill>
                  <a:srgbClr val="011993"/>
                </a:solidFill>
                <a:latin typeface="Times Roman"/>
                <a:ea typeface="Times Roman"/>
                <a:cs typeface="Times Roman"/>
                <a:sym typeface="Times Roman"/>
              </a:rPr>
              <a:t>export VARNAME=</a:t>
            </a:r>
            <a:r>
              <a:rPr b="1" i="1" dirty="0" err="1">
                <a:solidFill>
                  <a:srgbClr val="011993"/>
                </a:solidFill>
                <a:latin typeface="Times Roman"/>
                <a:ea typeface="Times Roman"/>
                <a:cs typeface="Times Roman"/>
                <a:sym typeface="Times Roman"/>
              </a:rPr>
              <a:t>valeur</a:t>
            </a:r>
            <a:r>
              <a:rPr b="1" i="1" dirty="0">
                <a:solidFill>
                  <a:srgbClr val="011993"/>
                </a:solidFill>
                <a:latin typeface="Times Roman"/>
                <a:ea typeface="Times Roman"/>
                <a:cs typeface="Times Roman"/>
                <a:sym typeface="Times Roman"/>
              </a:rPr>
              <a:t> </a:t>
            </a:r>
          </a:p>
          <a:p>
            <a:pPr marL="447071" indent="-447071" defTabSz="555819">
              <a:spcBef>
                <a:spcPts val="2213"/>
              </a:spcBef>
              <a:defRPr sz="3000"/>
            </a:pPr>
            <a:r>
              <a:rPr dirty="0"/>
              <a:t>Pour effacer le </a:t>
            </a:r>
            <a:r>
              <a:rPr dirty="0" err="1"/>
              <a:t>contenu</a:t>
            </a:r>
            <a:r>
              <a:rPr dirty="0"/>
              <a:t> </a:t>
            </a:r>
            <a:r>
              <a:rPr dirty="0" err="1"/>
              <a:t>d'une</a:t>
            </a:r>
            <a:r>
              <a:rPr dirty="0"/>
              <a:t> variable</a:t>
            </a:r>
            <a:r>
              <a:rPr lang="fr-FR" dirty="0"/>
              <a:t>: </a:t>
            </a:r>
            <a:r>
              <a:rPr dirty="0"/>
              <a:t> </a:t>
            </a:r>
            <a:r>
              <a:rPr b="1" i="1" dirty="0">
                <a:solidFill>
                  <a:srgbClr val="011993"/>
                </a:solidFill>
                <a:latin typeface="Times Roman"/>
                <a:ea typeface="Times Roman"/>
                <a:cs typeface="Times Roman"/>
                <a:sym typeface="Times Roman"/>
              </a:rPr>
              <a:t>unset VARNAME</a:t>
            </a:r>
            <a:r>
              <a:rPr dirty="0">
                <a:latin typeface="Times Roman"/>
                <a:ea typeface="Times Roman"/>
                <a:cs typeface="Times Roman"/>
                <a:sym typeface="Times Roman"/>
              </a:rPr>
              <a:t> </a:t>
            </a:r>
            <a:endParaRPr sz="1107" dirty="0">
              <a:latin typeface="Times Roman"/>
              <a:ea typeface="Times Roman"/>
              <a:cs typeface="Times Roman"/>
              <a:sym typeface="Times Roman"/>
            </a:endParaRPr>
          </a:p>
          <a:p>
            <a:pPr marL="447071" indent="-447071" defTabSz="555819">
              <a:spcBef>
                <a:spcPts val="2213"/>
              </a:spcBef>
              <a:defRPr sz="3000"/>
            </a:pPr>
            <a:r>
              <a:rPr dirty="0"/>
              <a:t>Pour </a:t>
            </a:r>
            <a:r>
              <a:rPr dirty="0" err="1"/>
              <a:t>afficher</a:t>
            </a:r>
            <a:r>
              <a:rPr dirty="0"/>
              <a:t> </a:t>
            </a:r>
            <a:r>
              <a:rPr dirty="0" err="1"/>
              <a:t>toutes</a:t>
            </a:r>
            <a:r>
              <a:rPr dirty="0"/>
              <a:t> les variables </a:t>
            </a:r>
            <a:r>
              <a:rPr dirty="0" err="1"/>
              <a:t>d'environnement</a:t>
            </a:r>
            <a:r>
              <a:rPr lang="fr-FR" dirty="0"/>
              <a:t>: </a:t>
            </a:r>
            <a:r>
              <a:rPr b="1" i="1" dirty="0">
                <a:solidFill>
                  <a:srgbClr val="011993"/>
                </a:solidFill>
                <a:latin typeface="Times Roman"/>
                <a:ea typeface="Times Roman"/>
                <a:cs typeface="Times Roman"/>
                <a:sym typeface="Times Roman"/>
              </a:rPr>
              <a:t> env </a:t>
            </a:r>
          </a:p>
        </p:txBody>
      </p:sp>
      <p:sp>
        <p:nvSpPr>
          <p:cNvPr id="864" name="Espace réservé du numéro de diapositive 1"/>
          <p:cNvSpPr txBox="1">
            <a:spLocks noGrp="1"/>
          </p:cNvSpPr>
          <p:nvPr>
            <p:ph type="sldNum" sz="quarter" idx="2"/>
          </p:nvPr>
        </p:nvSpPr>
        <p:spPr>
          <a:xfrm>
            <a:off x="7029966" y="10265453"/>
            <a:ext cx="362740" cy="412859"/>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46</a:t>
            </a:fld>
            <a:endParaRPr/>
          </a:p>
        </p:txBody>
      </p:sp>
    </p:spTree>
  </p:cSld>
  <p:clrMapOvr>
    <a:masterClrMapping/>
  </p:clrMapOvr>
  <p:transition spd="med"/>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66" name="Inode : «Index » Node"/>
          <p:cNvSpPr txBox="1">
            <a:spLocks noGrp="1"/>
          </p:cNvSpPr>
          <p:nvPr>
            <p:ph type="title"/>
          </p:nvPr>
        </p:nvSpPr>
        <p:spPr>
          <a:prstGeom prst="rect">
            <a:avLst/>
          </a:prstGeom>
        </p:spPr>
        <p:txBody>
          <a:bodyPr/>
          <a:lstStyle/>
          <a:p>
            <a:r>
              <a:t>Inode : «Index » Node</a:t>
            </a:r>
          </a:p>
        </p:txBody>
      </p:sp>
      <p:sp>
        <p:nvSpPr>
          <p:cNvPr id="867" name="Les inodes (contraction de « index » et « node », en français : nœud d'index) sont des structures de données contenant des informations concernant les fichiers stockés dans certains systèmes de fichiers (notamment de type Linux/Unix).…"/>
          <p:cNvSpPr txBox="1">
            <a:spLocks noGrp="1"/>
          </p:cNvSpPr>
          <p:nvPr>
            <p:ph type="body" idx="1"/>
          </p:nvPr>
        </p:nvSpPr>
        <p:spPr>
          <a:xfrm>
            <a:off x="586673" y="2920715"/>
            <a:ext cx="13263381" cy="7026647"/>
          </a:xfrm>
          <a:prstGeom prst="rect">
            <a:avLst/>
          </a:prstGeom>
        </p:spPr>
        <p:txBody>
          <a:bodyPr/>
          <a:lstStyle/>
          <a:p>
            <a:pPr marL="410682" indent="-410682" algn="just" defTabSz="510578">
              <a:spcBef>
                <a:spcPts val="1991"/>
              </a:spcBef>
              <a:defRPr sz="2844"/>
            </a:pPr>
            <a:r>
              <a:rPr dirty="0"/>
              <a:t>Les </a:t>
            </a:r>
            <a:r>
              <a:rPr dirty="0" err="1"/>
              <a:t>inodes</a:t>
            </a:r>
            <a:r>
              <a:rPr dirty="0"/>
              <a:t> (contraction de « index » et « node », </a:t>
            </a:r>
            <a:r>
              <a:rPr dirty="0" err="1"/>
              <a:t>en</a:t>
            </a:r>
            <a:r>
              <a:rPr dirty="0"/>
              <a:t> </a:t>
            </a:r>
            <a:r>
              <a:rPr dirty="0" err="1"/>
              <a:t>français</a:t>
            </a:r>
            <a:r>
              <a:rPr dirty="0"/>
              <a:t> : </a:t>
            </a:r>
            <a:r>
              <a:rPr dirty="0" err="1"/>
              <a:t>nœud</a:t>
            </a:r>
            <a:r>
              <a:rPr dirty="0"/>
              <a:t> </a:t>
            </a:r>
            <a:r>
              <a:rPr dirty="0" err="1"/>
              <a:t>d'index</a:t>
            </a:r>
            <a:r>
              <a:rPr dirty="0"/>
              <a:t>) </a:t>
            </a:r>
            <a:r>
              <a:rPr dirty="0" err="1"/>
              <a:t>sont</a:t>
            </a:r>
            <a:r>
              <a:rPr dirty="0"/>
              <a:t> des structures de </a:t>
            </a:r>
            <a:r>
              <a:rPr dirty="0" err="1"/>
              <a:t>données</a:t>
            </a:r>
            <a:r>
              <a:rPr dirty="0"/>
              <a:t> </a:t>
            </a:r>
            <a:r>
              <a:rPr dirty="0" err="1"/>
              <a:t>contenant</a:t>
            </a:r>
            <a:r>
              <a:rPr dirty="0"/>
              <a:t> des </a:t>
            </a:r>
            <a:r>
              <a:rPr dirty="0" err="1"/>
              <a:t>informations</a:t>
            </a:r>
            <a:r>
              <a:rPr dirty="0"/>
              <a:t> </a:t>
            </a:r>
            <a:r>
              <a:rPr dirty="0" err="1"/>
              <a:t>concernant</a:t>
            </a:r>
            <a:r>
              <a:rPr dirty="0"/>
              <a:t> les </a:t>
            </a:r>
            <a:r>
              <a:rPr dirty="0" err="1"/>
              <a:t>fichiers</a:t>
            </a:r>
            <a:r>
              <a:rPr dirty="0"/>
              <a:t> </a:t>
            </a:r>
            <a:r>
              <a:rPr dirty="0" err="1"/>
              <a:t>stockés</a:t>
            </a:r>
            <a:r>
              <a:rPr dirty="0"/>
              <a:t> dans </a:t>
            </a:r>
            <a:r>
              <a:rPr dirty="0" err="1"/>
              <a:t>certains</a:t>
            </a:r>
            <a:r>
              <a:rPr dirty="0"/>
              <a:t> </a:t>
            </a:r>
            <a:r>
              <a:rPr dirty="0" err="1"/>
              <a:t>systèmes</a:t>
            </a:r>
            <a:r>
              <a:rPr dirty="0"/>
              <a:t> de </a:t>
            </a:r>
            <a:r>
              <a:rPr dirty="0" err="1"/>
              <a:t>fichiers</a:t>
            </a:r>
            <a:r>
              <a:rPr dirty="0"/>
              <a:t> (</a:t>
            </a:r>
            <a:r>
              <a:rPr dirty="0" err="1"/>
              <a:t>notamment</a:t>
            </a:r>
            <a:r>
              <a:rPr dirty="0"/>
              <a:t> de type Linux/Unix). </a:t>
            </a:r>
          </a:p>
          <a:p>
            <a:pPr marL="410682" indent="-410682" algn="just" defTabSz="510578">
              <a:spcBef>
                <a:spcPts val="1991"/>
              </a:spcBef>
              <a:defRPr sz="2844"/>
            </a:pPr>
            <a:r>
              <a:rPr dirty="0"/>
              <a:t>À </a:t>
            </a:r>
            <a:r>
              <a:rPr dirty="0" err="1"/>
              <a:t>chaque</a:t>
            </a:r>
            <a:r>
              <a:rPr dirty="0"/>
              <a:t> </a:t>
            </a:r>
            <a:r>
              <a:rPr dirty="0" err="1"/>
              <a:t>fichier</a:t>
            </a:r>
            <a:r>
              <a:rPr dirty="0"/>
              <a:t> correspond un </a:t>
            </a:r>
            <a:r>
              <a:rPr dirty="0" err="1"/>
              <a:t>numéro</a:t>
            </a:r>
            <a:r>
              <a:rPr dirty="0"/>
              <a:t> </a:t>
            </a:r>
            <a:r>
              <a:rPr dirty="0" err="1"/>
              <a:t>d'inode</a:t>
            </a:r>
            <a:r>
              <a:rPr dirty="0"/>
              <a:t> (</a:t>
            </a:r>
            <a:r>
              <a:rPr dirty="0" err="1"/>
              <a:t>i</a:t>
            </a:r>
            <a:r>
              <a:rPr dirty="0"/>
              <a:t>-number) dans le </a:t>
            </a:r>
            <a:r>
              <a:rPr dirty="0" err="1"/>
              <a:t>système</a:t>
            </a:r>
            <a:r>
              <a:rPr dirty="0"/>
              <a:t> de </a:t>
            </a:r>
            <a:r>
              <a:rPr dirty="0" err="1"/>
              <a:t>fichiers</a:t>
            </a:r>
            <a:r>
              <a:rPr dirty="0"/>
              <a:t> dans </a:t>
            </a:r>
            <a:r>
              <a:rPr dirty="0" err="1"/>
              <a:t>lequel</a:t>
            </a:r>
            <a:r>
              <a:rPr dirty="0"/>
              <a:t> il </a:t>
            </a:r>
            <a:r>
              <a:rPr dirty="0" err="1"/>
              <a:t>réside</a:t>
            </a:r>
            <a:r>
              <a:rPr dirty="0"/>
              <a:t>, unique au </a:t>
            </a:r>
            <a:r>
              <a:rPr dirty="0" err="1"/>
              <a:t>périphérique</a:t>
            </a:r>
            <a:r>
              <a:rPr dirty="0"/>
              <a:t> sur </a:t>
            </a:r>
            <a:r>
              <a:rPr dirty="0" err="1"/>
              <a:t>lequel</a:t>
            </a:r>
            <a:r>
              <a:rPr dirty="0"/>
              <a:t> il </a:t>
            </a:r>
            <a:r>
              <a:rPr dirty="0" err="1"/>
              <a:t>est</a:t>
            </a:r>
            <a:r>
              <a:rPr dirty="0"/>
              <a:t> </a:t>
            </a:r>
            <a:r>
              <a:rPr dirty="0" err="1"/>
              <a:t>situé</a:t>
            </a:r>
            <a:r>
              <a:rPr dirty="0"/>
              <a:t>. </a:t>
            </a:r>
          </a:p>
          <a:p>
            <a:pPr marL="492819" indent="-492819" algn="just" defTabSz="510578">
              <a:spcBef>
                <a:spcPts val="1991"/>
              </a:spcBef>
              <a:defRPr sz="2844"/>
            </a:pPr>
            <a:r>
              <a:rPr dirty="0"/>
              <a:t>Les </a:t>
            </a:r>
            <a:r>
              <a:rPr dirty="0" err="1"/>
              <a:t>inodes</a:t>
            </a:r>
            <a:r>
              <a:rPr dirty="0"/>
              <a:t> </a:t>
            </a:r>
            <a:r>
              <a:rPr dirty="0" err="1"/>
              <a:t>sont</a:t>
            </a:r>
            <a:r>
              <a:rPr dirty="0"/>
              <a:t> </a:t>
            </a:r>
            <a:r>
              <a:rPr dirty="0" err="1"/>
              <a:t>créés</a:t>
            </a:r>
            <a:r>
              <a:rPr dirty="0"/>
              <a:t> </a:t>
            </a:r>
            <a:r>
              <a:rPr dirty="0" err="1"/>
              <a:t>lors</a:t>
            </a:r>
            <a:r>
              <a:rPr dirty="0"/>
              <a:t> de la </a:t>
            </a:r>
            <a:r>
              <a:rPr dirty="0" err="1"/>
              <a:t>création</a:t>
            </a:r>
            <a:r>
              <a:rPr dirty="0"/>
              <a:t> du </a:t>
            </a:r>
            <a:r>
              <a:rPr dirty="0" err="1"/>
              <a:t>système</a:t>
            </a:r>
            <a:r>
              <a:rPr dirty="0"/>
              <a:t> de </a:t>
            </a:r>
            <a:r>
              <a:rPr dirty="0" err="1"/>
              <a:t>fichiers</a:t>
            </a:r>
            <a:r>
              <a:rPr dirty="0"/>
              <a:t>. </a:t>
            </a:r>
          </a:p>
          <a:p>
            <a:pPr marL="410682" indent="-410682" algn="just" defTabSz="510578">
              <a:spcBef>
                <a:spcPts val="1991"/>
              </a:spcBef>
              <a:defRPr sz="2844"/>
            </a:pPr>
            <a:r>
              <a:rPr dirty="0"/>
              <a:t>La </a:t>
            </a:r>
            <a:r>
              <a:rPr dirty="0" err="1"/>
              <a:t>quantité</a:t>
            </a:r>
            <a:r>
              <a:rPr dirty="0"/>
              <a:t> </a:t>
            </a:r>
            <a:r>
              <a:rPr dirty="0" err="1"/>
              <a:t>d'inodes</a:t>
            </a:r>
            <a:r>
              <a:rPr dirty="0"/>
              <a:t> (</a:t>
            </a:r>
            <a:r>
              <a:rPr dirty="0" err="1"/>
              <a:t>généralement</a:t>
            </a:r>
            <a:r>
              <a:rPr dirty="0"/>
              <a:t> </a:t>
            </a:r>
            <a:r>
              <a:rPr dirty="0" err="1"/>
              <a:t>déterminée</a:t>
            </a:r>
            <a:r>
              <a:rPr dirty="0"/>
              <a:t> </a:t>
            </a:r>
            <a:r>
              <a:rPr dirty="0" err="1"/>
              <a:t>lors</a:t>
            </a:r>
            <a:r>
              <a:rPr dirty="0"/>
              <a:t> du </a:t>
            </a:r>
            <a:r>
              <a:rPr dirty="0" err="1"/>
              <a:t>formatage</a:t>
            </a:r>
            <a:r>
              <a:rPr dirty="0"/>
              <a:t> et </a:t>
            </a:r>
            <a:r>
              <a:rPr dirty="0" err="1"/>
              <a:t>dépendant</a:t>
            </a:r>
            <a:r>
              <a:rPr dirty="0"/>
              <a:t> de la taille de la partition) </a:t>
            </a:r>
            <a:r>
              <a:rPr dirty="0" err="1"/>
              <a:t>indique</a:t>
            </a:r>
            <a:r>
              <a:rPr dirty="0"/>
              <a:t> le </a:t>
            </a:r>
            <a:r>
              <a:rPr dirty="0" err="1"/>
              <a:t>nombre</a:t>
            </a:r>
            <a:r>
              <a:rPr dirty="0"/>
              <a:t> maximum de </a:t>
            </a:r>
            <a:r>
              <a:rPr dirty="0" err="1"/>
              <a:t>fichiers</a:t>
            </a:r>
            <a:r>
              <a:rPr dirty="0"/>
              <a:t> que le </a:t>
            </a:r>
            <a:r>
              <a:rPr dirty="0" err="1"/>
              <a:t>système</a:t>
            </a:r>
            <a:r>
              <a:rPr dirty="0"/>
              <a:t> de </a:t>
            </a:r>
            <a:r>
              <a:rPr dirty="0" err="1"/>
              <a:t>fichiers</a:t>
            </a:r>
            <a:r>
              <a:rPr dirty="0"/>
              <a:t> </a:t>
            </a:r>
            <a:r>
              <a:rPr dirty="0" err="1"/>
              <a:t>peut</a:t>
            </a:r>
            <a:r>
              <a:rPr dirty="0"/>
              <a:t> </a:t>
            </a:r>
            <a:r>
              <a:rPr dirty="0" err="1"/>
              <a:t>contenir</a:t>
            </a:r>
            <a:r>
              <a:rPr dirty="0"/>
              <a:t>.</a:t>
            </a:r>
          </a:p>
        </p:txBody>
      </p:sp>
      <p:sp>
        <p:nvSpPr>
          <p:cNvPr id="868" name="Numéro de diapositive"/>
          <p:cNvSpPr txBox="1">
            <a:spLocks noGrp="1"/>
          </p:cNvSpPr>
          <p:nvPr>
            <p:ph type="sldNum" sz="quarter" idx="2"/>
          </p:nvPr>
        </p:nvSpPr>
        <p:spPr>
          <a:xfrm>
            <a:off x="7029969" y="10285995"/>
            <a:ext cx="362740" cy="412859"/>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47</a:t>
            </a:fld>
            <a:endParaRPr/>
          </a:p>
        </p:txBody>
      </p:sp>
    </p:spTree>
  </p:cSld>
  <p:clrMapOvr>
    <a:masterClrMapping/>
  </p:clrMapOvr>
  <p:transition spd="med"/>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70" name="Inode : «Index » Node"/>
          <p:cNvSpPr txBox="1">
            <a:spLocks noGrp="1"/>
          </p:cNvSpPr>
          <p:nvPr>
            <p:ph type="title"/>
          </p:nvPr>
        </p:nvSpPr>
        <p:spPr>
          <a:prstGeom prst="rect">
            <a:avLst/>
          </a:prstGeom>
        </p:spPr>
        <p:txBody>
          <a:bodyPr/>
          <a:lstStyle/>
          <a:p>
            <a:r>
              <a:t>Inode : «Index » Node</a:t>
            </a:r>
          </a:p>
        </p:txBody>
      </p:sp>
      <p:sp>
        <p:nvSpPr>
          <p:cNvPr id="871" name="Numéro de diapositive"/>
          <p:cNvSpPr txBox="1">
            <a:spLocks noGrp="1"/>
          </p:cNvSpPr>
          <p:nvPr>
            <p:ph type="sldNum" sz="quarter" idx="2"/>
          </p:nvPr>
        </p:nvSpPr>
        <p:spPr>
          <a:xfrm>
            <a:off x="7029969" y="10285995"/>
            <a:ext cx="362740" cy="412859"/>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48</a:t>
            </a:fld>
            <a:endParaRPr/>
          </a:p>
        </p:txBody>
      </p:sp>
      <p:pic>
        <p:nvPicPr>
          <p:cNvPr id="872" name="Image" descr="Image"/>
          <p:cNvPicPr>
            <a:picLocks noChangeAspect="1"/>
          </p:cNvPicPr>
          <p:nvPr/>
        </p:nvPicPr>
        <p:blipFill>
          <a:blip r:embed="rId2"/>
          <a:srcRect l="41908" t="38841" r="12571" b="5629"/>
          <a:stretch>
            <a:fillRect/>
          </a:stretch>
        </p:blipFill>
        <p:spPr>
          <a:xfrm>
            <a:off x="9127962" y="5100119"/>
            <a:ext cx="3420842" cy="4050639"/>
          </a:xfrm>
          <a:prstGeom prst="rect">
            <a:avLst/>
          </a:prstGeom>
          <a:ln w="12700">
            <a:miter lim="400000"/>
          </a:ln>
        </p:spPr>
      </p:pic>
      <p:sp>
        <p:nvSpPr>
          <p:cNvPr id="873" name="Name"/>
          <p:cNvSpPr/>
          <p:nvPr/>
        </p:nvSpPr>
        <p:spPr>
          <a:xfrm>
            <a:off x="1216881" y="3669384"/>
            <a:ext cx="1539589" cy="969479"/>
          </a:xfrm>
          <a:prstGeom prst="rect">
            <a:avLst/>
          </a:prstGeom>
          <a:solidFill>
            <a:srgbClr val="FFFFFF"/>
          </a:solidFill>
          <a:ln w="25400">
            <a:solidFill>
              <a:srgbClr val="011993"/>
            </a:solidFill>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6200" tIns="56200" rIns="56200" bIns="56200" anchor="ctr"/>
          <a:lstStyle>
            <a:lvl1pPr>
              <a:defRPr sz="2700">
                <a:solidFill>
                  <a:srgbClr val="000000"/>
                </a:solidFill>
              </a:defRPr>
            </a:lvl1pPr>
          </a:lstStyle>
          <a:p>
            <a:r>
              <a:rPr sz="2987"/>
              <a:t>Name</a:t>
            </a:r>
          </a:p>
        </p:txBody>
      </p:sp>
      <p:sp>
        <p:nvSpPr>
          <p:cNvPr id="874" name="Inode Number (01245)"/>
          <p:cNvSpPr/>
          <p:nvPr/>
        </p:nvSpPr>
        <p:spPr>
          <a:xfrm>
            <a:off x="2765746" y="3669384"/>
            <a:ext cx="3831900" cy="969479"/>
          </a:xfrm>
          <a:prstGeom prst="rect">
            <a:avLst/>
          </a:prstGeom>
          <a:solidFill>
            <a:srgbClr val="FFFFFF"/>
          </a:solidFill>
          <a:ln w="25400">
            <a:solidFill>
              <a:srgbClr val="011993"/>
            </a:solidFill>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6200" tIns="56200" rIns="56200" bIns="56200" anchor="ctr"/>
          <a:lstStyle>
            <a:lvl1pPr>
              <a:defRPr sz="2700">
                <a:solidFill>
                  <a:srgbClr val="000000"/>
                </a:solidFill>
              </a:defRPr>
            </a:lvl1pPr>
          </a:lstStyle>
          <a:p>
            <a:r>
              <a:rPr sz="2987"/>
              <a:t>Inode Number (01245)</a:t>
            </a:r>
          </a:p>
        </p:txBody>
      </p:sp>
      <p:sp>
        <p:nvSpPr>
          <p:cNvPr id="875" name="Directory"/>
          <p:cNvSpPr txBox="1"/>
          <p:nvPr/>
        </p:nvSpPr>
        <p:spPr>
          <a:xfrm>
            <a:off x="2060719" y="2890245"/>
            <a:ext cx="2257112" cy="69667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6200" tIns="56200" rIns="56200" bIns="56200" anchor="ctr">
            <a:spAutoFit/>
          </a:bodyPr>
          <a:lstStyle>
            <a:lvl1pPr>
              <a:defRPr sz="3300">
                <a:solidFill>
                  <a:srgbClr val="000000"/>
                </a:solidFill>
              </a:defRPr>
            </a:lvl1pPr>
          </a:lstStyle>
          <a:p>
            <a:r>
              <a:rPr sz="3651"/>
              <a:t>Directory</a:t>
            </a:r>
          </a:p>
        </p:txBody>
      </p:sp>
      <p:sp>
        <p:nvSpPr>
          <p:cNvPr id="876" name="Inode (01245)…"/>
          <p:cNvSpPr txBox="1"/>
          <p:nvPr/>
        </p:nvSpPr>
        <p:spPr>
          <a:xfrm>
            <a:off x="9366960" y="9045612"/>
            <a:ext cx="2556170" cy="110294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6200" tIns="56200" rIns="56200" bIns="56200" anchor="ctr">
            <a:spAutoFit/>
          </a:bodyPr>
          <a:lstStyle/>
          <a:p>
            <a:pPr>
              <a:defRPr sz="2800"/>
            </a:pPr>
            <a:r>
              <a:rPr sz="3097"/>
              <a:t>Inode (01245) </a:t>
            </a:r>
          </a:p>
          <a:p>
            <a:pPr>
              <a:defRPr sz="2800"/>
            </a:pPr>
            <a:r>
              <a:rPr sz="3097"/>
              <a:t>Metadata</a:t>
            </a:r>
          </a:p>
        </p:txBody>
      </p:sp>
      <p:sp>
        <p:nvSpPr>
          <p:cNvPr id="877" name="Ligne"/>
          <p:cNvSpPr/>
          <p:nvPr/>
        </p:nvSpPr>
        <p:spPr>
          <a:xfrm>
            <a:off x="10894141" y="4140074"/>
            <a:ext cx="1" cy="1057108"/>
          </a:xfrm>
          <a:prstGeom prst="line">
            <a:avLst/>
          </a:prstGeom>
          <a:ln w="25400">
            <a:solidFill>
              <a:schemeClr val="accent1"/>
            </a:solidFill>
            <a:tailEnd type="triangle"/>
          </a:ln>
        </p:spPr>
        <p:txBody>
          <a:bodyPr lIns="50578" tIns="50578" rIns="50578" bIns="50578"/>
          <a:lstStyle/>
          <a:p>
            <a:endParaRPr sz="2835"/>
          </a:p>
        </p:txBody>
      </p:sp>
      <p:sp>
        <p:nvSpPr>
          <p:cNvPr id="878" name="Ligne"/>
          <p:cNvSpPr/>
          <p:nvPr/>
        </p:nvSpPr>
        <p:spPr>
          <a:xfrm>
            <a:off x="6667735" y="4154126"/>
            <a:ext cx="4214985" cy="1"/>
          </a:xfrm>
          <a:prstGeom prst="line">
            <a:avLst/>
          </a:prstGeom>
          <a:ln w="25400">
            <a:solidFill>
              <a:schemeClr val="accent1"/>
            </a:solidFill>
          </a:ln>
        </p:spPr>
        <p:txBody>
          <a:bodyPr lIns="50578" tIns="50578" rIns="50578" bIns="50578"/>
          <a:lstStyle/>
          <a:p>
            <a:endParaRPr sz="2835"/>
          </a:p>
        </p:txBody>
      </p:sp>
    </p:spTree>
  </p:cSld>
  <p:clrMapOvr>
    <a:masterClrMapping/>
  </p:clrMapOvr>
  <p:transition spd="med"/>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80" name="Liens Physique Vs  Liens Symbolique"/>
          <p:cNvSpPr txBox="1">
            <a:spLocks noGrp="1"/>
          </p:cNvSpPr>
          <p:nvPr>
            <p:ph type="title"/>
          </p:nvPr>
        </p:nvSpPr>
        <p:spPr>
          <a:prstGeom prst="rect">
            <a:avLst/>
          </a:prstGeom>
        </p:spPr>
        <p:txBody>
          <a:bodyPr>
            <a:normAutofit/>
          </a:bodyPr>
          <a:lstStyle>
            <a:lvl1pPr defTabSz="560830">
              <a:spcBef>
                <a:spcPts val="1500"/>
              </a:spcBef>
              <a:defRPr sz="6000"/>
            </a:lvl1pPr>
          </a:lstStyle>
          <a:p>
            <a:r>
              <a:rPr dirty="0"/>
              <a:t>Lien Physique Vs  Lien </a:t>
            </a:r>
            <a:r>
              <a:rPr dirty="0" err="1"/>
              <a:t>Symbolique</a:t>
            </a:r>
            <a:r>
              <a:rPr dirty="0"/>
              <a:t> </a:t>
            </a:r>
          </a:p>
        </p:txBody>
      </p:sp>
      <p:sp>
        <p:nvSpPr>
          <p:cNvPr id="881" name="Un lien est un fichier spécial qui permet de faire plusieurs  références à un même fichier sur le disque dur. L’intérêt est de  pouvoir accéder à un fichier de plusieurs endroits de  l’arborescence. Il existe deux types de liens : les liens  physiques et"/>
          <p:cNvSpPr txBox="1">
            <a:spLocks noGrp="1"/>
          </p:cNvSpPr>
          <p:nvPr>
            <p:ph type="body" idx="1"/>
          </p:nvPr>
        </p:nvSpPr>
        <p:spPr>
          <a:prstGeom prst="rect">
            <a:avLst/>
          </a:prstGeom>
        </p:spPr>
        <p:txBody>
          <a:bodyPr/>
          <a:lstStyle>
            <a:lvl1pPr algn="just"/>
          </a:lstStyle>
          <a:p>
            <a:r>
              <a:t>Un lien est un fichier spécial qui permet de faire plusieurs  références à un même fichier sur le disque dur. L’intérêt est de  pouvoir accéder à un fichier de plusieurs endroits de  l’arborescence. Il existe deux types de liens : les liens  physiques et les liens symboliques.</a:t>
            </a:r>
          </a:p>
        </p:txBody>
      </p:sp>
      <p:sp>
        <p:nvSpPr>
          <p:cNvPr id="882" name="Espace réservé du numéro de diapositive 1"/>
          <p:cNvSpPr txBox="1">
            <a:spLocks noGrp="1"/>
          </p:cNvSpPr>
          <p:nvPr>
            <p:ph type="sldNum" sz="quarter" idx="2"/>
          </p:nvPr>
        </p:nvSpPr>
        <p:spPr>
          <a:xfrm>
            <a:off x="7029966" y="10265453"/>
            <a:ext cx="362740" cy="412859"/>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49</a:t>
            </a:fld>
            <a:endParaRPr/>
          </a:p>
        </p:txBody>
      </p:sp>
    </p:spTree>
  </p:cSld>
  <p:clrMapOvr>
    <a:masterClrMapping/>
  </p:clrMapOvr>
  <p:transition spd="med"/>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84" name="Liens Physique Vs  Liens Symbolique"/>
          <p:cNvSpPr txBox="1">
            <a:spLocks noGrp="1"/>
          </p:cNvSpPr>
          <p:nvPr>
            <p:ph type="title"/>
          </p:nvPr>
        </p:nvSpPr>
        <p:spPr>
          <a:prstGeom prst="rect">
            <a:avLst/>
          </a:prstGeom>
        </p:spPr>
        <p:txBody>
          <a:bodyPr>
            <a:normAutofit/>
          </a:bodyPr>
          <a:lstStyle>
            <a:lvl1pPr defTabSz="560830">
              <a:spcBef>
                <a:spcPts val="1500"/>
              </a:spcBef>
              <a:defRPr sz="6000"/>
            </a:lvl1pPr>
          </a:lstStyle>
          <a:p>
            <a:r>
              <a:rPr dirty="0"/>
              <a:t>Lien Physique Vs  Lien </a:t>
            </a:r>
            <a:r>
              <a:rPr dirty="0" err="1"/>
              <a:t>Symbolique</a:t>
            </a:r>
            <a:r>
              <a:rPr dirty="0"/>
              <a:t> </a:t>
            </a:r>
          </a:p>
        </p:txBody>
      </p:sp>
      <p:sp>
        <p:nvSpPr>
          <p:cNvPr id="885" name="liens physiques…"/>
          <p:cNvSpPr txBox="1">
            <a:spLocks noGrp="1"/>
          </p:cNvSpPr>
          <p:nvPr>
            <p:ph type="body" idx="1"/>
          </p:nvPr>
        </p:nvSpPr>
        <p:spPr>
          <a:prstGeom prst="rect">
            <a:avLst/>
          </a:prstGeom>
        </p:spPr>
        <p:txBody>
          <a:bodyPr/>
          <a:lstStyle/>
          <a:p>
            <a:pPr marL="0" indent="0" algn="ctr" defTabSz="908859">
              <a:spcBef>
                <a:spcPts val="3651"/>
              </a:spcBef>
              <a:buSzTx/>
              <a:buNone/>
              <a:defRPr sz="5000" b="1" i="1" u="sng">
                <a:solidFill>
                  <a:srgbClr val="B0564E"/>
                </a:solidFill>
              </a:defRPr>
            </a:pPr>
            <a:r>
              <a:rPr dirty="0"/>
              <a:t>lien physique</a:t>
            </a:r>
            <a:endParaRPr sz="1328" dirty="0">
              <a:solidFill>
                <a:srgbClr val="000000"/>
              </a:solidFill>
              <a:latin typeface="Times Roman"/>
              <a:ea typeface="Times Roman"/>
              <a:cs typeface="Times Roman"/>
              <a:sym typeface="Times Roman"/>
            </a:endParaRPr>
          </a:p>
          <a:p>
            <a:pPr algn="just"/>
            <a:r>
              <a:rPr dirty="0"/>
              <a:t>Le </a:t>
            </a:r>
            <a:r>
              <a:rPr dirty="0" err="1"/>
              <a:t>système</a:t>
            </a:r>
            <a:r>
              <a:rPr dirty="0"/>
              <a:t> de </a:t>
            </a:r>
            <a:r>
              <a:rPr dirty="0" err="1"/>
              <a:t>fichier</a:t>
            </a:r>
            <a:r>
              <a:rPr dirty="0"/>
              <a:t> de Linux </a:t>
            </a:r>
            <a:r>
              <a:rPr dirty="0" err="1"/>
              <a:t>enregistre</a:t>
            </a:r>
            <a:r>
              <a:rPr dirty="0"/>
              <a:t> les </a:t>
            </a:r>
            <a:r>
              <a:rPr dirty="0" err="1"/>
              <a:t>fichiers</a:t>
            </a:r>
            <a:r>
              <a:rPr dirty="0"/>
              <a:t> sur la  base d'un </a:t>
            </a:r>
            <a:r>
              <a:rPr dirty="0" err="1"/>
              <a:t>numéro</a:t>
            </a:r>
            <a:r>
              <a:rPr dirty="0"/>
              <a:t> et pas sur la base d'un nom. Grâce à un lien</a:t>
            </a:r>
            <a:r>
              <a:rPr lang="fr-FR" dirty="0"/>
              <a:t> </a:t>
            </a:r>
            <a:r>
              <a:rPr dirty="0"/>
              <a:t>physique, un </a:t>
            </a:r>
            <a:r>
              <a:rPr dirty="0" err="1"/>
              <a:t>fichier</a:t>
            </a:r>
            <a:r>
              <a:rPr dirty="0"/>
              <a:t> </a:t>
            </a:r>
            <a:r>
              <a:rPr dirty="0" err="1"/>
              <a:t>peut</a:t>
            </a:r>
            <a:r>
              <a:rPr dirty="0"/>
              <a:t> </a:t>
            </a:r>
            <a:r>
              <a:rPr dirty="0" err="1"/>
              <a:t>avoir</a:t>
            </a:r>
            <a:r>
              <a:rPr dirty="0"/>
              <a:t> </a:t>
            </a:r>
            <a:r>
              <a:rPr dirty="0" err="1"/>
              <a:t>plusieurs</a:t>
            </a:r>
            <a:r>
              <a:rPr dirty="0"/>
              <a:t> </a:t>
            </a:r>
            <a:r>
              <a:rPr dirty="0" err="1"/>
              <a:t>noms</a:t>
            </a:r>
            <a:r>
              <a:rPr dirty="0"/>
              <a:t>/chemin </a:t>
            </a:r>
            <a:r>
              <a:rPr dirty="0" err="1"/>
              <a:t>d'accès</a:t>
            </a:r>
            <a:r>
              <a:rPr dirty="0"/>
              <a:t>,  à un </a:t>
            </a:r>
            <a:r>
              <a:rPr dirty="0" err="1"/>
              <a:t>même</a:t>
            </a:r>
            <a:r>
              <a:rPr dirty="0"/>
              <a:t> </a:t>
            </a:r>
            <a:r>
              <a:rPr dirty="0" err="1"/>
              <a:t>fichier</a:t>
            </a:r>
            <a:r>
              <a:rPr dirty="0"/>
              <a:t> </a:t>
            </a:r>
            <a:r>
              <a:rPr dirty="0" err="1"/>
              <a:t>en</a:t>
            </a:r>
            <a:r>
              <a:rPr dirty="0"/>
              <a:t> </a:t>
            </a:r>
            <a:r>
              <a:rPr dirty="0" err="1"/>
              <a:t>pointant</a:t>
            </a:r>
            <a:r>
              <a:rPr dirty="0"/>
              <a:t> sur un </a:t>
            </a:r>
            <a:r>
              <a:rPr dirty="0" err="1"/>
              <a:t>numéro</a:t>
            </a:r>
            <a:r>
              <a:rPr dirty="0"/>
              <a:t> unique  </a:t>
            </a:r>
            <a:r>
              <a:rPr dirty="0" err="1"/>
              <a:t>d'</a:t>
            </a:r>
            <a:r>
              <a:rPr b="1" u="sng" dirty="0" err="1">
                <a:solidFill>
                  <a:srgbClr val="00664D"/>
                </a:solidFill>
                <a:uFill>
                  <a:solidFill>
                    <a:srgbClr val="00664D"/>
                  </a:solidFill>
                </a:uFill>
              </a:rPr>
              <a:t>inode</a:t>
            </a:r>
            <a:r>
              <a:rPr b="1" dirty="0">
                <a:solidFill>
                  <a:srgbClr val="00664D"/>
                </a:solidFill>
                <a:uFill>
                  <a:solidFill>
                    <a:srgbClr val="00664D"/>
                  </a:solidFill>
                </a:uFill>
              </a:rPr>
              <a:t> </a:t>
            </a:r>
            <a:r>
              <a:rPr dirty="0">
                <a:uFill>
                  <a:solidFill>
                    <a:srgbClr val="00664D"/>
                  </a:solidFill>
                </a:uFill>
              </a:rPr>
              <a:t>qui </a:t>
            </a:r>
            <a:r>
              <a:rPr dirty="0" err="1">
                <a:uFill>
                  <a:solidFill>
                    <a:srgbClr val="00664D"/>
                  </a:solidFill>
                </a:uFill>
              </a:rPr>
              <a:t>identifie</a:t>
            </a:r>
            <a:r>
              <a:rPr dirty="0">
                <a:uFill>
                  <a:solidFill>
                    <a:srgbClr val="00664D"/>
                  </a:solidFill>
                </a:uFill>
              </a:rPr>
              <a:t> le </a:t>
            </a:r>
            <a:r>
              <a:rPr dirty="0" err="1">
                <a:uFill>
                  <a:solidFill>
                    <a:srgbClr val="00664D"/>
                  </a:solidFill>
                </a:uFill>
              </a:rPr>
              <a:t>fichier</a:t>
            </a:r>
            <a:r>
              <a:rPr dirty="0">
                <a:uFill>
                  <a:solidFill>
                    <a:srgbClr val="00664D"/>
                  </a:solidFill>
                </a:uFill>
              </a:rPr>
              <a:t> dans le </a:t>
            </a:r>
            <a:r>
              <a:rPr dirty="0" err="1">
                <a:uFill>
                  <a:solidFill>
                    <a:srgbClr val="00664D"/>
                  </a:solidFill>
                </a:uFill>
              </a:rPr>
              <a:t>système</a:t>
            </a:r>
            <a:r>
              <a:rPr dirty="0">
                <a:uFill>
                  <a:solidFill>
                    <a:srgbClr val="00664D"/>
                  </a:solidFill>
                </a:uFill>
              </a:rPr>
              <a:t> de </a:t>
            </a:r>
            <a:r>
              <a:rPr dirty="0" err="1">
                <a:uFill>
                  <a:solidFill>
                    <a:srgbClr val="00664D"/>
                  </a:solidFill>
                </a:uFill>
              </a:rPr>
              <a:t>fichiers</a:t>
            </a:r>
            <a:r>
              <a:rPr dirty="0">
                <a:uFill>
                  <a:solidFill>
                    <a:srgbClr val="00664D"/>
                  </a:solidFill>
                </a:uFill>
              </a:rPr>
              <a:t>.</a:t>
            </a:r>
          </a:p>
        </p:txBody>
      </p:sp>
      <p:sp>
        <p:nvSpPr>
          <p:cNvPr id="886" name="Espace réservé du numéro de diapositive 1"/>
          <p:cNvSpPr txBox="1">
            <a:spLocks noGrp="1"/>
          </p:cNvSpPr>
          <p:nvPr>
            <p:ph type="sldNum" sz="quarter" idx="2"/>
          </p:nvPr>
        </p:nvSpPr>
        <p:spPr>
          <a:xfrm>
            <a:off x="7029966" y="10265453"/>
            <a:ext cx="362740" cy="412859"/>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50</a:t>
            </a:fld>
            <a:endParaRPr/>
          </a:p>
        </p:txBody>
      </p:sp>
    </p:spTree>
  </p:cSld>
  <p:clrMapOvr>
    <a:masterClrMapping/>
  </p:clrMapOvr>
  <p:transition spd="med"/>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88" name="Liens Physique Vs  Liens Symbolique"/>
          <p:cNvSpPr txBox="1">
            <a:spLocks noGrp="1"/>
          </p:cNvSpPr>
          <p:nvPr>
            <p:ph type="title"/>
          </p:nvPr>
        </p:nvSpPr>
        <p:spPr>
          <a:prstGeom prst="rect">
            <a:avLst/>
          </a:prstGeom>
        </p:spPr>
        <p:txBody>
          <a:bodyPr>
            <a:normAutofit/>
          </a:bodyPr>
          <a:lstStyle>
            <a:lvl1pPr defTabSz="560830">
              <a:spcBef>
                <a:spcPts val="1500"/>
              </a:spcBef>
              <a:defRPr sz="6000"/>
            </a:lvl1pPr>
          </a:lstStyle>
          <a:p>
            <a:r>
              <a:t>Lien Physique Vs  Lien Symbolique </a:t>
            </a:r>
          </a:p>
        </p:txBody>
      </p:sp>
      <p:sp>
        <p:nvSpPr>
          <p:cNvPr id="889" name="liens physiques"/>
          <p:cNvSpPr txBox="1">
            <a:spLocks noGrp="1"/>
          </p:cNvSpPr>
          <p:nvPr>
            <p:ph type="body" idx="1"/>
          </p:nvPr>
        </p:nvSpPr>
        <p:spPr>
          <a:prstGeom prst="rect">
            <a:avLst/>
          </a:prstGeom>
        </p:spPr>
        <p:txBody>
          <a:bodyPr anchor="t"/>
          <a:lstStyle>
            <a:lvl1pPr marL="0" indent="0" algn="ctr" defTabSz="821530">
              <a:spcBef>
                <a:spcPts val="3300"/>
              </a:spcBef>
              <a:buSzTx/>
              <a:buNone/>
              <a:defRPr sz="5000" b="1" i="1" u="sng">
                <a:solidFill>
                  <a:srgbClr val="B0564E"/>
                </a:solidFill>
              </a:defRPr>
            </a:lvl1pPr>
          </a:lstStyle>
          <a:p>
            <a:r>
              <a:rPr dirty="0"/>
              <a:t>lien physique</a:t>
            </a:r>
          </a:p>
        </p:txBody>
      </p:sp>
      <p:pic>
        <p:nvPicPr>
          <p:cNvPr id="890" name="Image" descr="Image"/>
          <p:cNvPicPr>
            <a:picLocks noChangeAspect="1"/>
          </p:cNvPicPr>
          <p:nvPr/>
        </p:nvPicPr>
        <p:blipFill>
          <a:blip r:embed="rId2"/>
          <a:srcRect l="8200" r="4908" b="13710"/>
          <a:stretch>
            <a:fillRect/>
          </a:stretch>
        </p:blipFill>
        <p:spPr>
          <a:xfrm>
            <a:off x="2024238" y="4435824"/>
            <a:ext cx="11063112" cy="6269226"/>
          </a:xfrm>
          <a:prstGeom prst="rect">
            <a:avLst/>
          </a:prstGeom>
          <a:ln w="12700">
            <a:miter lim="400000"/>
          </a:ln>
        </p:spPr>
      </p:pic>
      <p:sp>
        <p:nvSpPr>
          <p:cNvPr id="891" name="Espace réservé du numéro de diapositive 1"/>
          <p:cNvSpPr txBox="1">
            <a:spLocks noGrp="1"/>
          </p:cNvSpPr>
          <p:nvPr>
            <p:ph type="sldNum" sz="quarter" idx="2"/>
          </p:nvPr>
        </p:nvSpPr>
        <p:spPr>
          <a:xfrm>
            <a:off x="7029966" y="10265453"/>
            <a:ext cx="362740" cy="412859"/>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51</a:t>
            </a:fld>
            <a:endParaRPr/>
          </a:p>
        </p:txBody>
      </p:sp>
    </p:spTree>
  </p:cSld>
  <p:clrMapOvr>
    <a:masterClrMapping/>
  </p:clrMapOvr>
  <p:transition spd="med"/>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93" name="Liens Physique Vs  Liens Symbolique"/>
          <p:cNvSpPr txBox="1">
            <a:spLocks noGrp="1"/>
          </p:cNvSpPr>
          <p:nvPr>
            <p:ph type="title"/>
          </p:nvPr>
        </p:nvSpPr>
        <p:spPr>
          <a:prstGeom prst="rect">
            <a:avLst/>
          </a:prstGeom>
        </p:spPr>
        <p:txBody>
          <a:bodyPr>
            <a:normAutofit/>
          </a:bodyPr>
          <a:lstStyle/>
          <a:p>
            <a:pPr defTabSz="620447">
              <a:spcBef>
                <a:spcPts val="1660"/>
              </a:spcBef>
              <a:defRPr sz="6000"/>
            </a:pPr>
            <a:r>
              <a:t>Lien Physique Vs  Lien Symbolique </a:t>
            </a:r>
          </a:p>
        </p:txBody>
      </p:sp>
      <p:sp>
        <p:nvSpPr>
          <p:cNvPr id="894" name="liens physiques…"/>
          <p:cNvSpPr txBox="1">
            <a:spLocks noGrp="1"/>
          </p:cNvSpPr>
          <p:nvPr>
            <p:ph type="body" idx="1"/>
          </p:nvPr>
        </p:nvSpPr>
        <p:spPr>
          <a:prstGeom prst="rect">
            <a:avLst/>
          </a:prstGeom>
        </p:spPr>
        <p:txBody>
          <a:bodyPr anchor="t"/>
          <a:lstStyle/>
          <a:p>
            <a:pPr marL="0" indent="0" algn="ctr" defTabSz="908859">
              <a:spcBef>
                <a:spcPts val="3651"/>
              </a:spcBef>
              <a:buSzTx/>
              <a:buNone/>
              <a:defRPr sz="4200" b="1" i="1" u="sng">
                <a:solidFill>
                  <a:srgbClr val="B0564E"/>
                </a:solidFill>
              </a:defRPr>
            </a:pPr>
            <a:r>
              <a:rPr dirty="0"/>
              <a:t>lien physique</a:t>
            </a:r>
            <a:endParaRPr dirty="0">
              <a:solidFill>
                <a:srgbClr val="000000"/>
              </a:solidFill>
              <a:latin typeface="Times Roman"/>
              <a:ea typeface="Times Roman"/>
              <a:cs typeface="Times Roman"/>
              <a:sym typeface="Times Roman"/>
            </a:endParaRPr>
          </a:p>
          <a:p>
            <a:pPr algn="just">
              <a:defRPr sz="3700"/>
            </a:pPr>
            <a:r>
              <a:rPr dirty="0"/>
              <a:t> </a:t>
            </a:r>
            <a:r>
              <a:rPr sz="3762" dirty="0"/>
              <a:t>La </a:t>
            </a:r>
            <a:r>
              <a:rPr sz="3762" dirty="0" err="1"/>
              <a:t>commande</a:t>
            </a:r>
            <a:r>
              <a:rPr sz="3762" dirty="0"/>
              <a:t> </a:t>
            </a:r>
            <a:r>
              <a:rPr sz="3762" dirty="0" err="1"/>
              <a:t>utilisée</a:t>
            </a:r>
            <a:r>
              <a:rPr sz="3762" dirty="0"/>
              <a:t> pour </a:t>
            </a:r>
            <a:r>
              <a:rPr sz="3762" dirty="0" err="1"/>
              <a:t>créer</a:t>
            </a:r>
            <a:r>
              <a:rPr sz="3762" dirty="0"/>
              <a:t> un hard link </a:t>
            </a:r>
            <a:r>
              <a:rPr sz="3762" dirty="0" err="1"/>
              <a:t>est</a:t>
            </a:r>
            <a:r>
              <a:rPr sz="3762" dirty="0"/>
              <a:t>  la </a:t>
            </a:r>
            <a:r>
              <a:rPr sz="3762" dirty="0" err="1"/>
              <a:t>commande</a:t>
            </a:r>
            <a:r>
              <a:rPr sz="3762" dirty="0"/>
              <a:t> </a:t>
            </a:r>
            <a:r>
              <a:rPr sz="3762" b="1" u="sng" dirty="0">
                <a:solidFill>
                  <a:srgbClr val="00664D"/>
                </a:solidFill>
                <a:uFill>
                  <a:solidFill>
                    <a:srgbClr val="00664D"/>
                  </a:solidFill>
                </a:uFill>
              </a:rPr>
              <a:t>ln</a:t>
            </a:r>
            <a:r>
              <a:rPr sz="3762" dirty="0">
                <a:uFill>
                  <a:solidFill>
                    <a:srgbClr val="00664D"/>
                  </a:solidFill>
                </a:uFill>
                <a:latin typeface="Times Roman"/>
                <a:ea typeface="Times Roman"/>
                <a:cs typeface="Times Roman"/>
                <a:sym typeface="Times Roman"/>
              </a:rPr>
              <a:t> </a:t>
            </a:r>
          </a:p>
        </p:txBody>
      </p:sp>
      <p:sp>
        <p:nvSpPr>
          <p:cNvPr id="895" name="On  remarque  que  les  liens  physiques  créés  pointent  sur  le  même inode."/>
          <p:cNvSpPr txBox="1"/>
          <p:nvPr/>
        </p:nvSpPr>
        <p:spPr>
          <a:xfrm>
            <a:off x="435172" y="9450204"/>
            <a:ext cx="13585033" cy="127985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6200" tIns="56200" rIns="56200" bIns="56200" anchor="ctr">
            <a:spAutoFit/>
          </a:bodyPr>
          <a:lstStyle>
            <a:lvl1pPr marL="469900" indent="-469900" algn="just">
              <a:spcBef>
                <a:spcPts val="2400"/>
              </a:spcBef>
              <a:buClr>
                <a:srgbClr val="929292"/>
              </a:buClr>
              <a:buSzPct val="60000"/>
              <a:buFont typeface="Zapf Dingbats"/>
              <a:buChar char="❖"/>
              <a:defRPr sz="3300">
                <a:latin typeface="Palatino"/>
                <a:ea typeface="Palatino"/>
                <a:cs typeface="Palatino"/>
                <a:sym typeface="Palatino"/>
              </a:defRPr>
            </a:lvl1pPr>
          </a:lstStyle>
          <a:p>
            <a:r>
              <a:rPr sz="3651" dirty="0"/>
              <a:t>On  remarque  que  les  liens  physiques  </a:t>
            </a:r>
            <a:r>
              <a:rPr sz="3651" dirty="0" err="1"/>
              <a:t>créés</a:t>
            </a:r>
            <a:r>
              <a:rPr sz="3651" dirty="0"/>
              <a:t>  </a:t>
            </a:r>
            <a:r>
              <a:rPr sz="3651" dirty="0" err="1"/>
              <a:t>pointent</a:t>
            </a:r>
            <a:r>
              <a:rPr sz="3651" dirty="0"/>
              <a:t>  sur </a:t>
            </a:r>
            <a:r>
              <a:rPr lang="fr-FR" sz="3651" dirty="0"/>
              <a:t>l</a:t>
            </a:r>
            <a:r>
              <a:rPr sz="3651" dirty="0"/>
              <a:t>e  </a:t>
            </a:r>
            <a:r>
              <a:rPr sz="3651" dirty="0" err="1"/>
              <a:t>même</a:t>
            </a:r>
            <a:r>
              <a:rPr sz="3651" dirty="0"/>
              <a:t> </a:t>
            </a:r>
            <a:r>
              <a:rPr sz="3651" dirty="0" err="1"/>
              <a:t>inode</a:t>
            </a:r>
            <a:r>
              <a:rPr sz="3651" dirty="0"/>
              <a:t>.</a:t>
            </a:r>
          </a:p>
        </p:txBody>
      </p:sp>
      <p:pic>
        <p:nvPicPr>
          <p:cNvPr id="896" name="Image" descr="Image"/>
          <p:cNvPicPr>
            <a:picLocks noChangeAspect="1"/>
          </p:cNvPicPr>
          <p:nvPr/>
        </p:nvPicPr>
        <p:blipFill>
          <a:blip r:embed="rId2"/>
          <a:stretch>
            <a:fillRect/>
          </a:stretch>
        </p:blipFill>
        <p:spPr>
          <a:xfrm>
            <a:off x="1776839" y="5684873"/>
            <a:ext cx="11957524" cy="3637784"/>
          </a:xfrm>
          <a:prstGeom prst="rect">
            <a:avLst/>
          </a:prstGeom>
          <a:ln w="12700">
            <a:miter lim="400000"/>
          </a:ln>
        </p:spPr>
      </p:pic>
      <p:sp>
        <p:nvSpPr>
          <p:cNvPr id="897" name="Espace réservé du numéro de diapositive 1"/>
          <p:cNvSpPr txBox="1">
            <a:spLocks noGrp="1"/>
          </p:cNvSpPr>
          <p:nvPr>
            <p:ph type="sldNum" sz="quarter" idx="2"/>
          </p:nvPr>
        </p:nvSpPr>
        <p:spPr>
          <a:xfrm>
            <a:off x="7029966" y="10265453"/>
            <a:ext cx="362740" cy="412859"/>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52</a:t>
            </a:fld>
            <a:endParaRPr/>
          </a:p>
        </p:txBody>
      </p:sp>
    </p:spTree>
  </p:cSld>
  <p:clrMapOvr>
    <a:masterClrMapping/>
  </p:clrMapOvr>
  <p:transition spd="med"/>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99" name="Liens Physique Vs  Liens Symbolique"/>
          <p:cNvSpPr txBox="1">
            <a:spLocks noGrp="1"/>
          </p:cNvSpPr>
          <p:nvPr>
            <p:ph type="title"/>
          </p:nvPr>
        </p:nvSpPr>
        <p:spPr>
          <a:prstGeom prst="rect">
            <a:avLst/>
          </a:prstGeom>
        </p:spPr>
        <p:txBody>
          <a:bodyPr>
            <a:normAutofit/>
          </a:bodyPr>
          <a:lstStyle/>
          <a:p>
            <a:pPr defTabSz="620447">
              <a:spcBef>
                <a:spcPts val="1660"/>
              </a:spcBef>
              <a:defRPr sz="6000"/>
            </a:pPr>
            <a:r>
              <a:t>Lien Physique Vs  Lien Symbolique </a:t>
            </a:r>
          </a:p>
        </p:txBody>
      </p:sp>
      <p:sp>
        <p:nvSpPr>
          <p:cNvPr id="900" name="liens symboliques…"/>
          <p:cNvSpPr txBox="1">
            <a:spLocks noGrp="1"/>
          </p:cNvSpPr>
          <p:nvPr>
            <p:ph type="body" idx="1"/>
          </p:nvPr>
        </p:nvSpPr>
        <p:spPr>
          <a:prstGeom prst="rect">
            <a:avLst/>
          </a:prstGeom>
        </p:spPr>
        <p:txBody>
          <a:bodyPr/>
          <a:lstStyle/>
          <a:p>
            <a:pPr marL="0" indent="0" algn="ctr" defTabSz="908859">
              <a:spcBef>
                <a:spcPts val="3651"/>
              </a:spcBef>
              <a:buSzTx/>
              <a:buNone/>
              <a:defRPr sz="5000" b="1" i="1" u="sng">
                <a:solidFill>
                  <a:srgbClr val="B0564E"/>
                </a:solidFill>
              </a:defRPr>
            </a:pPr>
            <a:r>
              <a:rPr dirty="0"/>
              <a:t>lien </a:t>
            </a:r>
            <a:r>
              <a:rPr dirty="0" err="1"/>
              <a:t>symbolique</a:t>
            </a:r>
            <a:endParaRPr sz="1328" dirty="0">
              <a:solidFill>
                <a:srgbClr val="000000"/>
              </a:solidFill>
              <a:latin typeface="Times Roman"/>
              <a:ea typeface="Times Roman"/>
              <a:cs typeface="Times Roman"/>
              <a:sym typeface="Times Roman"/>
            </a:endParaRPr>
          </a:p>
          <a:p>
            <a:pPr algn="just"/>
            <a:r>
              <a:rPr dirty="0"/>
              <a:t>Les liens </a:t>
            </a:r>
            <a:r>
              <a:rPr dirty="0" err="1"/>
              <a:t>symboliques</a:t>
            </a:r>
            <a:r>
              <a:rPr dirty="0"/>
              <a:t> </a:t>
            </a:r>
            <a:r>
              <a:rPr dirty="0" err="1"/>
              <a:t>ressemblent</a:t>
            </a:r>
            <a:r>
              <a:rPr dirty="0"/>
              <a:t> plus aux « </a:t>
            </a:r>
            <a:r>
              <a:rPr dirty="0" err="1"/>
              <a:t>raccourcis</a:t>
            </a:r>
            <a:r>
              <a:rPr dirty="0"/>
              <a:t>»  sous Windows. La </a:t>
            </a:r>
            <a:r>
              <a:rPr dirty="0" err="1"/>
              <a:t>plupart</a:t>
            </a:r>
            <a:r>
              <a:rPr dirty="0"/>
              <a:t> du temps, on </a:t>
            </a:r>
            <a:r>
              <a:rPr dirty="0" err="1"/>
              <a:t>crée</a:t>
            </a:r>
            <a:r>
              <a:rPr dirty="0"/>
              <a:t> des liens  </a:t>
            </a:r>
            <a:r>
              <a:rPr dirty="0" err="1"/>
              <a:t>symboliques</a:t>
            </a:r>
            <a:r>
              <a:rPr dirty="0"/>
              <a:t> sous Linux pour faire un </a:t>
            </a:r>
            <a:r>
              <a:rPr dirty="0" err="1"/>
              <a:t>raccourci</a:t>
            </a:r>
            <a:r>
              <a:rPr dirty="0"/>
              <a:t>, et non des  liens physiques.</a:t>
            </a:r>
            <a:r>
              <a:rPr sz="1328" dirty="0">
                <a:latin typeface="Times Roman"/>
                <a:ea typeface="Times Roman"/>
                <a:cs typeface="Times Roman"/>
                <a:sym typeface="Times Roman"/>
              </a:rPr>
              <a:t> </a:t>
            </a:r>
          </a:p>
          <a:p>
            <a:pPr algn="just"/>
            <a:r>
              <a:rPr dirty="0"/>
              <a:t>Le </a:t>
            </a:r>
            <a:r>
              <a:rPr dirty="0" err="1"/>
              <a:t>principe</a:t>
            </a:r>
            <a:r>
              <a:rPr dirty="0"/>
              <a:t> du lien </a:t>
            </a:r>
            <a:r>
              <a:rPr dirty="0" err="1"/>
              <a:t>symbolique</a:t>
            </a:r>
            <a:r>
              <a:rPr dirty="0"/>
              <a:t> </a:t>
            </a:r>
            <a:r>
              <a:rPr dirty="0" err="1"/>
              <a:t>est</a:t>
            </a:r>
            <a:r>
              <a:rPr dirty="0"/>
              <a:t> que </a:t>
            </a:r>
            <a:r>
              <a:rPr dirty="0" err="1"/>
              <a:t>l'on</a:t>
            </a:r>
            <a:r>
              <a:rPr dirty="0"/>
              <a:t> </a:t>
            </a:r>
            <a:r>
              <a:rPr dirty="0" err="1"/>
              <a:t>crée</a:t>
            </a:r>
            <a:r>
              <a:rPr dirty="0"/>
              <a:t> un lien </a:t>
            </a:r>
            <a:r>
              <a:rPr dirty="0" err="1"/>
              <a:t>vers</a:t>
            </a:r>
            <a:r>
              <a:rPr dirty="0"/>
              <a:t> un  </a:t>
            </a:r>
            <a:r>
              <a:rPr dirty="0" err="1"/>
              <a:t>autre</a:t>
            </a:r>
            <a:r>
              <a:rPr dirty="0"/>
              <a:t> nom de </a:t>
            </a:r>
            <a:r>
              <a:rPr dirty="0" err="1"/>
              <a:t>fichier</a:t>
            </a:r>
            <a:r>
              <a:rPr dirty="0"/>
              <a:t>. </a:t>
            </a:r>
            <a:r>
              <a:rPr dirty="0" err="1"/>
              <a:t>Cette</a:t>
            </a:r>
            <a:r>
              <a:rPr dirty="0"/>
              <a:t> </a:t>
            </a:r>
            <a:r>
              <a:rPr dirty="0" err="1"/>
              <a:t>fois</a:t>
            </a:r>
            <a:r>
              <a:rPr dirty="0"/>
              <a:t>, on pointe </a:t>
            </a:r>
            <a:r>
              <a:rPr dirty="0" err="1"/>
              <a:t>vers</a:t>
            </a:r>
            <a:r>
              <a:rPr dirty="0"/>
              <a:t> le nom de </a:t>
            </a:r>
            <a:r>
              <a:rPr dirty="0" err="1"/>
              <a:t>fichier</a:t>
            </a:r>
            <a:r>
              <a:rPr dirty="0"/>
              <a:t>  et non </a:t>
            </a:r>
            <a:r>
              <a:rPr dirty="0" err="1"/>
              <a:t>vers</a:t>
            </a:r>
            <a:r>
              <a:rPr dirty="0"/>
              <a:t> </a:t>
            </a:r>
            <a:r>
              <a:rPr dirty="0" err="1"/>
              <a:t>l'inode</a:t>
            </a:r>
            <a:r>
              <a:rPr dirty="0"/>
              <a:t> </a:t>
            </a:r>
            <a:r>
              <a:rPr dirty="0" err="1"/>
              <a:t>directement</a:t>
            </a:r>
            <a:r>
              <a:rPr dirty="0"/>
              <a:t> </a:t>
            </a:r>
          </a:p>
        </p:txBody>
      </p:sp>
      <p:sp>
        <p:nvSpPr>
          <p:cNvPr id="901" name="Espace réservé du numéro de diapositive 1"/>
          <p:cNvSpPr txBox="1">
            <a:spLocks noGrp="1"/>
          </p:cNvSpPr>
          <p:nvPr>
            <p:ph type="sldNum" sz="quarter" idx="2"/>
          </p:nvPr>
        </p:nvSpPr>
        <p:spPr>
          <a:xfrm>
            <a:off x="7029966" y="10265453"/>
            <a:ext cx="362740" cy="412859"/>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53</a:t>
            </a:fld>
            <a:endParaRPr/>
          </a:p>
        </p:txBody>
      </p:sp>
    </p:spTree>
  </p:cSld>
  <p:clrMapOvr>
    <a:masterClrMapping/>
  </p:clrMapOvr>
  <p:transition spd="med"/>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03" name="Liens Physique Vs  Liens Symbolique"/>
          <p:cNvSpPr txBox="1">
            <a:spLocks noGrp="1"/>
          </p:cNvSpPr>
          <p:nvPr>
            <p:ph type="title"/>
          </p:nvPr>
        </p:nvSpPr>
        <p:spPr>
          <a:prstGeom prst="rect">
            <a:avLst/>
          </a:prstGeom>
        </p:spPr>
        <p:txBody>
          <a:bodyPr>
            <a:normAutofit/>
          </a:bodyPr>
          <a:lstStyle>
            <a:lvl1pPr defTabSz="560830">
              <a:spcBef>
                <a:spcPts val="1500"/>
              </a:spcBef>
              <a:defRPr sz="6000"/>
            </a:lvl1pPr>
          </a:lstStyle>
          <a:p>
            <a:r>
              <a:t>Lien Physique Vs  Lien Symbolique </a:t>
            </a:r>
          </a:p>
        </p:txBody>
      </p:sp>
      <p:sp>
        <p:nvSpPr>
          <p:cNvPr id="904" name="liens symboliques"/>
          <p:cNvSpPr txBox="1">
            <a:spLocks noGrp="1"/>
          </p:cNvSpPr>
          <p:nvPr>
            <p:ph type="body" idx="1"/>
          </p:nvPr>
        </p:nvSpPr>
        <p:spPr>
          <a:prstGeom prst="rect">
            <a:avLst/>
          </a:prstGeom>
        </p:spPr>
        <p:txBody>
          <a:bodyPr anchor="t"/>
          <a:lstStyle>
            <a:lvl1pPr marL="0" indent="0" algn="ctr" defTabSz="821530">
              <a:spcBef>
                <a:spcPts val="3300"/>
              </a:spcBef>
              <a:buSzTx/>
              <a:buNone/>
              <a:defRPr sz="5000" b="1" i="1" u="sng">
                <a:solidFill>
                  <a:srgbClr val="B0564E"/>
                </a:solidFill>
              </a:defRPr>
            </a:lvl1pPr>
          </a:lstStyle>
          <a:p>
            <a:r>
              <a:t>liens symboliques</a:t>
            </a:r>
          </a:p>
        </p:txBody>
      </p:sp>
      <p:pic>
        <p:nvPicPr>
          <p:cNvPr id="905" name="Image" descr="Image"/>
          <p:cNvPicPr>
            <a:picLocks noChangeAspect="1"/>
          </p:cNvPicPr>
          <p:nvPr/>
        </p:nvPicPr>
        <p:blipFill>
          <a:blip r:embed="rId2"/>
          <a:srcRect l="10211" r="6838"/>
          <a:stretch>
            <a:fillRect/>
          </a:stretch>
        </p:blipFill>
        <p:spPr>
          <a:xfrm>
            <a:off x="1836698" y="3136727"/>
            <a:ext cx="10763288" cy="7422434"/>
          </a:xfrm>
          <a:prstGeom prst="rect">
            <a:avLst/>
          </a:prstGeom>
          <a:ln w="12700">
            <a:miter lim="400000"/>
          </a:ln>
        </p:spPr>
      </p:pic>
      <p:sp>
        <p:nvSpPr>
          <p:cNvPr id="906" name="Espace réservé du numéro de diapositive 1"/>
          <p:cNvSpPr txBox="1">
            <a:spLocks noGrp="1"/>
          </p:cNvSpPr>
          <p:nvPr>
            <p:ph type="sldNum" sz="quarter" idx="2"/>
          </p:nvPr>
        </p:nvSpPr>
        <p:spPr>
          <a:xfrm>
            <a:off x="7029966" y="10265453"/>
            <a:ext cx="362740" cy="412859"/>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54</a:t>
            </a:fld>
            <a:endParaRPr/>
          </a:p>
        </p:txBody>
      </p:sp>
    </p:spTree>
  </p:cSld>
  <p:clrMapOvr>
    <a:masterClrMapping/>
  </p:clrMapOvr>
  <p:transition spd="med"/>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08" name="Liens Physique Vs  Liens Symbolique"/>
          <p:cNvSpPr txBox="1">
            <a:spLocks noGrp="1"/>
          </p:cNvSpPr>
          <p:nvPr>
            <p:ph type="title"/>
          </p:nvPr>
        </p:nvSpPr>
        <p:spPr>
          <a:prstGeom prst="rect">
            <a:avLst/>
          </a:prstGeom>
        </p:spPr>
        <p:txBody>
          <a:bodyPr>
            <a:normAutofit/>
          </a:bodyPr>
          <a:lstStyle>
            <a:lvl1pPr defTabSz="560830">
              <a:spcBef>
                <a:spcPts val="1500"/>
              </a:spcBef>
              <a:defRPr sz="6000"/>
            </a:lvl1pPr>
          </a:lstStyle>
          <a:p>
            <a:r>
              <a:t>Lien Physique Vs  Lien Symbolique </a:t>
            </a:r>
          </a:p>
        </p:txBody>
      </p:sp>
      <p:sp>
        <p:nvSpPr>
          <p:cNvPr id="909" name="liens symboliques…"/>
          <p:cNvSpPr txBox="1">
            <a:spLocks noGrp="1"/>
          </p:cNvSpPr>
          <p:nvPr>
            <p:ph type="body" idx="1"/>
          </p:nvPr>
        </p:nvSpPr>
        <p:spPr>
          <a:prstGeom prst="rect">
            <a:avLst/>
          </a:prstGeom>
        </p:spPr>
        <p:txBody>
          <a:bodyPr anchor="t"/>
          <a:lstStyle/>
          <a:p>
            <a:pPr marL="0" indent="0" algn="ctr" defTabSz="908859">
              <a:spcBef>
                <a:spcPts val="3651"/>
              </a:spcBef>
              <a:buSzTx/>
              <a:buNone/>
              <a:defRPr sz="4200" b="1" i="1" u="sng">
                <a:solidFill>
                  <a:srgbClr val="B0564E"/>
                </a:solidFill>
              </a:defRPr>
            </a:pPr>
            <a:r>
              <a:rPr dirty="0"/>
              <a:t>lien </a:t>
            </a:r>
            <a:r>
              <a:rPr dirty="0" err="1"/>
              <a:t>symbolique</a:t>
            </a:r>
            <a:endParaRPr dirty="0">
              <a:solidFill>
                <a:srgbClr val="000000"/>
              </a:solidFill>
              <a:latin typeface="Times Roman"/>
              <a:ea typeface="Times Roman"/>
              <a:cs typeface="Times Roman"/>
              <a:sym typeface="Times Roman"/>
            </a:endParaRPr>
          </a:p>
          <a:p>
            <a:pPr algn="just">
              <a:defRPr sz="3400"/>
            </a:pPr>
            <a:r>
              <a:rPr dirty="0"/>
              <a:t>La </a:t>
            </a:r>
            <a:r>
              <a:rPr dirty="0" err="1"/>
              <a:t>commande</a:t>
            </a:r>
            <a:r>
              <a:rPr dirty="0"/>
              <a:t> </a:t>
            </a:r>
            <a:r>
              <a:rPr dirty="0" err="1"/>
              <a:t>utilisée</a:t>
            </a:r>
            <a:r>
              <a:rPr dirty="0"/>
              <a:t> pour </a:t>
            </a:r>
            <a:r>
              <a:rPr dirty="0" err="1"/>
              <a:t>créer</a:t>
            </a:r>
            <a:r>
              <a:rPr dirty="0"/>
              <a:t> un lien </a:t>
            </a:r>
            <a:r>
              <a:rPr dirty="0" err="1"/>
              <a:t>symbolique</a:t>
            </a:r>
            <a:r>
              <a:rPr dirty="0"/>
              <a:t> </a:t>
            </a:r>
            <a:r>
              <a:rPr dirty="0" err="1"/>
              <a:t>est</a:t>
            </a:r>
            <a:r>
              <a:rPr dirty="0"/>
              <a:t> la </a:t>
            </a:r>
            <a:r>
              <a:rPr dirty="0" err="1"/>
              <a:t>commande</a:t>
            </a:r>
            <a:r>
              <a:rPr dirty="0"/>
              <a:t> </a:t>
            </a:r>
            <a:r>
              <a:rPr b="1" u="sng" dirty="0">
                <a:solidFill>
                  <a:srgbClr val="00664D"/>
                </a:solidFill>
                <a:uFill>
                  <a:solidFill>
                    <a:srgbClr val="00664D"/>
                  </a:solidFill>
                </a:uFill>
              </a:rPr>
              <a:t>ln avec </a:t>
            </a:r>
            <a:r>
              <a:rPr b="1" u="sng" dirty="0" err="1">
                <a:solidFill>
                  <a:srgbClr val="00664D"/>
                </a:solidFill>
                <a:uFill>
                  <a:solidFill>
                    <a:srgbClr val="00664D"/>
                  </a:solidFill>
                </a:uFill>
              </a:rPr>
              <a:t>l’option</a:t>
            </a:r>
            <a:r>
              <a:rPr b="1" u="sng" dirty="0">
                <a:solidFill>
                  <a:srgbClr val="00664D"/>
                </a:solidFill>
                <a:uFill>
                  <a:solidFill>
                    <a:srgbClr val="00664D"/>
                  </a:solidFill>
                </a:uFill>
              </a:rPr>
              <a:t> -s</a:t>
            </a:r>
            <a:r>
              <a:rPr dirty="0">
                <a:uFill>
                  <a:solidFill>
                    <a:srgbClr val="00664D"/>
                  </a:solidFill>
                </a:uFill>
              </a:rPr>
              <a:t>.</a:t>
            </a:r>
          </a:p>
        </p:txBody>
      </p:sp>
      <p:sp>
        <p:nvSpPr>
          <p:cNvPr id="910" name="On  remarque  que  les  liens  symboliques  créés  pointent  sur  des inodes différents."/>
          <p:cNvSpPr txBox="1"/>
          <p:nvPr/>
        </p:nvSpPr>
        <p:spPr>
          <a:xfrm>
            <a:off x="435173" y="8974160"/>
            <a:ext cx="13272780" cy="127985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6200" tIns="56200" rIns="56200" bIns="56200" anchor="ctr">
            <a:spAutoFit/>
          </a:bodyPr>
          <a:lstStyle/>
          <a:p>
            <a:pPr marL="519850" indent="-519850" algn="just">
              <a:spcBef>
                <a:spcPts val="2655"/>
              </a:spcBef>
              <a:buClr>
                <a:srgbClr val="929292"/>
              </a:buClr>
              <a:buSzPct val="60000"/>
              <a:buFont typeface="Zapf Dingbats"/>
              <a:buChar char="❖"/>
              <a:defRPr sz="3300">
                <a:latin typeface="Palatino"/>
                <a:ea typeface="Palatino"/>
                <a:cs typeface="Palatino"/>
                <a:sym typeface="Palatino"/>
              </a:defRPr>
            </a:pPr>
            <a:r>
              <a:rPr sz="3651"/>
              <a:t>On remarque que les liens symboliques créés pointent sur des inodes différentes.</a:t>
            </a:r>
            <a:r>
              <a:rPr sz="1328">
                <a:solidFill>
                  <a:srgbClr val="000000"/>
                </a:solidFill>
                <a:latin typeface="Times Roman"/>
                <a:ea typeface="Times Roman"/>
                <a:cs typeface="Times Roman"/>
                <a:sym typeface="Times Roman"/>
              </a:rPr>
              <a:t> </a:t>
            </a:r>
          </a:p>
        </p:txBody>
      </p:sp>
      <p:pic>
        <p:nvPicPr>
          <p:cNvPr id="911" name="Image" descr="Image"/>
          <p:cNvPicPr>
            <a:picLocks noChangeAspect="1"/>
          </p:cNvPicPr>
          <p:nvPr/>
        </p:nvPicPr>
        <p:blipFill>
          <a:blip r:embed="rId2"/>
          <a:stretch>
            <a:fillRect/>
          </a:stretch>
        </p:blipFill>
        <p:spPr>
          <a:xfrm>
            <a:off x="1078429" y="5552759"/>
            <a:ext cx="12931534" cy="3120210"/>
          </a:xfrm>
          <a:prstGeom prst="rect">
            <a:avLst/>
          </a:prstGeom>
          <a:ln w="12700">
            <a:miter lim="400000"/>
          </a:ln>
        </p:spPr>
      </p:pic>
      <p:sp>
        <p:nvSpPr>
          <p:cNvPr id="912" name="Espace réservé du numéro de diapositive 1"/>
          <p:cNvSpPr txBox="1">
            <a:spLocks noGrp="1"/>
          </p:cNvSpPr>
          <p:nvPr>
            <p:ph type="sldNum" sz="quarter" idx="2"/>
          </p:nvPr>
        </p:nvSpPr>
        <p:spPr>
          <a:xfrm>
            <a:off x="7029966" y="10265453"/>
            <a:ext cx="362740" cy="412859"/>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55</a:t>
            </a:fld>
            <a:endParaRPr/>
          </a:p>
        </p:txBody>
      </p:sp>
    </p:spTree>
  </p:cSld>
  <p:clrMapOvr>
    <a:masterClrMapping/>
  </p:clrMapOvr>
  <p:transition spd="med"/>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14" name="Liens Physique Vs  Liens Symbolique"/>
          <p:cNvSpPr txBox="1">
            <a:spLocks noGrp="1"/>
          </p:cNvSpPr>
          <p:nvPr>
            <p:ph type="title"/>
          </p:nvPr>
        </p:nvSpPr>
        <p:spPr>
          <a:prstGeom prst="rect">
            <a:avLst/>
          </a:prstGeom>
        </p:spPr>
        <p:txBody>
          <a:bodyPr>
            <a:normAutofit/>
          </a:bodyPr>
          <a:lstStyle>
            <a:lvl1pPr defTabSz="560830">
              <a:spcBef>
                <a:spcPts val="1500"/>
              </a:spcBef>
              <a:defRPr sz="6000"/>
            </a:lvl1pPr>
          </a:lstStyle>
          <a:p>
            <a:r>
              <a:t>Lien Physique Vs  Lien Symbolique </a:t>
            </a:r>
          </a:p>
        </p:txBody>
      </p:sp>
      <p:sp>
        <p:nvSpPr>
          <p:cNvPr id="915" name="Un  lien  physique  utilisant  le  même  numéro  d’inode,  il  se  limite à la même partition.…"/>
          <p:cNvSpPr txBox="1">
            <a:spLocks noGrp="1"/>
          </p:cNvSpPr>
          <p:nvPr>
            <p:ph type="body" idx="1"/>
          </p:nvPr>
        </p:nvSpPr>
        <p:spPr>
          <a:xfrm>
            <a:off x="586672" y="2931253"/>
            <a:ext cx="13386320" cy="7571147"/>
          </a:xfrm>
          <a:prstGeom prst="rect">
            <a:avLst/>
          </a:prstGeom>
        </p:spPr>
        <p:txBody>
          <a:bodyPr/>
          <a:lstStyle/>
          <a:p>
            <a:pPr marL="405481" indent="-405481" algn="just" defTabSz="504112">
              <a:spcBef>
                <a:spcPts val="1991"/>
              </a:spcBef>
              <a:defRPr sz="2900"/>
            </a:pPr>
            <a:r>
              <a:t>Un lien physique utilisant le même numéro d’inode, il se limite à la même partition.</a:t>
            </a:r>
            <a:endParaRPr>
              <a:latin typeface="Times Roman"/>
              <a:ea typeface="Times Roman"/>
              <a:cs typeface="Times Roman"/>
              <a:sym typeface="Times Roman"/>
            </a:endParaRPr>
          </a:p>
          <a:p>
            <a:pPr marL="405481" indent="-405481" algn="just" defTabSz="504112">
              <a:spcBef>
                <a:spcPts val="1991"/>
              </a:spcBef>
              <a:defRPr sz="2900"/>
            </a:pPr>
            <a:r>
              <a:t>Pour traverser les limites des partitions, Unix introduit des</a:t>
            </a:r>
            <a:r>
              <a:rPr>
                <a:latin typeface="Times Roman"/>
                <a:ea typeface="Times Roman"/>
                <a:cs typeface="Times Roman"/>
                <a:sym typeface="Times Roman"/>
              </a:rPr>
              <a:t> </a:t>
            </a:r>
            <a:r>
              <a:t>liens dits symboliques.</a:t>
            </a:r>
            <a:endParaRPr>
              <a:latin typeface="Times Roman"/>
              <a:ea typeface="Times Roman"/>
              <a:cs typeface="Times Roman"/>
              <a:sym typeface="Times Roman"/>
            </a:endParaRPr>
          </a:p>
          <a:p>
            <a:pPr marL="405481" indent="-405481" algn="just" defTabSz="504112">
              <a:spcBef>
                <a:spcPts val="1991"/>
              </a:spcBef>
              <a:defRPr sz="2900"/>
            </a:pPr>
            <a:r>
              <a:t>Un lien physique pointe sur la même inode du fichier</a:t>
            </a:r>
            <a:r>
              <a:rPr>
                <a:latin typeface="Times Roman"/>
                <a:ea typeface="Times Roman"/>
                <a:cs typeface="Times Roman"/>
                <a:sym typeface="Times Roman"/>
              </a:rPr>
              <a:t> </a:t>
            </a:r>
            <a:r>
              <a:t>contrairement au lien symbolique.</a:t>
            </a:r>
            <a:endParaRPr>
              <a:latin typeface="Times Roman"/>
              <a:ea typeface="Times Roman"/>
              <a:cs typeface="Times Roman"/>
              <a:sym typeface="Times Roman"/>
            </a:endParaRPr>
          </a:p>
          <a:p>
            <a:pPr marL="405481" indent="-405481" algn="just" defTabSz="504112">
              <a:spcBef>
                <a:spcPts val="1991"/>
              </a:spcBef>
              <a:defRPr sz="2900"/>
            </a:pPr>
            <a:r>
              <a:t>Un lien physique ne peut être créé que pour des fichiers.</a:t>
            </a:r>
            <a:endParaRPr>
              <a:latin typeface="Times Roman"/>
              <a:ea typeface="Times Roman"/>
              <a:cs typeface="Times Roman"/>
              <a:sym typeface="Times Roman"/>
            </a:endParaRPr>
          </a:p>
          <a:p>
            <a:pPr marL="405481" indent="-405481" algn="just" defTabSz="504112">
              <a:spcBef>
                <a:spcPts val="1991"/>
              </a:spcBef>
              <a:defRPr sz="2900"/>
            </a:pPr>
            <a:r>
              <a:t>Un lien symbolique peut être créé pour un fichier comme pour un répertoire.</a:t>
            </a:r>
          </a:p>
        </p:txBody>
      </p:sp>
      <p:sp>
        <p:nvSpPr>
          <p:cNvPr id="916" name="Espace réservé du numéro de diapositive 1"/>
          <p:cNvSpPr txBox="1">
            <a:spLocks noGrp="1"/>
          </p:cNvSpPr>
          <p:nvPr>
            <p:ph type="sldNum" sz="quarter" idx="2"/>
          </p:nvPr>
        </p:nvSpPr>
        <p:spPr>
          <a:xfrm>
            <a:off x="7029966" y="10265453"/>
            <a:ext cx="362740" cy="412859"/>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56</a:t>
            </a:fld>
            <a:endParaRPr/>
          </a:p>
        </p:txBody>
      </p:sp>
    </p:spTree>
  </p:cSld>
  <p:clrMapOvr>
    <a:masterClrMapping/>
  </p:clrMapOvr>
  <p:transition spd="med"/>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18" name="Références"/>
          <p:cNvSpPr txBox="1">
            <a:spLocks noGrp="1"/>
          </p:cNvSpPr>
          <p:nvPr>
            <p:ph type="title"/>
          </p:nvPr>
        </p:nvSpPr>
        <p:spPr>
          <a:prstGeom prst="rect">
            <a:avLst/>
          </a:prstGeom>
        </p:spPr>
        <p:txBody>
          <a:bodyPr/>
          <a:lstStyle/>
          <a:p>
            <a:r>
              <a:t>Références</a:t>
            </a:r>
            <a:r>
              <a:rPr sz="1328">
                <a:latin typeface="Times Roman"/>
                <a:ea typeface="Times Roman"/>
                <a:cs typeface="Times Roman"/>
                <a:sym typeface="Times Roman"/>
              </a:rPr>
              <a:t> </a:t>
            </a:r>
          </a:p>
        </p:txBody>
      </p:sp>
      <p:sp>
        <p:nvSpPr>
          <p:cNvPr id="919" name="[1] : Préparation à la certification LPIC1 : Linux - Sébastien Rohaut.…"/>
          <p:cNvSpPr txBox="1">
            <a:spLocks noGrp="1"/>
          </p:cNvSpPr>
          <p:nvPr>
            <p:ph type="body" idx="1"/>
          </p:nvPr>
        </p:nvSpPr>
        <p:spPr>
          <a:prstGeom prst="rect">
            <a:avLst/>
          </a:prstGeom>
        </p:spPr>
        <p:txBody>
          <a:bodyPr/>
          <a:lstStyle/>
          <a:p>
            <a:pPr>
              <a:defRPr i="1"/>
            </a:pPr>
            <a:r>
              <a:t>[1] : Préparation à la certification LPIC1 : Linux - Sébastien Rohaut.</a:t>
            </a:r>
          </a:p>
          <a:p>
            <a:pPr>
              <a:defRPr i="1"/>
            </a:pPr>
            <a:r>
              <a:t>[2] : 2017 Initiation Unix France – UNIX &amp; Linux, 3e édition – David Rossignol.</a:t>
            </a:r>
          </a:p>
        </p:txBody>
      </p:sp>
      <p:sp>
        <p:nvSpPr>
          <p:cNvPr id="920" name="Espace réservé du numéro de diapositive 1"/>
          <p:cNvSpPr txBox="1">
            <a:spLocks noGrp="1"/>
          </p:cNvSpPr>
          <p:nvPr>
            <p:ph type="sldNum" sz="quarter" idx="2"/>
          </p:nvPr>
        </p:nvSpPr>
        <p:spPr>
          <a:xfrm>
            <a:off x="7029966" y="10265453"/>
            <a:ext cx="362740" cy="412859"/>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57</a:t>
            </a:fld>
            <a:endParaRPr/>
          </a:p>
        </p:txBody>
      </p:sp>
    </p:spTree>
  </p:cSld>
  <p:clrMapOvr>
    <a:masterClrMapping/>
  </p:clrMapOvr>
  <p:transition spd="med"/>
</p:sld>
</file>

<file path=ppt/theme/theme1.xml><?xml version="1.0" encoding="utf-8"?>
<a:theme xmlns:a="http://schemas.openxmlformats.org/drawingml/2006/main" name="New_Template4">
  <a:themeElements>
    <a:clrScheme name="New_Template4">
      <a:dk1>
        <a:srgbClr val="414141"/>
      </a:dk1>
      <a:lt1>
        <a:srgbClr val="FFFFFF"/>
      </a:lt1>
      <a:dk2>
        <a:srgbClr val="A7A7A7"/>
      </a:dk2>
      <a:lt2>
        <a:srgbClr val="535353"/>
      </a:lt2>
      <a:accent1>
        <a:srgbClr val="738FAF"/>
      </a:accent1>
      <a:accent2>
        <a:srgbClr val="74B6A8"/>
      </a:accent2>
      <a:accent3>
        <a:srgbClr val="A0AA69"/>
      </a:accent3>
      <a:accent4>
        <a:srgbClr val="CBA968"/>
      </a:accent4>
      <a:accent5>
        <a:srgbClr val="D08A7A"/>
      </a:accent5>
      <a:accent6>
        <a:srgbClr val="9E95A9"/>
      </a:accent6>
      <a:hlink>
        <a:srgbClr val="0000FF"/>
      </a:hlink>
      <a:folHlink>
        <a:srgbClr val="FF00FF"/>
      </a:folHlink>
    </a:clrScheme>
    <a:fontScheme name="New_Template4">
      <a:majorFont>
        <a:latin typeface="Helvetica"/>
        <a:ea typeface="Helvetica"/>
        <a:cs typeface="Helvetica"/>
      </a:majorFont>
      <a:minorFont>
        <a:latin typeface="Helvetica Neue"/>
        <a:ea typeface="Helvetica Neue"/>
        <a:cs typeface="Helvetica Neue"/>
      </a:minorFont>
    </a:fontScheme>
    <a:fmtScheme name="New_Template4">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4141"/>
        </a:solidFill>
        <a:ln w="25400" cap="flat">
          <a:solidFill>
            <a:schemeClr val="accent1"/>
          </a:solidFill>
          <a:prstDash val="solid"/>
          <a:round/>
        </a:ln>
        <a:effectLst/>
        <a:sp3d/>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414141"/>
            </a:solidFill>
            <a:effectLst/>
            <a:uFillTx/>
            <a:latin typeface="Bodoni SvtyTwo ITC TT-Book"/>
            <a:ea typeface="Bodoni SvtyTwo ITC TT-Book"/>
            <a:cs typeface="Bodoni SvtyTwo ITC TT-Book"/>
            <a:sym typeface="Bodoni SvtyTwo ITC TT-Book"/>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414141"/>
            </a:solidFill>
            <a:effectLst/>
            <a:uFillTx/>
            <a:latin typeface="Bodoni SvtyTwo ITC TT-Book"/>
            <a:ea typeface="Bodoni SvtyTwo ITC TT-Book"/>
            <a:cs typeface="Bodoni SvtyTwo ITC TT-Book"/>
            <a:sym typeface="Bodoni SvtyTwo ITC TT-Book"/>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New_Template4">
  <a:themeElements>
    <a:clrScheme name="New_Template4">
      <a:dk1>
        <a:srgbClr val="000000"/>
      </a:dk1>
      <a:lt1>
        <a:srgbClr val="FFFFFF"/>
      </a:lt1>
      <a:dk2>
        <a:srgbClr val="A7A7A7"/>
      </a:dk2>
      <a:lt2>
        <a:srgbClr val="535353"/>
      </a:lt2>
      <a:accent1>
        <a:srgbClr val="738FAF"/>
      </a:accent1>
      <a:accent2>
        <a:srgbClr val="74B6A8"/>
      </a:accent2>
      <a:accent3>
        <a:srgbClr val="A0AA69"/>
      </a:accent3>
      <a:accent4>
        <a:srgbClr val="CBA968"/>
      </a:accent4>
      <a:accent5>
        <a:srgbClr val="D08A7A"/>
      </a:accent5>
      <a:accent6>
        <a:srgbClr val="9E95A9"/>
      </a:accent6>
      <a:hlink>
        <a:srgbClr val="0000FF"/>
      </a:hlink>
      <a:folHlink>
        <a:srgbClr val="FF00FF"/>
      </a:folHlink>
    </a:clrScheme>
    <a:fontScheme name="New_Template4">
      <a:majorFont>
        <a:latin typeface="Helvetica"/>
        <a:ea typeface="Helvetica"/>
        <a:cs typeface="Helvetica"/>
      </a:majorFont>
      <a:minorFont>
        <a:latin typeface="Helvetica Neue"/>
        <a:ea typeface="Helvetica Neue"/>
        <a:cs typeface="Helvetica Neue"/>
      </a:minorFont>
    </a:fontScheme>
    <a:fmtScheme name="New_Template4">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4141"/>
        </a:solidFill>
        <a:ln w="25400" cap="flat">
          <a:solidFill>
            <a:schemeClr val="accent1"/>
          </a:solidFill>
          <a:prstDash val="solid"/>
          <a:round/>
        </a:ln>
        <a:effectLst/>
        <a:sp3d/>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414141"/>
            </a:solidFill>
            <a:effectLst/>
            <a:uFillTx/>
            <a:latin typeface="Bodoni SvtyTwo ITC TT-Book"/>
            <a:ea typeface="Bodoni SvtyTwo ITC TT-Book"/>
            <a:cs typeface="Bodoni SvtyTwo ITC TT-Book"/>
            <a:sym typeface="Bodoni SvtyTwo ITC TT-Book"/>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414141"/>
            </a:solidFill>
            <a:effectLst/>
            <a:uFillTx/>
            <a:latin typeface="Bodoni SvtyTwo ITC TT-Book"/>
            <a:ea typeface="Bodoni SvtyTwo ITC TT-Book"/>
            <a:cs typeface="Bodoni SvtyTwo ITC TT-Book"/>
            <a:sym typeface="Bodoni SvtyTwo ITC TT-Book"/>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1529</TotalTime>
  <Words>2385</Words>
  <Application>Microsoft Office PowerPoint</Application>
  <PresentationFormat>Personnalisé</PresentationFormat>
  <Paragraphs>590</Paragraphs>
  <Slides>57</Slides>
  <Notes>12</Notes>
  <HiddenSlides>0</HiddenSlides>
  <MMClips>0</MMClips>
  <ScaleCrop>false</ScaleCrop>
  <HeadingPairs>
    <vt:vector size="6" baseType="variant">
      <vt:variant>
        <vt:lpstr>Polices utilisées</vt:lpstr>
      </vt:variant>
      <vt:variant>
        <vt:i4>12</vt:i4>
      </vt:variant>
      <vt:variant>
        <vt:lpstr>Thème</vt:lpstr>
      </vt:variant>
      <vt:variant>
        <vt:i4>1</vt:i4>
      </vt:variant>
      <vt:variant>
        <vt:lpstr>Titres des diapositives</vt:lpstr>
      </vt:variant>
      <vt:variant>
        <vt:i4>57</vt:i4>
      </vt:variant>
    </vt:vector>
  </HeadingPairs>
  <TitlesOfParts>
    <vt:vector size="70" baseType="lpstr">
      <vt:lpstr>-apple-system</vt:lpstr>
      <vt:lpstr>arial</vt:lpstr>
      <vt:lpstr>arial</vt:lpstr>
      <vt:lpstr>Bodoni SvtyTwo ITC TT-Book</vt:lpstr>
      <vt:lpstr>Calibri</vt:lpstr>
      <vt:lpstr>Courier</vt:lpstr>
      <vt:lpstr>Helvetica Neue</vt:lpstr>
      <vt:lpstr>Palatino</vt:lpstr>
      <vt:lpstr>Times New Roman</vt:lpstr>
      <vt:lpstr>Times Roman</vt:lpstr>
      <vt:lpstr>Wingdings</vt:lpstr>
      <vt:lpstr>Zapf Dingbats</vt:lpstr>
      <vt:lpstr>New_Template4</vt:lpstr>
      <vt:lpstr>Administration &amp; Sécurité des Systèmes d’Exploitation UNIX</vt:lpstr>
      <vt:lpstr>Chapitre II : Shell &amp; Commandes de base</vt:lpstr>
      <vt:lpstr>Objectifs</vt:lpstr>
      <vt:lpstr>Plan</vt:lpstr>
      <vt:lpstr>Première Connexion </vt:lpstr>
      <vt:lpstr>Environnement Graphique </vt:lpstr>
      <vt:lpstr>Environnement Graphique </vt:lpstr>
      <vt:lpstr>Environnement Graphique : Prompt</vt:lpstr>
      <vt:lpstr>Terminal Vs Shell</vt:lpstr>
      <vt:lpstr>Terminal Vs Shell</vt:lpstr>
      <vt:lpstr>Shell : Définition</vt:lpstr>
      <vt:lpstr>Shell : Interpréteur de commandes</vt:lpstr>
      <vt:lpstr>Shell : Langage de programmation</vt:lpstr>
      <vt:lpstr>Différents Shell &amp; Fonctionnalités </vt:lpstr>
      <vt:lpstr>Différents Shell &amp; Fonctionnalités</vt:lpstr>
      <vt:lpstr>Commandes Shell </vt:lpstr>
      <vt:lpstr>Commandes Shell </vt:lpstr>
      <vt:lpstr>Commandes Shell : Utilitaires d’aide </vt:lpstr>
      <vt:lpstr>Commandes Shell : Utilitaires d’aide </vt:lpstr>
      <vt:lpstr>Commandes Shell : Utilitaires d’aide </vt:lpstr>
      <vt:lpstr>Commandes Shell : Utilitaires d’aide </vt:lpstr>
      <vt:lpstr>Commandes Shell : Utilitaires divers </vt:lpstr>
      <vt:lpstr>Commandes Shell d’identification  </vt:lpstr>
      <vt:lpstr>Commandes Shell d’identification  </vt:lpstr>
      <vt:lpstr>Manipulation des Fichiers &amp; Répertoires : FHS  </vt:lpstr>
      <vt:lpstr>Manipulation des Fichiers &amp; Répertoires : FHS  </vt:lpstr>
      <vt:lpstr>Manipulation des Fichiers &amp; Répertoires : FHS </vt:lpstr>
      <vt:lpstr>Manipulation des Fichiers &amp; Répertoires : FHS  </vt:lpstr>
      <vt:lpstr>Manipulation des Fichiers &amp; Répertoires : FHS  </vt:lpstr>
      <vt:lpstr>Manipulation des Fichiers &amp; Répertoires : FHS  </vt:lpstr>
      <vt:lpstr>Commandes Shell : Manipulation des fichiers et des répertoires  </vt:lpstr>
      <vt:lpstr>Manipulation des Fichiers &amp; Répertoires  </vt:lpstr>
      <vt:lpstr>Commandes Shell : Manipulation des fichiers et des répertoires  </vt:lpstr>
      <vt:lpstr>Manipulation des Fichiers &amp; Répertoires </vt:lpstr>
      <vt:lpstr>Manipulation des Fichiers &amp; Répertoires </vt:lpstr>
      <vt:lpstr>Manipulation des Fichiers &amp; Répertoires : Chemin relatif vs Chemin absolu </vt:lpstr>
      <vt:lpstr>Commandes Shell : Manipulation des fichiers et des répertoires  </vt:lpstr>
      <vt:lpstr>Commandes Shell : Manipulation des fichiers et des répertoires  </vt:lpstr>
      <vt:lpstr>Commandes Shell : Manipulation des fichiers et des répertoires  </vt:lpstr>
      <vt:lpstr>Commandes Shell : Manipulation des fichiers et des répertoires  </vt:lpstr>
      <vt:lpstr>Commandes Shell : Manipulation des fichiers et des répertoires  </vt:lpstr>
      <vt:lpstr>Commandes Shell : Manipulation des fichiers et des répertoires  </vt:lpstr>
      <vt:lpstr>Variables d'environnement</vt:lpstr>
      <vt:lpstr>Variables d'environnement</vt:lpstr>
      <vt:lpstr>Variables d'environnement</vt:lpstr>
      <vt:lpstr>Variables d'environnement     </vt:lpstr>
      <vt:lpstr>Inode : «Index » Node</vt:lpstr>
      <vt:lpstr>Inode : «Index » Node</vt:lpstr>
      <vt:lpstr>Lien Physique Vs  Lien Symbolique </vt:lpstr>
      <vt:lpstr>Lien Physique Vs  Lien Symbolique </vt:lpstr>
      <vt:lpstr>Lien Physique Vs  Lien Symbolique </vt:lpstr>
      <vt:lpstr>Lien Physique Vs  Lien Symbolique </vt:lpstr>
      <vt:lpstr>Lien Physique Vs  Lien Symbolique </vt:lpstr>
      <vt:lpstr>Lien Physique Vs  Lien Symbolique </vt:lpstr>
      <vt:lpstr>Lien Physique Vs  Lien Symbolique </vt:lpstr>
      <vt:lpstr>Lien Physique Vs  Lien Symbolique </vt:lpstr>
      <vt:lpstr>Références </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Administration &amp; Sécurité des Systèmes d’Exploitation UNIX</dc:title>
  <dc:creator>houda mezni</dc:creator>
  <cp:lastModifiedBy>Compte Microsoft</cp:lastModifiedBy>
  <cp:revision>34</cp:revision>
  <dcterms:modified xsi:type="dcterms:W3CDTF">2022-09-08T11:20:36Z</dcterms:modified>
</cp:coreProperties>
</file>