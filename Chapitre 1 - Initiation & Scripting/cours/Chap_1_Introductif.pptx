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34"/>
  </p:notesMasterIdLst>
  <p:sldIdLst>
    <p:sldId id="256" r:id="rId3"/>
    <p:sldId id="288"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4" r:id="rId30"/>
    <p:sldId id="285" r:id="rId31"/>
    <p:sldId id="286" r:id="rId32"/>
    <p:sldId id="287" r:id="rId33"/>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1pPr>
    <a:lvl2pPr marL="0" marR="0" indent="2286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2pPr>
    <a:lvl3pPr marL="0" marR="0" indent="4572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3pPr>
    <a:lvl4pPr marL="0" marR="0" indent="6858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4pPr>
    <a:lvl5pPr marL="0" marR="0" indent="9144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5pPr>
    <a:lvl6pPr marL="0" marR="0" indent="11430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6pPr>
    <a:lvl7pPr marL="0" marR="0" indent="13716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7pPr>
    <a:lvl8pPr marL="0" marR="0" indent="16002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8pPr>
    <a:lvl9pPr marL="0" marR="0" indent="18288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rgbClr val="C9C3BA">
              <a:alpha val="50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89847F"/>
          </a:solid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25400" cap="flat">
              <a:solidFill>
                <a:srgbClr val="525252"/>
              </a:solidFill>
              <a:prstDash val="solid"/>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solidFill>
            <a:schemeClr val="accent5">
              <a:hueOff val="-375889"/>
              <a:satOff val="-9195"/>
              <a:lumOff val="-14901"/>
            </a:schemeClr>
          </a:solidFill>
        </a:fill>
      </a:tcStyle>
    </a:firstRow>
  </a:tblStyle>
  <a:tblStyle styleId="{C7B018BB-80A7-4F77-B60F-C8B233D01FF8}" styleName="">
    <a:tblBg/>
    <a:wholeTbl>
      <a:tcTxStyle b="off" i="off">
        <a:font>
          <a:latin typeface="Palatino"/>
          <a:ea typeface="Palatino"/>
          <a:cs typeface="Palatino"/>
        </a:font>
        <a:srgbClr val="414141"/>
      </a:tcTxStyle>
      <a:tcStyle>
        <a:tcBdr>
          <a:left>
            <a:ln w="25400" cap="rnd">
              <a:solidFill>
                <a:srgbClr val="C9C3BA"/>
              </a:solidFill>
              <a:custDash>
                <a:ds d="100000" sp="200000"/>
              </a:custDash>
              <a:miter lim="400000"/>
            </a:ln>
          </a:left>
          <a:right>
            <a:ln w="25400" cap="rnd">
              <a:solidFill>
                <a:srgbClr val="C9C3BA"/>
              </a:solidFill>
              <a:custDash>
                <a:ds d="100000" sp="200000"/>
              </a:custDash>
              <a:miter lim="400000"/>
            </a:ln>
          </a:right>
          <a:top>
            <a:ln w="25400" cap="rnd">
              <a:solidFill>
                <a:srgbClr val="C9C3BA"/>
              </a:solidFill>
              <a:custDash>
                <a:ds d="100000" sp="200000"/>
              </a:custDash>
              <a:miter lim="400000"/>
            </a:ln>
          </a:top>
          <a:bottom>
            <a:ln w="25400" cap="rnd">
              <a:solidFill>
                <a:srgbClr val="C9C3BA"/>
              </a:solidFill>
              <a:custDash>
                <a:ds d="100000" sp="200000"/>
              </a:custDash>
              <a:miter lim="400000"/>
            </a:ln>
          </a:bottom>
          <a:insideH>
            <a:ln w="25400" cap="rnd">
              <a:solidFill>
                <a:srgbClr val="C9C3BA"/>
              </a:solidFill>
              <a:custDash>
                <a:ds d="100000" sp="200000"/>
              </a:custDash>
              <a:miter lim="400000"/>
            </a:ln>
          </a:insideH>
          <a:insideV>
            <a:ln w="25400" cap="rnd">
              <a:solidFill>
                <a:srgbClr val="C9C3BA"/>
              </a:solidFill>
              <a:custDash>
                <a:ds d="100000" sp="200000"/>
              </a:custDash>
              <a:miter lim="400000"/>
            </a:ln>
          </a:insideV>
        </a:tcBdr>
        <a:fill>
          <a:noFill/>
        </a:fill>
      </a:tcStyle>
    </a:wholeTbl>
    <a:band2H>
      <a:tcTxStyle/>
      <a:tcStyle>
        <a:tcBdr/>
        <a:fill>
          <a:solidFill>
            <a:srgbClr val="C9C3BA">
              <a:alpha val="75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solidFill>
                <a:srgbClr val="FFFFFF">
                  <a:alpha val="50000"/>
                </a:srgbClr>
              </a:solidFill>
              <a:prstDash val="solid"/>
              <a:miter lim="400000"/>
            </a:ln>
          </a:insideV>
        </a:tcBdr>
        <a:fill>
          <a:noFill/>
        </a:fill>
      </a:tcStyle>
    </a:firstCol>
    <a:la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FFFFFF">
                  <a:alpha val="50000"/>
                </a:srgbClr>
              </a:solidFill>
              <a:prstDash val="solid"/>
              <a:miter lim="400000"/>
            </a:ln>
          </a:insideH>
          <a:insideV>
            <a:ln w="12700" cap="flat">
              <a:noFill/>
              <a:miter lim="400000"/>
            </a:ln>
          </a:insideV>
        </a:tcBdr>
        <a:fill>
          <a:noFill/>
        </a:fill>
      </a:tcStyle>
    </a:firstRow>
  </a:tblStyle>
  <a:tblStyle styleId="{EEE7283C-3CF3-47DC-8721-378D4A62B228}" styleName="">
    <a:tblBg/>
    <a:wholeTbl>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solidFill>
                <a:srgbClr val="C9C3BA"/>
              </a:solidFill>
              <a:prstDash val="solid"/>
              <a:miter lim="400000"/>
            </a:ln>
          </a:top>
          <a:bottom>
            <a:ln w="12700" cap="flat">
              <a:solidFill>
                <a:srgbClr val="C9C3BA"/>
              </a:solidFill>
              <a:prstDash val="solid"/>
              <a:miter lim="400000"/>
            </a:ln>
          </a:bottom>
          <a:insideH>
            <a:ln w="12700" cap="flat">
              <a:solidFill>
                <a:srgbClr val="C9C3BA"/>
              </a:solidFill>
              <a:prstDash val="solid"/>
              <a:miter lim="400000"/>
            </a:ln>
          </a:insideH>
          <a:insideV>
            <a:ln w="12700" cap="flat">
              <a:noFill/>
              <a:miter lim="400000"/>
            </a:ln>
          </a:insideV>
        </a:tcBdr>
        <a:fill>
          <a:noFill/>
        </a:fill>
      </a:tcStyle>
    </a:wholeTbl>
    <a:band2H>
      <a:tcTxStyle/>
      <a:tcStyle>
        <a:tcBdr/>
        <a:fill>
          <a:solidFill>
            <a:srgbClr val="C9C3BA">
              <a:alpha val="50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39D60"/>
          </a:solid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25400" cap="flat">
              <a:solidFill>
                <a:srgbClr val="525252"/>
              </a:solidFill>
              <a:prstDash val="solid"/>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solidFill>
            <a:schemeClr val="accent3">
              <a:hueOff val="708446"/>
              <a:satOff val="-4821"/>
              <a:lumOff val="-14251"/>
            </a:schemeClr>
          </a:solidFill>
        </a:fill>
      </a:tcStyle>
    </a:firstRow>
  </a:tblStyle>
  <a:tblStyle styleId="{CF821DB8-F4EB-4A41-A1BA-3FCAFE7338EE}" styleName="">
    <a:tblBg/>
    <a:wholeTbl>
      <a:tcTxStyle b="off" i="off">
        <a:font>
          <a:latin typeface="Palatino"/>
          <a:ea typeface="Palatino"/>
          <a:cs typeface="Palatino"/>
        </a:font>
        <a:srgbClr val="414141"/>
      </a:tcTxStyle>
      <a:tcStyle>
        <a:tcBdr>
          <a:left>
            <a:ln w="12700" cap="flat">
              <a:solidFill>
                <a:schemeClr val="accent1">
                  <a:hueOff val="-113918"/>
                  <a:satOff val="19024"/>
                  <a:lumOff val="19749"/>
                </a:schemeClr>
              </a:solidFill>
              <a:prstDash val="solid"/>
              <a:miter lim="400000"/>
            </a:ln>
          </a:left>
          <a:right>
            <a:ln w="12700" cap="flat">
              <a:solidFill>
                <a:schemeClr val="accent1">
                  <a:hueOff val="-113918"/>
                  <a:satOff val="19024"/>
                  <a:lumOff val="19749"/>
                </a:schemeClr>
              </a:solidFill>
              <a:prstDash val="solid"/>
              <a:miter lim="400000"/>
            </a:ln>
          </a:right>
          <a:top>
            <a:ln w="12700" cap="flat">
              <a:solidFill>
                <a:schemeClr val="accent1">
                  <a:hueOff val="-113918"/>
                  <a:satOff val="19024"/>
                  <a:lumOff val="19749"/>
                </a:schemeClr>
              </a:solidFill>
              <a:prstDash val="solid"/>
              <a:miter lim="400000"/>
            </a:ln>
          </a:top>
          <a:bottom>
            <a:ln w="12700" cap="flat">
              <a:solidFill>
                <a:schemeClr val="accent1">
                  <a:hueOff val="-113918"/>
                  <a:satOff val="19024"/>
                  <a:lumOff val="19749"/>
                </a:schemeClr>
              </a:solidFill>
              <a:prstDash val="solid"/>
              <a:miter lim="400000"/>
            </a:ln>
          </a:bottom>
          <a:insideH>
            <a:ln w="12700" cap="flat">
              <a:solidFill>
                <a:schemeClr val="accent1">
                  <a:hueOff val="-113918"/>
                  <a:satOff val="19024"/>
                  <a:lumOff val="19749"/>
                </a:schemeClr>
              </a:solidFill>
              <a:prstDash val="solid"/>
              <a:miter lim="400000"/>
            </a:ln>
          </a:insideH>
          <a:insideV>
            <a:ln w="12700" cap="flat">
              <a:solidFill>
                <a:schemeClr val="accent1">
                  <a:hueOff val="-113918"/>
                  <a:satOff val="19024"/>
                  <a:lumOff val="19749"/>
                </a:schemeClr>
              </a:solidFill>
              <a:prstDash val="solid"/>
              <a:miter lim="400000"/>
            </a:ln>
          </a:insideV>
        </a:tcBdr>
        <a:fill>
          <a:noFill/>
        </a:fill>
      </a:tcStyle>
    </a:wholeTbl>
    <a:band2H>
      <a:tcTxStyle/>
      <a:tcStyle>
        <a:tcBdr/>
        <a:fill>
          <a:solidFill>
            <a:schemeClr val="accent1">
              <a:hueOff val="-113918"/>
              <a:satOff val="19024"/>
              <a:lumOff val="19749"/>
              <a:alpha val="35000"/>
            </a:scheme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38AAF"/>
          </a:solidFill>
        </a:fill>
      </a:tcStyle>
    </a:firstCol>
    <a:la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chemeClr val="accent1">
                  <a:hueOff val="-113918"/>
                  <a:satOff val="19024"/>
                  <a:lumOff val="19749"/>
                </a:schemeClr>
              </a:solidFill>
              <a:prstDash val="solid"/>
              <a:miter lim="400000"/>
            </a:ln>
          </a:insideH>
          <a:insideV>
            <a:ln w="12700" cap="flat">
              <a:noFill/>
              <a:miter lim="400000"/>
            </a:ln>
          </a:insideV>
        </a:tcBdr>
        <a:fill>
          <a:solidFill>
            <a:schemeClr val="accent1">
              <a:hueOff val="369196"/>
              <a:satOff val="13972"/>
              <a:lumOff val="-24493"/>
            </a:schemeClr>
          </a:solid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chemeClr val="accent1">
                  <a:hueOff val="-113918"/>
                  <a:satOff val="19024"/>
                  <a:lumOff val="19749"/>
                </a:schemeClr>
              </a:solidFill>
              <a:prstDash val="solid"/>
              <a:miter lim="400000"/>
            </a:ln>
          </a:insideH>
          <a:insideV>
            <a:ln w="12700" cap="flat">
              <a:noFill/>
              <a:miter lim="400000"/>
            </a:ln>
          </a:insideV>
        </a:tcBdr>
        <a:fill>
          <a:solidFill>
            <a:schemeClr val="accent1">
              <a:hueOff val="369194"/>
              <a:satOff val="6343"/>
              <a:lumOff val="-13963"/>
            </a:schemeClr>
          </a:solidFill>
        </a:fill>
      </a:tcStyle>
    </a:firstRow>
  </a:tblStyle>
  <a:tblStyle styleId="{33BA23B1-9221-436E-865A-0063620EA4FD}" styleName="">
    <a:tblBg/>
    <a:wholeTbl>
      <a:tcTxStyle b="off" i="off">
        <a:font>
          <a:latin typeface="Palatino"/>
          <a:ea typeface="Palatino"/>
          <a:cs typeface="Palatino"/>
        </a:font>
        <a:srgbClr val="414141"/>
      </a:tcTxStyle>
      <a:tcStyle>
        <a:tcBdr>
          <a:left>
            <a:ln w="12700" cap="flat">
              <a:solidFill>
                <a:srgbClr val="C9C3BA"/>
              </a:solidFill>
              <a:prstDash val="solid"/>
              <a:miter lim="400000"/>
            </a:ln>
          </a:left>
          <a:right>
            <a:ln w="12700" cap="flat">
              <a:solidFill>
                <a:srgbClr val="C9C3BA"/>
              </a:solidFill>
              <a:prstDash val="solid"/>
              <a:miter lim="400000"/>
            </a:ln>
          </a:right>
          <a:top>
            <a:ln w="12700" cap="flat">
              <a:solidFill>
                <a:srgbClr val="C9C3BA"/>
              </a:solidFill>
              <a:prstDash val="solid"/>
              <a:miter lim="400000"/>
            </a:ln>
          </a:top>
          <a:bottom>
            <a:ln w="12700" cap="flat">
              <a:solidFill>
                <a:srgbClr val="C9C3BA"/>
              </a:solidFill>
              <a:prstDash val="solid"/>
              <a:miter lim="400000"/>
            </a:ln>
          </a:bottom>
          <a:insideH>
            <a:ln w="12700" cap="flat">
              <a:solidFill>
                <a:srgbClr val="C9C3BA"/>
              </a:solidFill>
              <a:prstDash val="solid"/>
              <a:miter lim="400000"/>
            </a:ln>
          </a:insideH>
          <a:insideV>
            <a:ln w="12700" cap="flat">
              <a:solidFill>
                <a:srgbClr val="C9C3BA"/>
              </a:solidFill>
              <a:prstDash val="solid"/>
              <a:miter lim="400000"/>
            </a:ln>
          </a:insideV>
        </a:tcBdr>
        <a:fill>
          <a:noFill/>
        </a:fill>
      </a:tcStyle>
    </a:wholeTbl>
    <a:band2H>
      <a:tcTxStyle/>
      <a:tcStyle>
        <a:tcBdr/>
        <a:fill>
          <a:solidFill>
            <a:srgbClr val="C9C3BA">
              <a:alpha val="50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6635F"/>
          </a:solid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solidFill>
                <a:srgbClr val="000000"/>
              </a:solidFill>
              <a:prstDash val="solid"/>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solidFill>
            <a:srgbClr val="89847F"/>
          </a:solidFill>
        </a:fill>
      </a:tcStyle>
    </a:firstRow>
  </a:tblStyle>
  <a:tblStyle styleId="{2708684C-4D16-4618-839F-0558EEFCDFE6}" styleName="">
    <a:tblBg/>
    <a:wholeTbl>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solidFill>
                <a:srgbClr val="89847F"/>
              </a:solidFill>
              <a:custDash>
                <a:ds d="200000" sp="200000"/>
              </a:custDash>
              <a:miter lim="400000"/>
            </a:ln>
          </a:top>
          <a:bottom>
            <a:ln w="12700" cap="flat">
              <a:solidFill>
                <a:srgbClr val="89847F"/>
              </a:solidFill>
              <a:custDash>
                <a:ds d="200000" sp="200000"/>
              </a:custDash>
              <a:miter lim="400000"/>
            </a:ln>
          </a:bottom>
          <a:insideH>
            <a:ln w="12700" cap="flat">
              <a:solidFill>
                <a:srgbClr val="89847F"/>
              </a:solidFill>
              <a:custDash>
                <a:ds d="200000" sp="200000"/>
              </a:custDash>
              <a:miter lim="400000"/>
            </a:ln>
          </a:insideH>
          <a:insideV>
            <a:ln w="12700" cap="flat">
              <a:noFill/>
              <a:miter lim="400000"/>
            </a:ln>
          </a:insideV>
        </a:tcBdr>
        <a:fill>
          <a:noFill/>
        </a:fill>
      </a:tcStyle>
    </a:wholeTbl>
    <a:band2H>
      <a:tcTxStyle/>
      <a:tcStyle>
        <a:tcBdr/>
        <a:fill>
          <a:solidFill>
            <a:srgbClr val="C9C3BA">
              <a:alpha val="35000"/>
            </a:srgbClr>
          </a:solidFill>
        </a:fill>
      </a:tcStyle>
    </a:band2H>
    <a:firstCol>
      <a:tcTxStyle b="off" i="off">
        <a:font>
          <a:latin typeface="Palatino"/>
          <a:ea typeface="Palatino"/>
          <a:cs typeface="Palatino"/>
        </a:font>
        <a:srgbClr val="414141"/>
      </a:tcTxStyle>
      <a:tcStyle>
        <a:tcBdr>
          <a:left>
            <a:ln w="12700" cap="flat">
              <a:noFill/>
              <a:miter lim="400000"/>
            </a:ln>
          </a:left>
          <a:right>
            <a:ln w="25400" cap="flat">
              <a:solidFill>
                <a:srgbClr val="000000"/>
              </a:solidFill>
              <a:prstDash val="solid"/>
              <a:miter lim="400000"/>
            </a:ln>
          </a:right>
          <a:top>
            <a:ln w="12700" cap="flat">
              <a:solidFill>
                <a:srgbClr val="89847F"/>
              </a:solidFill>
              <a:custDash>
                <a:ds d="200000" sp="200000"/>
              </a:custDash>
              <a:miter lim="400000"/>
            </a:ln>
          </a:top>
          <a:bottom>
            <a:ln w="12700" cap="flat">
              <a:solidFill>
                <a:srgbClr val="89847F"/>
              </a:solidFill>
              <a:custDash>
                <a:ds d="200000" sp="200000"/>
              </a:custDash>
              <a:miter lim="400000"/>
            </a:ln>
          </a:bottom>
          <a:insideH>
            <a:ln w="12700" cap="flat">
              <a:solidFill>
                <a:srgbClr val="89847F"/>
              </a:solidFill>
              <a:custDash>
                <a:ds d="200000" sp="200000"/>
              </a:custDash>
              <a:miter lim="400000"/>
            </a:ln>
          </a:insideH>
          <a:insideV>
            <a:ln w="12700" cap="flat">
              <a:noFill/>
              <a:miter lim="400000"/>
            </a:ln>
          </a:insideV>
        </a:tcBdr>
        <a:fill>
          <a:no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25400" cap="flat">
              <a:solidFill>
                <a:srgbClr val="000000"/>
              </a:solidFill>
              <a:prstDash val="solid"/>
              <a:miter lim="400000"/>
            </a:ln>
          </a:top>
          <a:bottom>
            <a:ln w="12700" cap="flat">
              <a:noFill/>
              <a:miter lim="400000"/>
            </a:ln>
          </a:bottom>
          <a:insideH>
            <a:ln w="12700" cap="flat">
              <a:solidFill>
                <a:srgbClr val="89847F"/>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noFill/>
              <a:miter lim="400000"/>
            </a:ln>
          </a:top>
          <a:bottom>
            <a:ln w="25400" cap="flat">
              <a:solidFill>
                <a:srgbClr val="000000"/>
              </a:solidFill>
              <a:prstDash val="solid"/>
              <a:miter lim="400000"/>
            </a:ln>
          </a:bottom>
          <a:insideH>
            <a:ln w="12700" cap="flat">
              <a:solidFill>
                <a:srgbClr val="89847F"/>
              </a:solidFill>
              <a:prstDash val="solid"/>
              <a:miter lim="400000"/>
            </a:ln>
          </a:insideH>
          <a:insideV>
            <a:ln w="12700" cap="flat">
              <a:noFill/>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3842" autoAdjust="0"/>
  </p:normalViewPr>
  <p:slideViewPr>
    <p:cSldViewPr snapToGrid="0" snapToObjects="1">
      <p:cViewPr varScale="1">
        <p:scale>
          <a:sx n="49" d="100"/>
          <a:sy n="49" d="100"/>
        </p:scale>
        <p:origin x="139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1" name="Shape 141"/>
          <p:cNvSpPr>
            <a:spLocks noGrp="1" noRot="1" noChangeAspect="1"/>
          </p:cNvSpPr>
          <p:nvPr>
            <p:ph type="sldImg"/>
          </p:nvPr>
        </p:nvSpPr>
        <p:spPr>
          <a:xfrm>
            <a:off x="1143000" y="685800"/>
            <a:ext cx="4572000" cy="3429000"/>
          </a:xfrm>
          <a:prstGeom prst="rect">
            <a:avLst/>
          </a:prstGeom>
        </p:spPr>
        <p:txBody>
          <a:bodyPr/>
          <a:lstStyle/>
          <a:p>
            <a:endParaRPr/>
          </a:p>
        </p:txBody>
      </p:sp>
      <p:sp>
        <p:nvSpPr>
          <p:cNvPr id="142" name="Shape 142"/>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828720240"/>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Shape 157"/>
          <p:cNvSpPr>
            <a:spLocks noGrp="1" noRot="1" noChangeAspect="1"/>
          </p:cNvSpPr>
          <p:nvPr>
            <p:ph type="sldImg"/>
          </p:nvPr>
        </p:nvSpPr>
        <p:spPr>
          <a:prstGeom prst="rect">
            <a:avLst/>
          </a:prstGeom>
        </p:spPr>
        <p:txBody>
          <a:bodyPr/>
          <a:lstStyle/>
          <a:p>
            <a:endParaRPr/>
          </a:p>
        </p:txBody>
      </p:sp>
      <p:sp>
        <p:nvSpPr>
          <p:cNvPr id="158" name="Shape 158"/>
          <p:cNvSpPr>
            <a:spLocks noGrp="1"/>
          </p:cNvSpPr>
          <p:nvPr>
            <p:ph type="body" sz="quarter" idx="1"/>
          </p:nvPr>
        </p:nvSpPr>
        <p:spPr>
          <a:prstGeom prst="rect">
            <a:avLst/>
          </a:prstGeom>
        </p:spPr>
        <p:txBody>
          <a:bodyPr/>
          <a:lstStyle/>
          <a:p>
            <a:r>
              <a:t>L'utilisateur utilise des applications —&gt; chaque application consomme des ressources (memoire, pros), comment cette application peut accéder aux ressources —&gt; OS s’en charge!!</a:t>
            </a:r>
          </a:p>
        </p:txBody>
      </p:sp>
    </p:spTree>
    <p:extLst>
      <p:ext uri="{BB962C8B-B14F-4D97-AF65-F5344CB8AC3E}">
        <p14:creationId xmlns:p14="http://schemas.microsoft.com/office/powerpoint/2010/main" val="225195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Shape 174"/>
          <p:cNvSpPr>
            <a:spLocks noGrp="1" noRot="1" noChangeAspect="1"/>
          </p:cNvSpPr>
          <p:nvPr>
            <p:ph type="sldImg"/>
          </p:nvPr>
        </p:nvSpPr>
        <p:spPr>
          <a:prstGeom prst="rect">
            <a:avLst/>
          </a:prstGeom>
        </p:spPr>
        <p:txBody>
          <a:bodyPr/>
          <a:lstStyle/>
          <a:p>
            <a:endParaRPr/>
          </a:p>
        </p:txBody>
      </p:sp>
      <p:sp>
        <p:nvSpPr>
          <p:cNvPr id="175" name="Shape 175"/>
          <p:cNvSpPr>
            <a:spLocks noGrp="1"/>
          </p:cNvSpPr>
          <p:nvPr>
            <p:ph type="body" sz="quarter" idx="1"/>
          </p:nvPr>
        </p:nvSpPr>
        <p:spPr>
          <a:prstGeom prst="rect">
            <a:avLst/>
          </a:prstGeom>
        </p:spPr>
        <p:txBody>
          <a:bodyPr/>
          <a:lstStyle/>
          <a:p>
            <a:r>
              <a:t>Chaque Os se comporte les composants suivante</a:t>
            </a:r>
          </a:p>
        </p:txBody>
      </p:sp>
    </p:spTree>
    <p:extLst>
      <p:ext uri="{BB962C8B-B14F-4D97-AF65-F5344CB8AC3E}">
        <p14:creationId xmlns:p14="http://schemas.microsoft.com/office/powerpoint/2010/main" val="1006493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Shape 185"/>
          <p:cNvSpPr>
            <a:spLocks noGrp="1" noRot="1" noChangeAspect="1"/>
          </p:cNvSpPr>
          <p:nvPr>
            <p:ph type="sldImg"/>
          </p:nvPr>
        </p:nvSpPr>
        <p:spPr>
          <a:prstGeom prst="rect">
            <a:avLst/>
          </a:prstGeom>
        </p:spPr>
        <p:txBody>
          <a:bodyPr/>
          <a:lstStyle/>
          <a:p>
            <a:endParaRPr/>
          </a:p>
        </p:txBody>
      </p:sp>
      <p:sp>
        <p:nvSpPr>
          <p:cNvPr id="186" name="Shape 186"/>
          <p:cNvSpPr>
            <a:spLocks noGrp="1"/>
          </p:cNvSpPr>
          <p:nvPr>
            <p:ph type="body" sz="quarter" idx="1"/>
          </p:nvPr>
        </p:nvSpPr>
        <p:spPr>
          <a:prstGeom prst="rect">
            <a:avLst/>
          </a:prstGeom>
        </p:spPr>
        <p:txBody>
          <a:bodyPr/>
          <a:lstStyle/>
          <a:p>
            <a:r>
              <a:t>L'ensemble de composant permet de définir l’architecture suivante d’un OS</a:t>
            </a:r>
          </a:p>
        </p:txBody>
      </p:sp>
    </p:spTree>
    <p:extLst>
      <p:ext uri="{BB962C8B-B14F-4D97-AF65-F5344CB8AC3E}">
        <p14:creationId xmlns:p14="http://schemas.microsoft.com/office/powerpoint/2010/main" val="3814772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Shape 198"/>
          <p:cNvSpPr>
            <a:spLocks noGrp="1" noRot="1" noChangeAspect="1"/>
          </p:cNvSpPr>
          <p:nvPr>
            <p:ph type="sldImg"/>
          </p:nvPr>
        </p:nvSpPr>
        <p:spPr>
          <a:prstGeom prst="rect">
            <a:avLst/>
          </a:prstGeom>
        </p:spPr>
        <p:txBody>
          <a:bodyPr/>
          <a:lstStyle/>
          <a:p>
            <a:endParaRPr/>
          </a:p>
        </p:txBody>
      </p:sp>
      <p:sp>
        <p:nvSpPr>
          <p:cNvPr id="199" name="Shape 199"/>
          <p:cNvSpPr>
            <a:spLocks noGrp="1"/>
          </p:cNvSpPr>
          <p:nvPr>
            <p:ph type="body" sz="quarter" idx="1"/>
          </p:nvPr>
        </p:nvSpPr>
        <p:spPr>
          <a:prstGeom prst="rect">
            <a:avLst/>
          </a:prstGeom>
        </p:spPr>
        <p:txBody>
          <a:bodyPr/>
          <a:lstStyle/>
          <a:p>
            <a:r>
              <a:t>Terminologies —&gt; on va essayer de relever les  nuances entre les termes.</a:t>
            </a:r>
          </a:p>
        </p:txBody>
      </p:sp>
    </p:spTree>
    <p:extLst>
      <p:ext uri="{BB962C8B-B14F-4D97-AF65-F5344CB8AC3E}">
        <p14:creationId xmlns:p14="http://schemas.microsoft.com/office/powerpoint/2010/main" val="3747714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Shape 203"/>
          <p:cNvSpPr>
            <a:spLocks noGrp="1" noRot="1" noChangeAspect="1"/>
          </p:cNvSpPr>
          <p:nvPr>
            <p:ph type="sldImg"/>
          </p:nvPr>
        </p:nvSpPr>
        <p:spPr>
          <a:prstGeom prst="rect">
            <a:avLst/>
          </a:prstGeom>
        </p:spPr>
        <p:txBody>
          <a:bodyPr/>
          <a:lstStyle/>
          <a:p>
            <a:endParaRPr/>
          </a:p>
        </p:txBody>
      </p:sp>
      <p:sp>
        <p:nvSpPr>
          <p:cNvPr id="204" name="Shape 204"/>
          <p:cNvSpPr>
            <a:spLocks noGrp="1"/>
          </p:cNvSpPr>
          <p:nvPr>
            <p:ph type="body" sz="quarter" idx="1"/>
          </p:nvPr>
        </p:nvSpPr>
        <p:spPr>
          <a:prstGeom prst="rect">
            <a:avLst/>
          </a:prstGeom>
        </p:spPr>
        <p:txBody>
          <a:bodyPr/>
          <a:lstStyle/>
          <a:p>
            <a:r>
              <a:t>Les logiciels propriétaires sont les logiciels dont une licence, souvent payante, ne donne qu'un droit limité d'utilisation. On n'a la plupart du temps accès qu'aux binaires de ces logiciels. </a:t>
            </a:r>
          </a:p>
        </p:txBody>
      </p:sp>
    </p:spTree>
    <p:extLst>
      <p:ext uri="{BB962C8B-B14F-4D97-AF65-F5344CB8AC3E}">
        <p14:creationId xmlns:p14="http://schemas.microsoft.com/office/powerpoint/2010/main" val="678100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Shape 208"/>
          <p:cNvSpPr>
            <a:spLocks noGrp="1" noRot="1" noChangeAspect="1"/>
          </p:cNvSpPr>
          <p:nvPr>
            <p:ph type="sldImg"/>
          </p:nvPr>
        </p:nvSpPr>
        <p:spPr>
          <a:prstGeom prst="rect">
            <a:avLst/>
          </a:prstGeom>
        </p:spPr>
        <p:txBody>
          <a:bodyPr/>
          <a:lstStyle/>
          <a:p>
            <a:endParaRPr/>
          </a:p>
        </p:txBody>
      </p:sp>
      <p:sp>
        <p:nvSpPr>
          <p:cNvPr id="209" name="Shape 209"/>
          <p:cNvSpPr>
            <a:spLocks noGrp="1"/>
          </p:cNvSpPr>
          <p:nvPr>
            <p:ph type="body" sz="quarter" idx="1"/>
          </p:nvPr>
        </p:nvSpPr>
        <p:spPr>
          <a:prstGeom prst="rect">
            <a:avLst/>
          </a:prstGeom>
        </p:spPr>
        <p:txBody>
          <a:bodyPr/>
          <a:lstStyle/>
          <a:p>
            <a:r>
              <a:t>La norme POSIX est une famille de standards définie depuis 1988 par l'Institute of Electrical and Electronics Engineers (IEEE) formellement désignée par IEEE 1003, afin d’assurer la portabilité des logiciels. Ce standard avait joué un grand rôle pour appuyer le développement des système UNIX.</a:t>
            </a:r>
          </a:p>
          <a:p>
            <a:r>
              <a:t>Les quatre premières lettres forment l’acronyme de Portable Operating System Interface, et le X exprime l'héritage UNIX de l'Interface de programmation.</a:t>
            </a:r>
          </a:p>
        </p:txBody>
      </p:sp>
    </p:spTree>
    <p:extLst>
      <p:ext uri="{BB962C8B-B14F-4D97-AF65-F5344CB8AC3E}">
        <p14:creationId xmlns:p14="http://schemas.microsoft.com/office/powerpoint/2010/main" val="3170399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Shape 219"/>
          <p:cNvSpPr>
            <a:spLocks noGrp="1" noRot="1" noChangeAspect="1"/>
          </p:cNvSpPr>
          <p:nvPr>
            <p:ph type="sldImg"/>
          </p:nvPr>
        </p:nvSpPr>
        <p:spPr>
          <a:prstGeom prst="rect">
            <a:avLst/>
          </a:prstGeom>
        </p:spPr>
        <p:txBody>
          <a:bodyPr/>
          <a:lstStyle/>
          <a:p>
            <a:endParaRPr/>
          </a:p>
        </p:txBody>
      </p:sp>
      <p:sp>
        <p:nvSpPr>
          <p:cNvPr id="220" name="Shape 220"/>
          <p:cNvSpPr>
            <a:spLocks noGrp="1"/>
          </p:cNvSpPr>
          <p:nvPr>
            <p:ph type="body" sz="quarter" idx="1"/>
          </p:nvPr>
        </p:nvSpPr>
        <p:spPr>
          <a:prstGeom prst="rect">
            <a:avLst/>
          </a:prstGeom>
        </p:spPr>
        <p:txBody>
          <a:bodyPr/>
          <a:lstStyle/>
          <a:p>
            <a:r>
              <a:rPr dirty="0" err="1"/>
              <a:t>Système</a:t>
            </a:r>
            <a:r>
              <a:rPr dirty="0"/>
              <a:t> </a:t>
            </a:r>
            <a:r>
              <a:rPr dirty="0" err="1"/>
              <a:t>Multitâches</a:t>
            </a:r>
            <a:endParaRPr dirty="0"/>
          </a:p>
          <a:p>
            <a:r>
              <a:rPr dirty="0" err="1"/>
              <a:t>C’est</a:t>
            </a:r>
            <a:r>
              <a:rPr dirty="0"/>
              <a:t> un </a:t>
            </a:r>
            <a:r>
              <a:rPr dirty="0" err="1"/>
              <a:t>système</a:t>
            </a:r>
            <a:r>
              <a:rPr dirty="0"/>
              <a:t> qui ne </a:t>
            </a:r>
            <a:r>
              <a:rPr dirty="0" err="1"/>
              <a:t>permet</a:t>
            </a:r>
            <a:r>
              <a:rPr dirty="0"/>
              <a:t> </a:t>
            </a:r>
            <a:r>
              <a:rPr dirty="0" err="1"/>
              <a:t>d’avoir</a:t>
            </a:r>
            <a:r>
              <a:rPr dirty="0"/>
              <a:t> </a:t>
            </a:r>
            <a:r>
              <a:rPr dirty="0" err="1"/>
              <a:t>plusieurs</a:t>
            </a:r>
            <a:r>
              <a:rPr dirty="0"/>
              <a:t> </a:t>
            </a:r>
            <a:r>
              <a:rPr dirty="0" err="1"/>
              <a:t>tâches</a:t>
            </a:r>
            <a:r>
              <a:rPr dirty="0"/>
              <a:t> </a:t>
            </a:r>
            <a:r>
              <a:rPr dirty="0" err="1"/>
              <a:t>présentes</a:t>
            </a:r>
            <a:r>
              <a:rPr dirty="0"/>
              <a:t> et </a:t>
            </a:r>
            <a:r>
              <a:rPr dirty="0" err="1"/>
              <a:t>simultanément</a:t>
            </a:r>
            <a:r>
              <a:rPr dirty="0"/>
              <a:t> active à un moment </a:t>
            </a:r>
            <a:r>
              <a:rPr dirty="0" err="1"/>
              <a:t>donne</a:t>
            </a:r>
            <a:r>
              <a:rPr dirty="0"/>
              <a:t>́ dans la MC. </a:t>
            </a:r>
            <a:r>
              <a:rPr dirty="0" err="1"/>
              <a:t>Ces</a:t>
            </a:r>
            <a:r>
              <a:rPr dirty="0"/>
              <a:t> </a:t>
            </a:r>
            <a:r>
              <a:rPr dirty="0" err="1"/>
              <a:t>tâches</a:t>
            </a:r>
            <a:r>
              <a:rPr dirty="0"/>
              <a:t> </a:t>
            </a:r>
            <a:r>
              <a:rPr dirty="0" err="1"/>
              <a:t>sont</a:t>
            </a:r>
            <a:r>
              <a:rPr dirty="0"/>
              <a:t> </a:t>
            </a:r>
            <a:r>
              <a:rPr dirty="0" err="1"/>
              <a:t>totalement</a:t>
            </a:r>
            <a:r>
              <a:rPr dirty="0"/>
              <a:t> </a:t>
            </a:r>
            <a:r>
              <a:rPr dirty="0" err="1"/>
              <a:t>indépendantes</a:t>
            </a:r>
            <a:r>
              <a:rPr dirty="0"/>
              <a:t> les </a:t>
            </a:r>
            <a:r>
              <a:rPr dirty="0" err="1"/>
              <a:t>unes</a:t>
            </a:r>
            <a:r>
              <a:rPr dirty="0"/>
              <a:t> des </a:t>
            </a:r>
            <a:r>
              <a:rPr dirty="0" err="1"/>
              <a:t>autres</a:t>
            </a:r>
            <a:r>
              <a:rPr dirty="0"/>
              <a:t>,</a:t>
            </a:r>
          </a:p>
          <a:p>
            <a:r>
              <a:rPr dirty="0"/>
              <a:t>Le SE </a:t>
            </a:r>
            <a:r>
              <a:rPr dirty="0" err="1"/>
              <a:t>permet</a:t>
            </a:r>
            <a:r>
              <a:rPr dirty="0"/>
              <a:t> de </a:t>
            </a:r>
            <a:r>
              <a:rPr dirty="0" err="1"/>
              <a:t>partager</a:t>
            </a:r>
            <a:r>
              <a:rPr dirty="0"/>
              <a:t> le temps du </a:t>
            </a:r>
            <a:r>
              <a:rPr dirty="0" err="1"/>
              <a:t>processus</a:t>
            </a:r>
            <a:r>
              <a:rPr dirty="0"/>
              <a:t> entre </a:t>
            </a:r>
            <a:r>
              <a:rPr dirty="0" err="1"/>
              <a:t>plusieurs</a:t>
            </a:r>
            <a:r>
              <a:rPr dirty="0"/>
              <a:t> </a:t>
            </a:r>
            <a:r>
              <a:rPr dirty="0" err="1"/>
              <a:t>programmes</a:t>
            </a:r>
            <a:r>
              <a:rPr dirty="0"/>
              <a:t> qui </a:t>
            </a:r>
            <a:r>
              <a:rPr dirty="0" err="1"/>
              <a:t>semblent</a:t>
            </a:r>
            <a:r>
              <a:rPr dirty="0"/>
              <a:t> </a:t>
            </a:r>
            <a:r>
              <a:rPr dirty="0" err="1"/>
              <a:t>s’exécuter</a:t>
            </a:r>
            <a:r>
              <a:rPr dirty="0"/>
              <a:t> </a:t>
            </a:r>
            <a:r>
              <a:rPr dirty="0" err="1"/>
              <a:t>simultanément</a:t>
            </a:r>
            <a:r>
              <a:rPr dirty="0"/>
              <a:t>,</a:t>
            </a:r>
          </a:p>
        </p:txBody>
      </p:sp>
    </p:spTree>
    <p:extLst>
      <p:ext uri="{BB962C8B-B14F-4D97-AF65-F5344CB8AC3E}">
        <p14:creationId xmlns:p14="http://schemas.microsoft.com/office/powerpoint/2010/main" val="1528190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Shape 268"/>
          <p:cNvSpPr>
            <a:spLocks noGrp="1" noRot="1" noChangeAspect="1"/>
          </p:cNvSpPr>
          <p:nvPr>
            <p:ph type="sldImg"/>
          </p:nvPr>
        </p:nvSpPr>
        <p:spPr>
          <a:prstGeom prst="rect">
            <a:avLst/>
          </a:prstGeom>
        </p:spPr>
        <p:txBody>
          <a:bodyPr/>
          <a:lstStyle/>
          <a:p>
            <a:endParaRPr/>
          </a:p>
        </p:txBody>
      </p:sp>
      <p:sp>
        <p:nvSpPr>
          <p:cNvPr id="269" name="Shape 269"/>
          <p:cNvSpPr>
            <a:spLocks noGrp="1"/>
          </p:cNvSpPr>
          <p:nvPr>
            <p:ph type="body" sz="quarter" idx="1"/>
          </p:nvPr>
        </p:nvSpPr>
        <p:spPr>
          <a:prstGeom prst="rect">
            <a:avLst/>
          </a:prstGeom>
        </p:spPr>
        <p:txBody>
          <a:bodyPr/>
          <a:lstStyle/>
          <a:p>
            <a:r>
              <a:rPr dirty="0" err="1"/>
              <a:t>une</a:t>
            </a:r>
            <a:r>
              <a:rPr dirty="0"/>
              <a:t> </a:t>
            </a:r>
            <a:r>
              <a:rPr dirty="0" err="1"/>
              <a:t>mémoire</a:t>
            </a:r>
            <a:r>
              <a:rPr dirty="0"/>
              <a:t> flash == plateau </a:t>
            </a:r>
          </a:p>
          <a:p>
            <a:r>
              <a:rPr dirty="0"/>
              <a:t>des pages, Les pages </a:t>
            </a:r>
            <a:r>
              <a:rPr dirty="0" err="1"/>
              <a:t>sont</a:t>
            </a:r>
            <a:r>
              <a:rPr dirty="0"/>
              <a:t> </a:t>
            </a:r>
            <a:r>
              <a:rPr dirty="0" err="1"/>
              <a:t>groupées</a:t>
            </a:r>
            <a:r>
              <a:rPr dirty="0"/>
              <a:t> sous </a:t>
            </a:r>
            <a:r>
              <a:rPr dirty="0" err="1"/>
              <a:t>forme</a:t>
            </a:r>
            <a:r>
              <a:rPr dirty="0"/>
              <a:t> de blocs (un bloc </a:t>
            </a:r>
            <a:r>
              <a:rPr dirty="0" err="1"/>
              <a:t>contient</a:t>
            </a:r>
            <a:r>
              <a:rPr dirty="0"/>
              <a:t> par </a:t>
            </a:r>
            <a:r>
              <a:rPr dirty="0" err="1"/>
              <a:t>exemple</a:t>
            </a:r>
            <a:r>
              <a:rPr dirty="0"/>
              <a:t> 512 pages).</a:t>
            </a:r>
          </a:p>
        </p:txBody>
      </p:sp>
    </p:spTree>
    <p:extLst>
      <p:ext uri="{BB962C8B-B14F-4D97-AF65-F5344CB8AC3E}">
        <p14:creationId xmlns:p14="http://schemas.microsoft.com/office/powerpoint/2010/main" val="2024769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re et sous-titre">
    <p:spTree>
      <p:nvGrpSpPr>
        <p:cNvPr id="1" name=""/>
        <p:cNvGrpSpPr/>
        <p:nvPr/>
      </p:nvGrpSpPr>
      <p:grpSpPr>
        <a:xfrm>
          <a:off x="0" y="0"/>
          <a:ext cx="0" cy="0"/>
          <a:chOff x="0" y="0"/>
          <a:chExt cx="0" cy="0"/>
        </a:xfrm>
      </p:grpSpPr>
      <p:sp>
        <p:nvSpPr>
          <p:cNvPr id="13" name="Ligne"/>
          <p:cNvSpPr/>
          <p:nvPr/>
        </p:nvSpPr>
        <p:spPr>
          <a:xfrm>
            <a:off x="508000" y="6591300"/>
            <a:ext cx="11999453"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14" name="Ligne"/>
          <p:cNvSpPr/>
          <p:nvPr/>
        </p:nvSpPr>
        <p:spPr>
          <a:xfrm>
            <a:off x="508000" y="4089400"/>
            <a:ext cx="12000019"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15" name="Ligne"/>
          <p:cNvSpPr/>
          <p:nvPr/>
        </p:nvSpPr>
        <p:spPr>
          <a:xfrm flipV="1">
            <a:off x="7994302" y="4526255"/>
            <a:ext cx="1" cy="1642759"/>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16" name="Lorem Ipsum Dolor"/>
          <p:cNvSpPr txBox="1">
            <a:spLocks noGrp="1"/>
          </p:cNvSpPr>
          <p:nvPr>
            <p:ph type="body" sz="quarter" idx="21"/>
          </p:nvPr>
        </p:nvSpPr>
        <p:spPr>
          <a:xfrm>
            <a:off x="508000" y="3505200"/>
            <a:ext cx="7200900" cy="508000"/>
          </a:xfrm>
          <a:prstGeom prst="rect">
            <a:avLst/>
          </a:prstGeom>
        </p:spPr>
        <p:txBody>
          <a:bodyPr>
            <a:spAutoFit/>
          </a:bodyPr>
          <a:lstStyle>
            <a:lvl1pPr marL="0" indent="0">
              <a:lnSpc>
                <a:spcPct val="110000"/>
              </a:lnSpc>
              <a:spcBef>
                <a:spcPts val="0"/>
              </a:spcBef>
              <a:buClrTx/>
              <a:buSzTx/>
              <a:buFontTx/>
              <a:buNone/>
              <a:defRPr sz="2400" i="1"/>
            </a:lvl1pPr>
          </a:lstStyle>
          <a:p>
            <a:r>
              <a:t>Lorem Ipsum Dolor</a:t>
            </a:r>
          </a:p>
        </p:txBody>
      </p:sp>
      <p:sp>
        <p:nvSpPr>
          <p:cNvPr id="17" name="Texte du titre"/>
          <p:cNvSpPr txBox="1">
            <a:spLocks noGrp="1"/>
          </p:cNvSpPr>
          <p:nvPr>
            <p:ph type="title"/>
          </p:nvPr>
        </p:nvSpPr>
        <p:spPr>
          <a:xfrm>
            <a:off x="508000" y="4140200"/>
            <a:ext cx="7200900" cy="2413000"/>
          </a:xfrm>
          <a:prstGeom prst="rect">
            <a:avLst/>
          </a:prstGeom>
        </p:spPr>
        <p:txBody>
          <a:bodyPr/>
          <a:lstStyle>
            <a:lvl1pPr algn="l"/>
          </a:lstStyle>
          <a:p>
            <a:r>
              <a:t>Texte du titre</a:t>
            </a:r>
          </a:p>
        </p:txBody>
      </p:sp>
      <p:sp>
        <p:nvSpPr>
          <p:cNvPr id="18" name="Texte niveau 1…"/>
          <p:cNvSpPr txBox="1">
            <a:spLocks noGrp="1"/>
          </p:cNvSpPr>
          <p:nvPr>
            <p:ph type="body" sz="quarter" idx="1"/>
          </p:nvPr>
        </p:nvSpPr>
        <p:spPr>
          <a:xfrm>
            <a:off x="8280400" y="4140200"/>
            <a:ext cx="4241800" cy="2413000"/>
          </a:xfrm>
          <a:prstGeom prst="rect">
            <a:avLst/>
          </a:prstGeom>
        </p:spPr>
        <p:txBody>
          <a:bodyPr/>
          <a:lstStyle>
            <a:lvl1pPr marL="0" indent="0">
              <a:spcBef>
                <a:spcPts val="0"/>
              </a:spcBef>
              <a:buClrTx/>
              <a:buSzTx/>
              <a:buFontTx/>
              <a:buNone/>
              <a:defRPr sz="2400"/>
            </a:lvl1pPr>
            <a:lvl2pPr marL="0" indent="228600">
              <a:spcBef>
                <a:spcPts val="0"/>
              </a:spcBef>
              <a:buClrTx/>
              <a:buSzTx/>
              <a:buFontTx/>
              <a:buNone/>
              <a:defRPr sz="2400"/>
            </a:lvl2pPr>
            <a:lvl3pPr marL="0" indent="457200">
              <a:spcBef>
                <a:spcPts val="0"/>
              </a:spcBef>
              <a:buClrTx/>
              <a:buSzTx/>
              <a:buFontTx/>
              <a:buNone/>
              <a:defRPr sz="2400"/>
            </a:lvl3pPr>
            <a:lvl4pPr marL="0" indent="685800">
              <a:spcBef>
                <a:spcPts val="0"/>
              </a:spcBef>
              <a:buClrTx/>
              <a:buSzTx/>
              <a:buFontTx/>
              <a:buNone/>
              <a:defRPr sz="2400"/>
            </a:lvl4pPr>
            <a:lvl5pPr marL="0" indent="914400">
              <a:spcBef>
                <a:spcPts val="0"/>
              </a:spcBef>
              <a:buClrTx/>
              <a:buSzTx/>
              <a:buFontTx/>
              <a:buNone/>
              <a:defRPr sz="2400"/>
            </a:lvl5pPr>
          </a:lstStyle>
          <a:p>
            <a:r>
              <a:t>Texte niveau 1</a:t>
            </a:r>
          </a:p>
          <a:p>
            <a:pPr lvl="1"/>
            <a:r>
              <a:t>Texte niveau 2</a:t>
            </a:r>
          </a:p>
          <a:p>
            <a:pPr lvl="2"/>
            <a:r>
              <a:t>Texte niveau 3</a:t>
            </a:r>
          </a:p>
          <a:p>
            <a:pPr lvl="3"/>
            <a:r>
              <a:t>Texte niveau 4</a:t>
            </a:r>
          </a:p>
          <a:p>
            <a:pPr lvl="4"/>
            <a:r>
              <a:t>Texte niveau 5</a:t>
            </a:r>
          </a:p>
        </p:txBody>
      </p:sp>
      <p:sp>
        <p:nvSpPr>
          <p:cNvPr id="19"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Photo - Horizontale">
    <p:spTree>
      <p:nvGrpSpPr>
        <p:cNvPr id="1" name=""/>
        <p:cNvGrpSpPr/>
        <p:nvPr/>
      </p:nvGrpSpPr>
      <p:grpSpPr>
        <a:xfrm>
          <a:off x="0" y="0"/>
          <a:ext cx="0" cy="0"/>
          <a:chOff x="0" y="0"/>
          <a:chExt cx="0" cy="0"/>
        </a:xfrm>
      </p:grpSpPr>
      <p:sp>
        <p:nvSpPr>
          <p:cNvPr id="26" name="Ligne"/>
          <p:cNvSpPr/>
          <p:nvPr/>
        </p:nvSpPr>
        <p:spPr>
          <a:xfrm flipV="1">
            <a:off x="7994302" y="7053555"/>
            <a:ext cx="1" cy="1642759"/>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27" name="Ligne"/>
          <p:cNvSpPr/>
          <p:nvPr/>
        </p:nvSpPr>
        <p:spPr>
          <a:xfrm>
            <a:off x="508000" y="9131300"/>
            <a:ext cx="11999453"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28" name="Ligne"/>
          <p:cNvSpPr/>
          <p:nvPr/>
        </p:nvSpPr>
        <p:spPr>
          <a:xfrm>
            <a:off x="508000" y="6629400"/>
            <a:ext cx="12000019"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29" name="Ligne"/>
          <p:cNvSpPr/>
          <p:nvPr/>
        </p:nvSpPr>
        <p:spPr>
          <a:xfrm flipV="1">
            <a:off x="7994302" y="7053555"/>
            <a:ext cx="1" cy="1642759"/>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30" name="Lorem Ipsum Dolor"/>
          <p:cNvSpPr txBox="1">
            <a:spLocks noGrp="1"/>
          </p:cNvSpPr>
          <p:nvPr>
            <p:ph type="body" sz="quarter" idx="21"/>
          </p:nvPr>
        </p:nvSpPr>
        <p:spPr>
          <a:xfrm>
            <a:off x="508000" y="6096000"/>
            <a:ext cx="7200900" cy="508000"/>
          </a:xfrm>
          <a:prstGeom prst="rect">
            <a:avLst/>
          </a:prstGeom>
        </p:spPr>
        <p:txBody>
          <a:bodyPr>
            <a:spAutoFit/>
          </a:bodyPr>
          <a:lstStyle>
            <a:lvl1pPr marL="0" indent="0">
              <a:lnSpc>
                <a:spcPct val="110000"/>
              </a:lnSpc>
              <a:spcBef>
                <a:spcPts val="0"/>
              </a:spcBef>
              <a:buClrTx/>
              <a:buSzTx/>
              <a:buFontTx/>
              <a:buNone/>
              <a:defRPr sz="2400" i="1"/>
            </a:lvl1pPr>
          </a:lstStyle>
          <a:p>
            <a:r>
              <a:t>Lorem Ipsum Dolor</a:t>
            </a:r>
          </a:p>
        </p:txBody>
      </p:sp>
      <p:sp>
        <p:nvSpPr>
          <p:cNvPr id="31" name="Image"/>
          <p:cNvSpPr>
            <a:spLocks noGrp="1"/>
          </p:cNvSpPr>
          <p:nvPr>
            <p:ph type="pic" idx="22"/>
          </p:nvPr>
        </p:nvSpPr>
        <p:spPr>
          <a:xfrm>
            <a:off x="584200" y="558800"/>
            <a:ext cx="11823700" cy="7086600"/>
          </a:xfrm>
          <a:prstGeom prst="rect">
            <a:avLst/>
          </a:prstGeom>
          <a:ln w="9525">
            <a:round/>
          </a:ln>
        </p:spPr>
        <p:txBody>
          <a:bodyPr lIns="91439" tIns="45719" rIns="91439" bIns="45719" anchor="t">
            <a:noAutofit/>
          </a:bodyPr>
          <a:lstStyle/>
          <a:p>
            <a:endParaRPr/>
          </a:p>
        </p:txBody>
      </p:sp>
      <p:sp>
        <p:nvSpPr>
          <p:cNvPr id="32" name="Texte du titre"/>
          <p:cNvSpPr txBox="1">
            <a:spLocks noGrp="1"/>
          </p:cNvSpPr>
          <p:nvPr>
            <p:ph type="title"/>
          </p:nvPr>
        </p:nvSpPr>
        <p:spPr>
          <a:xfrm>
            <a:off x="508000" y="6680200"/>
            <a:ext cx="7200900" cy="2413000"/>
          </a:xfrm>
          <a:prstGeom prst="rect">
            <a:avLst/>
          </a:prstGeom>
        </p:spPr>
        <p:txBody>
          <a:bodyPr/>
          <a:lstStyle>
            <a:lvl1pPr algn="l"/>
          </a:lstStyle>
          <a:p>
            <a:r>
              <a:t>Texte du titre</a:t>
            </a:r>
          </a:p>
        </p:txBody>
      </p:sp>
      <p:sp>
        <p:nvSpPr>
          <p:cNvPr id="33" name="Texte niveau 1…"/>
          <p:cNvSpPr txBox="1">
            <a:spLocks noGrp="1"/>
          </p:cNvSpPr>
          <p:nvPr>
            <p:ph type="body" sz="quarter" idx="1"/>
          </p:nvPr>
        </p:nvSpPr>
        <p:spPr>
          <a:xfrm>
            <a:off x="8280400" y="6680200"/>
            <a:ext cx="4241800" cy="2413000"/>
          </a:xfrm>
          <a:prstGeom prst="rect">
            <a:avLst/>
          </a:prstGeom>
        </p:spPr>
        <p:txBody>
          <a:bodyPr/>
          <a:lstStyle>
            <a:lvl1pPr marL="0" indent="0">
              <a:spcBef>
                <a:spcPts val="0"/>
              </a:spcBef>
              <a:buClrTx/>
              <a:buSzTx/>
              <a:buFontTx/>
              <a:buNone/>
              <a:defRPr sz="2400"/>
            </a:lvl1pPr>
            <a:lvl2pPr marL="0" indent="228600">
              <a:spcBef>
                <a:spcPts val="0"/>
              </a:spcBef>
              <a:buClrTx/>
              <a:buSzTx/>
              <a:buFontTx/>
              <a:buNone/>
              <a:defRPr sz="2400"/>
            </a:lvl2pPr>
            <a:lvl3pPr marL="0" indent="457200">
              <a:spcBef>
                <a:spcPts val="0"/>
              </a:spcBef>
              <a:buClrTx/>
              <a:buSzTx/>
              <a:buFontTx/>
              <a:buNone/>
              <a:defRPr sz="2400"/>
            </a:lvl3pPr>
            <a:lvl4pPr marL="0" indent="685800">
              <a:spcBef>
                <a:spcPts val="0"/>
              </a:spcBef>
              <a:buClrTx/>
              <a:buSzTx/>
              <a:buFontTx/>
              <a:buNone/>
              <a:defRPr sz="2400"/>
            </a:lvl4pPr>
            <a:lvl5pPr marL="0" indent="914400">
              <a:spcBef>
                <a:spcPts val="0"/>
              </a:spcBef>
              <a:buClrTx/>
              <a:buSzTx/>
              <a:buFontTx/>
              <a:buNone/>
              <a:defRPr sz="2400"/>
            </a:lvl5pPr>
          </a:lstStyle>
          <a:p>
            <a:r>
              <a:t>Texte niveau 1</a:t>
            </a:r>
          </a:p>
          <a:p>
            <a:pPr lvl="1"/>
            <a:r>
              <a:t>Texte niveau 2</a:t>
            </a:r>
          </a:p>
          <a:p>
            <a:pPr lvl="2"/>
            <a:r>
              <a:t>Texte niveau 3</a:t>
            </a:r>
          </a:p>
          <a:p>
            <a:pPr lvl="3"/>
            <a:r>
              <a:t>Texte niveau 4</a:t>
            </a:r>
          </a:p>
          <a:p>
            <a:pPr lvl="4"/>
            <a:r>
              <a:t>Texte niveau 5</a:t>
            </a:r>
          </a:p>
        </p:txBody>
      </p:sp>
      <p:sp>
        <p:nvSpPr>
          <p:cNvPr id="34"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re - Centré">
    <p:spTree>
      <p:nvGrpSpPr>
        <p:cNvPr id="1" name=""/>
        <p:cNvGrpSpPr/>
        <p:nvPr/>
      </p:nvGrpSpPr>
      <p:grpSpPr>
        <a:xfrm>
          <a:off x="0" y="0"/>
          <a:ext cx="0" cy="0"/>
          <a:chOff x="0" y="0"/>
          <a:chExt cx="0" cy="0"/>
        </a:xfrm>
      </p:grpSpPr>
      <p:sp>
        <p:nvSpPr>
          <p:cNvPr id="41" name="Texte du titre"/>
          <p:cNvSpPr txBox="1">
            <a:spLocks noGrp="1"/>
          </p:cNvSpPr>
          <p:nvPr>
            <p:ph type="title"/>
          </p:nvPr>
        </p:nvSpPr>
        <p:spPr>
          <a:xfrm>
            <a:off x="508000" y="3670300"/>
            <a:ext cx="11988800" cy="2413000"/>
          </a:xfrm>
          <a:prstGeom prst="rect">
            <a:avLst/>
          </a:prstGeom>
        </p:spPr>
        <p:txBody>
          <a:bodyPr/>
          <a:lstStyle/>
          <a:p>
            <a:r>
              <a:t>Texte du titre</a:t>
            </a:r>
          </a:p>
        </p:txBody>
      </p:sp>
      <p:sp>
        <p:nvSpPr>
          <p:cNvPr id="42"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Photo - Verticale">
    <p:spTree>
      <p:nvGrpSpPr>
        <p:cNvPr id="1" name=""/>
        <p:cNvGrpSpPr/>
        <p:nvPr/>
      </p:nvGrpSpPr>
      <p:grpSpPr>
        <a:xfrm>
          <a:off x="0" y="0"/>
          <a:ext cx="0" cy="0"/>
          <a:chOff x="0" y="0"/>
          <a:chExt cx="0" cy="0"/>
        </a:xfrm>
      </p:grpSpPr>
      <p:sp>
        <p:nvSpPr>
          <p:cNvPr id="49" name="Ligne"/>
          <p:cNvSpPr/>
          <p:nvPr/>
        </p:nvSpPr>
        <p:spPr>
          <a:xfrm>
            <a:off x="508000" y="4876800"/>
            <a:ext cx="5676374"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50" name="Ligne"/>
          <p:cNvSpPr/>
          <p:nvPr/>
        </p:nvSpPr>
        <p:spPr>
          <a:xfrm>
            <a:off x="508000" y="2768600"/>
            <a:ext cx="5676316"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51" name="Lorem Ipsum Dolor"/>
          <p:cNvSpPr txBox="1">
            <a:spLocks noGrp="1"/>
          </p:cNvSpPr>
          <p:nvPr>
            <p:ph type="body" sz="quarter" idx="21"/>
          </p:nvPr>
        </p:nvSpPr>
        <p:spPr>
          <a:xfrm>
            <a:off x="508000" y="2171700"/>
            <a:ext cx="5676900" cy="508000"/>
          </a:xfrm>
          <a:prstGeom prst="rect">
            <a:avLst/>
          </a:prstGeom>
        </p:spPr>
        <p:txBody>
          <a:bodyPr anchor="b">
            <a:spAutoFit/>
          </a:bodyPr>
          <a:lstStyle>
            <a:lvl1pPr marL="0" indent="0">
              <a:lnSpc>
                <a:spcPct val="110000"/>
              </a:lnSpc>
              <a:spcBef>
                <a:spcPts val="0"/>
              </a:spcBef>
              <a:buClrTx/>
              <a:buSzTx/>
              <a:buFontTx/>
              <a:buNone/>
              <a:defRPr sz="2400" i="1"/>
            </a:lvl1pPr>
          </a:lstStyle>
          <a:p>
            <a:r>
              <a:t>Lorem Ipsum Dolor</a:t>
            </a:r>
          </a:p>
        </p:txBody>
      </p:sp>
      <p:sp>
        <p:nvSpPr>
          <p:cNvPr id="52" name="Image"/>
          <p:cNvSpPr>
            <a:spLocks noGrp="1"/>
          </p:cNvSpPr>
          <p:nvPr>
            <p:ph type="pic" sz="half" idx="22"/>
          </p:nvPr>
        </p:nvSpPr>
        <p:spPr>
          <a:xfrm>
            <a:off x="6704698" y="590550"/>
            <a:ext cx="5806884" cy="8509000"/>
          </a:xfrm>
          <a:prstGeom prst="rect">
            <a:avLst/>
          </a:prstGeom>
          <a:ln w="9525">
            <a:round/>
          </a:ln>
        </p:spPr>
        <p:txBody>
          <a:bodyPr lIns="91439" tIns="45719" rIns="91439" bIns="45719" anchor="t">
            <a:noAutofit/>
          </a:bodyPr>
          <a:lstStyle/>
          <a:p>
            <a:endParaRPr/>
          </a:p>
        </p:txBody>
      </p:sp>
      <p:sp>
        <p:nvSpPr>
          <p:cNvPr id="53" name="Texte du titre"/>
          <p:cNvSpPr txBox="1">
            <a:spLocks noGrp="1"/>
          </p:cNvSpPr>
          <p:nvPr>
            <p:ph type="title"/>
          </p:nvPr>
        </p:nvSpPr>
        <p:spPr>
          <a:xfrm>
            <a:off x="508000" y="2806700"/>
            <a:ext cx="5676900" cy="2032000"/>
          </a:xfrm>
          <a:prstGeom prst="rect">
            <a:avLst/>
          </a:prstGeom>
        </p:spPr>
        <p:txBody>
          <a:bodyPr/>
          <a:lstStyle>
            <a:lvl1pPr algn="l">
              <a:defRPr sz="4100">
                <a:solidFill>
                  <a:srgbClr val="008F00"/>
                </a:solidFill>
              </a:defRPr>
            </a:lvl1pPr>
          </a:lstStyle>
          <a:p>
            <a:r>
              <a:t>Texte du titre</a:t>
            </a:r>
          </a:p>
        </p:txBody>
      </p:sp>
      <p:sp>
        <p:nvSpPr>
          <p:cNvPr id="54" name="Texte niveau 1…"/>
          <p:cNvSpPr txBox="1">
            <a:spLocks noGrp="1"/>
          </p:cNvSpPr>
          <p:nvPr>
            <p:ph type="body" sz="quarter" idx="1"/>
          </p:nvPr>
        </p:nvSpPr>
        <p:spPr>
          <a:xfrm>
            <a:off x="508000" y="5029200"/>
            <a:ext cx="5676900" cy="4013200"/>
          </a:xfrm>
          <a:prstGeom prst="rect">
            <a:avLst/>
          </a:prstGeom>
        </p:spPr>
        <p:txBody>
          <a:bodyPr anchor="t"/>
          <a:lstStyle>
            <a:lvl1pPr marL="0" indent="0">
              <a:spcBef>
                <a:spcPts val="0"/>
              </a:spcBef>
              <a:buClrTx/>
              <a:buSzTx/>
              <a:buFontTx/>
              <a:buNone/>
              <a:defRPr sz="2400"/>
            </a:lvl1pPr>
            <a:lvl2pPr marL="0" indent="228600">
              <a:spcBef>
                <a:spcPts val="0"/>
              </a:spcBef>
              <a:buClrTx/>
              <a:buSzTx/>
              <a:buFontTx/>
              <a:buNone/>
              <a:defRPr sz="2400"/>
            </a:lvl2pPr>
            <a:lvl3pPr marL="0" indent="457200">
              <a:spcBef>
                <a:spcPts val="0"/>
              </a:spcBef>
              <a:buClrTx/>
              <a:buSzTx/>
              <a:buFontTx/>
              <a:buNone/>
              <a:defRPr sz="2400"/>
            </a:lvl3pPr>
            <a:lvl4pPr marL="0" indent="685800">
              <a:spcBef>
                <a:spcPts val="0"/>
              </a:spcBef>
              <a:buClrTx/>
              <a:buSzTx/>
              <a:buFontTx/>
              <a:buNone/>
              <a:defRPr sz="2400"/>
            </a:lvl4pPr>
            <a:lvl5pPr marL="0" indent="914400">
              <a:spcBef>
                <a:spcPts val="0"/>
              </a:spcBef>
              <a:buClrTx/>
              <a:buSzTx/>
              <a:buFontTx/>
              <a:buNone/>
              <a:defRPr sz="2400"/>
            </a:lvl5pPr>
          </a:lstStyle>
          <a:p>
            <a:r>
              <a:t>Texte niveau 1</a:t>
            </a:r>
          </a:p>
          <a:p>
            <a:pPr lvl="1"/>
            <a:r>
              <a:t>Texte niveau 2</a:t>
            </a:r>
          </a:p>
          <a:p>
            <a:pPr lvl="2"/>
            <a:r>
              <a:t>Texte niveau 3</a:t>
            </a:r>
          </a:p>
          <a:p>
            <a:pPr lvl="3"/>
            <a:r>
              <a:t>Texte niveau 4</a:t>
            </a:r>
          </a:p>
          <a:p>
            <a:pPr lvl="4"/>
            <a:r>
              <a:t>Texte niveau 5</a:t>
            </a:r>
          </a:p>
        </p:txBody>
      </p:sp>
      <p:sp>
        <p:nvSpPr>
          <p:cNvPr id="55"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re - Haut">
    <p:spTree>
      <p:nvGrpSpPr>
        <p:cNvPr id="1" name=""/>
        <p:cNvGrpSpPr/>
        <p:nvPr/>
      </p:nvGrpSpPr>
      <p:grpSpPr>
        <a:xfrm>
          <a:off x="0" y="0"/>
          <a:ext cx="0" cy="0"/>
          <a:chOff x="0" y="0"/>
          <a:chExt cx="0" cy="0"/>
        </a:xfrm>
      </p:grpSpPr>
      <p:sp>
        <p:nvSpPr>
          <p:cNvPr id="62" name="Texte du titre"/>
          <p:cNvSpPr txBox="1">
            <a:spLocks noGrp="1"/>
          </p:cNvSpPr>
          <p:nvPr>
            <p:ph type="title"/>
          </p:nvPr>
        </p:nvSpPr>
        <p:spPr>
          <a:prstGeom prst="rect">
            <a:avLst/>
          </a:prstGeom>
        </p:spPr>
        <p:txBody>
          <a:bodyPr/>
          <a:lstStyle/>
          <a:p>
            <a:r>
              <a:t>Texte du titre</a:t>
            </a:r>
          </a:p>
        </p:txBody>
      </p:sp>
      <p:sp>
        <p:nvSpPr>
          <p:cNvPr id="63"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re et puces">
    <p:spTree>
      <p:nvGrpSpPr>
        <p:cNvPr id="1" name=""/>
        <p:cNvGrpSpPr/>
        <p:nvPr/>
      </p:nvGrpSpPr>
      <p:grpSpPr>
        <a:xfrm>
          <a:off x="0" y="0"/>
          <a:ext cx="0" cy="0"/>
          <a:chOff x="0" y="0"/>
          <a:chExt cx="0" cy="0"/>
        </a:xfrm>
      </p:grpSpPr>
      <p:sp>
        <p:nvSpPr>
          <p:cNvPr id="70" name="Texte du titre"/>
          <p:cNvSpPr txBox="1">
            <a:spLocks noGrp="1"/>
          </p:cNvSpPr>
          <p:nvPr>
            <p:ph type="title"/>
          </p:nvPr>
        </p:nvSpPr>
        <p:spPr>
          <a:xfrm>
            <a:off x="508000" y="800100"/>
            <a:ext cx="11988800" cy="1219200"/>
          </a:xfrm>
          <a:prstGeom prst="rect">
            <a:avLst/>
          </a:prstGeom>
        </p:spPr>
        <p:txBody>
          <a:bodyPr/>
          <a:lstStyle/>
          <a:p>
            <a:r>
              <a:t>Texte du titre</a:t>
            </a:r>
          </a:p>
        </p:txBody>
      </p:sp>
      <p:sp>
        <p:nvSpPr>
          <p:cNvPr id="71" name="Texte niveau 1…"/>
          <p:cNvSpPr txBox="1">
            <a:spLocks noGrp="1"/>
          </p:cNvSpPr>
          <p:nvPr>
            <p:ph type="body" idx="1"/>
          </p:nvPr>
        </p:nvSpPr>
        <p:spPr>
          <a:prstGeom prst="rect">
            <a:avLst/>
          </a:prstGeom>
        </p:spPr>
        <p:txBody>
          <a:bodyPr/>
          <a:lstStyle/>
          <a:p>
            <a:r>
              <a:t>Texte niveau 1</a:t>
            </a:r>
          </a:p>
          <a:p>
            <a:pPr lvl="1"/>
            <a:r>
              <a:t>Texte niveau 2</a:t>
            </a:r>
          </a:p>
          <a:p>
            <a:pPr lvl="2"/>
            <a:r>
              <a:t>Texte niveau 3</a:t>
            </a:r>
          </a:p>
          <a:p>
            <a:pPr lvl="3"/>
            <a:r>
              <a:t>Texte niveau 4</a:t>
            </a:r>
          </a:p>
          <a:p>
            <a:pPr lvl="4"/>
            <a:r>
              <a:t>Texte niveau 5</a:t>
            </a:r>
          </a:p>
        </p:txBody>
      </p:sp>
      <p:sp>
        <p:nvSpPr>
          <p:cNvPr id="72"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re, puces et photo">
    <p:spTree>
      <p:nvGrpSpPr>
        <p:cNvPr id="1" name=""/>
        <p:cNvGrpSpPr/>
        <p:nvPr/>
      </p:nvGrpSpPr>
      <p:grpSpPr>
        <a:xfrm>
          <a:off x="0" y="0"/>
          <a:ext cx="0" cy="0"/>
          <a:chOff x="0" y="0"/>
          <a:chExt cx="0" cy="0"/>
        </a:xfrm>
      </p:grpSpPr>
      <p:sp>
        <p:nvSpPr>
          <p:cNvPr id="79" name="Image"/>
          <p:cNvSpPr>
            <a:spLocks noGrp="1"/>
          </p:cNvSpPr>
          <p:nvPr>
            <p:ph type="pic" sz="half" idx="21"/>
          </p:nvPr>
        </p:nvSpPr>
        <p:spPr>
          <a:xfrm>
            <a:off x="6819900" y="1739900"/>
            <a:ext cx="5575300" cy="8169655"/>
          </a:xfrm>
          <a:prstGeom prst="rect">
            <a:avLst/>
          </a:prstGeom>
          <a:ln w="9525">
            <a:round/>
          </a:ln>
        </p:spPr>
        <p:txBody>
          <a:bodyPr lIns="91439" tIns="45719" rIns="91439" bIns="45719" anchor="t">
            <a:noAutofit/>
          </a:bodyPr>
          <a:lstStyle/>
          <a:p>
            <a:endParaRPr/>
          </a:p>
        </p:txBody>
      </p:sp>
      <p:sp>
        <p:nvSpPr>
          <p:cNvPr id="80" name="Texte du titre"/>
          <p:cNvSpPr txBox="1">
            <a:spLocks noGrp="1"/>
          </p:cNvSpPr>
          <p:nvPr>
            <p:ph type="title"/>
          </p:nvPr>
        </p:nvSpPr>
        <p:spPr>
          <a:xfrm>
            <a:off x="508000" y="800100"/>
            <a:ext cx="11988800" cy="1219200"/>
          </a:xfrm>
          <a:prstGeom prst="rect">
            <a:avLst/>
          </a:prstGeom>
        </p:spPr>
        <p:txBody>
          <a:bodyPr/>
          <a:lstStyle/>
          <a:p>
            <a:r>
              <a:t>Texte du titre</a:t>
            </a:r>
          </a:p>
        </p:txBody>
      </p:sp>
      <p:sp>
        <p:nvSpPr>
          <p:cNvPr id="81" name="Texte niveau 1…"/>
          <p:cNvSpPr txBox="1">
            <a:spLocks noGrp="1"/>
          </p:cNvSpPr>
          <p:nvPr>
            <p:ph type="body" sz="half" idx="1"/>
          </p:nvPr>
        </p:nvSpPr>
        <p:spPr>
          <a:xfrm>
            <a:off x="508000" y="2730500"/>
            <a:ext cx="5816600" cy="6350000"/>
          </a:xfrm>
          <a:prstGeom prst="rect">
            <a:avLst/>
          </a:prstGeom>
        </p:spPr>
        <p:txBody>
          <a:bodyPr/>
          <a:lstStyle>
            <a:lvl1pPr marL="393700" indent="-393700">
              <a:spcBef>
                <a:spcPts val="1800"/>
              </a:spcBef>
              <a:buSzPct val="65000"/>
              <a:defRPr sz="3000"/>
            </a:lvl1pPr>
            <a:lvl2pPr marL="787400" indent="-393700">
              <a:spcBef>
                <a:spcPts val="1800"/>
              </a:spcBef>
              <a:buSzPct val="65000"/>
              <a:defRPr sz="3000"/>
            </a:lvl2pPr>
            <a:lvl3pPr marL="1181100" indent="-393700">
              <a:spcBef>
                <a:spcPts val="1800"/>
              </a:spcBef>
              <a:buSzPct val="65000"/>
              <a:defRPr sz="3000"/>
            </a:lvl3pPr>
            <a:lvl4pPr marL="1574800" indent="-393700">
              <a:spcBef>
                <a:spcPts val="1800"/>
              </a:spcBef>
              <a:buSzPct val="65000"/>
              <a:defRPr sz="3000"/>
            </a:lvl4pPr>
            <a:lvl5pPr marL="1968500" indent="-393700">
              <a:spcBef>
                <a:spcPts val="1800"/>
              </a:spcBef>
              <a:buSzPct val="65000"/>
              <a:defRPr sz="3000"/>
            </a:lvl5pPr>
          </a:lstStyle>
          <a:p>
            <a:r>
              <a:t>Texte niveau 1</a:t>
            </a:r>
          </a:p>
          <a:p>
            <a:pPr lvl="1"/>
            <a:r>
              <a:t>Texte niveau 2</a:t>
            </a:r>
          </a:p>
          <a:p>
            <a:pPr lvl="2"/>
            <a:r>
              <a:t>Texte niveau 3</a:t>
            </a:r>
          </a:p>
          <a:p>
            <a:pPr lvl="3"/>
            <a:r>
              <a:t>Texte niveau 4</a:t>
            </a:r>
          </a:p>
          <a:p>
            <a:pPr lvl="4"/>
            <a:r>
              <a:t>Texte niveau 5</a:t>
            </a:r>
          </a:p>
        </p:txBody>
      </p:sp>
      <p:sp>
        <p:nvSpPr>
          <p:cNvPr id="82"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Puces">
    <p:spTree>
      <p:nvGrpSpPr>
        <p:cNvPr id="1" name=""/>
        <p:cNvGrpSpPr/>
        <p:nvPr/>
      </p:nvGrpSpPr>
      <p:grpSpPr>
        <a:xfrm>
          <a:off x="0" y="0"/>
          <a:ext cx="0" cy="0"/>
          <a:chOff x="0" y="0"/>
          <a:chExt cx="0" cy="0"/>
        </a:xfrm>
      </p:grpSpPr>
      <p:sp>
        <p:nvSpPr>
          <p:cNvPr id="89" name="Texte niveau 1…"/>
          <p:cNvSpPr txBox="1">
            <a:spLocks noGrp="1"/>
          </p:cNvSpPr>
          <p:nvPr>
            <p:ph type="body" idx="1"/>
          </p:nvPr>
        </p:nvSpPr>
        <p:spPr>
          <a:xfrm>
            <a:off x="508000" y="1270000"/>
            <a:ext cx="11988800" cy="7213600"/>
          </a:xfrm>
          <a:prstGeom prst="rect">
            <a:avLst/>
          </a:prstGeom>
        </p:spPr>
        <p:txBody>
          <a:bodyPr/>
          <a:lstStyle/>
          <a:p>
            <a:r>
              <a:t>Texte niveau 1</a:t>
            </a:r>
          </a:p>
          <a:p>
            <a:pPr lvl="1"/>
            <a:r>
              <a:t>Texte niveau 2</a:t>
            </a:r>
          </a:p>
          <a:p>
            <a:pPr lvl="2"/>
            <a:r>
              <a:t>Texte niveau 3</a:t>
            </a:r>
          </a:p>
          <a:p>
            <a:pPr lvl="3"/>
            <a:r>
              <a:t>Texte niveau 4</a:t>
            </a:r>
          </a:p>
          <a:p>
            <a:pPr lvl="4"/>
            <a:r>
              <a:t>Texte niveau 5</a:t>
            </a:r>
          </a:p>
        </p:txBody>
      </p:sp>
      <p:sp>
        <p:nvSpPr>
          <p:cNvPr id="90"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3 photos">
    <p:spTree>
      <p:nvGrpSpPr>
        <p:cNvPr id="1" name=""/>
        <p:cNvGrpSpPr/>
        <p:nvPr/>
      </p:nvGrpSpPr>
      <p:grpSpPr>
        <a:xfrm>
          <a:off x="0" y="0"/>
          <a:ext cx="0" cy="0"/>
          <a:chOff x="0" y="0"/>
          <a:chExt cx="0" cy="0"/>
        </a:xfrm>
      </p:grpSpPr>
      <p:sp>
        <p:nvSpPr>
          <p:cNvPr id="97" name="Image"/>
          <p:cNvSpPr>
            <a:spLocks noGrp="1"/>
          </p:cNvSpPr>
          <p:nvPr>
            <p:ph type="pic" sz="half" idx="21"/>
          </p:nvPr>
        </p:nvSpPr>
        <p:spPr>
          <a:xfrm>
            <a:off x="6260986" y="4406900"/>
            <a:ext cx="6697779" cy="4711700"/>
          </a:xfrm>
          <a:prstGeom prst="rect">
            <a:avLst/>
          </a:prstGeom>
          <a:ln w="9525">
            <a:round/>
          </a:ln>
        </p:spPr>
        <p:txBody>
          <a:bodyPr lIns="91439" tIns="45719" rIns="91439" bIns="45719" anchor="t">
            <a:noAutofit/>
          </a:bodyPr>
          <a:lstStyle/>
          <a:p>
            <a:endParaRPr/>
          </a:p>
        </p:txBody>
      </p:sp>
      <p:sp>
        <p:nvSpPr>
          <p:cNvPr id="98" name="Image"/>
          <p:cNvSpPr>
            <a:spLocks noGrp="1"/>
          </p:cNvSpPr>
          <p:nvPr>
            <p:ph type="pic" sz="quarter" idx="22"/>
          </p:nvPr>
        </p:nvSpPr>
        <p:spPr>
          <a:xfrm>
            <a:off x="6680200" y="635000"/>
            <a:ext cx="5829301" cy="3517900"/>
          </a:xfrm>
          <a:prstGeom prst="rect">
            <a:avLst/>
          </a:prstGeom>
          <a:ln w="9525">
            <a:round/>
          </a:ln>
        </p:spPr>
        <p:txBody>
          <a:bodyPr lIns="91439" tIns="45719" rIns="91439" bIns="45719" anchor="t">
            <a:noAutofit/>
          </a:bodyPr>
          <a:lstStyle/>
          <a:p>
            <a:endParaRPr/>
          </a:p>
        </p:txBody>
      </p:sp>
      <p:sp>
        <p:nvSpPr>
          <p:cNvPr id="99" name="Image"/>
          <p:cNvSpPr>
            <a:spLocks noGrp="1"/>
          </p:cNvSpPr>
          <p:nvPr>
            <p:ph type="pic" sz="half" idx="23"/>
          </p:nvPr>
        </p:nvSpPr>
        <p:spPr>
          <a:xfrm>
            <a:off x="482600" y="609600"/>
            <a:ext cx="5728881" cy="8394700"/>
          </a:xfrm>
          <a:prstGeom prst="rect">
            <a:avLst/>
          </a:prstGeom>
          <a:ln w="9525">
            <a:round/>
          </a:ln>
        </p:spPr>
        <p:txBody>
          <a:bodyPr lIns="91439" tIns="45719" rIns="91439" bIns="45719" anchor="t">
            <a:noAutofit/>
          </a:bodyPr>
          <a:lstStyle/>
          <a:p>
            <a:endParaRPr/>
          </a:p>
        </p:txBody>
      </p:sp>
      <p:sp>
        <p:nvSpPr>
          <p:cNvPr id="100"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Citation">
    <p:spTree>
      <p:nvGrpSpPr>
        <p:cNvPr id="1" name=""/>
        <p:cNvGrpSpPr/>
        <p:nvPr/>
      </p:nvGrpSpPr>
      <p:grpSpPr>
        <a:xfrm>
          <a:off x="0" y="0"/>
          <a:ext cx="0" cy="0"/>
          <a:chOff x="0" y="0"/>
          <a:chExt cx="0" cy="0"/>
        </a:xfrm>
      </p:grpSpPr>
      <p:sp>
        <p:nvSpPr>
          <p:cNvPr id="107" name="-Gilles Allain"/>
          <p:cNvSpPr txBox="1">
            <a:spLocks noGrp="1"/>
          </p:cNvSpPr>
          <p:nvPr>
            <p:ph type="body" sz="quarter" idx="21"/>
          </p:nvPr>
        </p:nvSpPr>
        <p:spPr>
          <a:xfrm>
            <a:off x="533400" y="5969000"/>
            <a:ext cx="11938000" cy="609600"/>
          </a:xfrm>
          <a:prstGeom prst="rect">
            <a:avLst/>
          </a:prstGeom>
        </p:spPr>
        <p:txBody>
          <a:bodyPr anchor="t">
            <a:spAutoFit/>
          </a:bodyPr>
          <a:lstStyle>
            <a:lvl1pPr marL="0" indent="0" algn="ctr">
              <a:spcBef>
                <a:spcPts val="1200"/>
              </a:spcBef>
              <a:buClrTx/>
              <a:buSzTx/>
              <a:buFontTx/>
              <a:buNone/>
              <a:defRPr sz="3000" i="1"/>
            </a:lvl1pPr>
          </a:lstStyle>
          <a:p>
            <a:r>
              <a:t>-Gilles Allain</a:t>
            </a:r>
          </a:p>
        </p:txBody>
      </p:sp>
      <p:sp>
        <p:nvSpPr>
          <p:cNvPr id="108" name="« Saisissez une citation ici. »"/>
          <p:cNvSpPr txBox="1">
            <a:spLocks noGrp="1"/>
          </p:cNvSpPr>
          <p:nvPr>
            <p:ph type="body" sz="quarter" idx="22"/>
          </p:nvPr>
        </p:nvSpPr>
        <p:spPr>
          <a:xfrm>
            <a:off x="1270000" y="4254500"/>
            <a:ext cx="10464800" cy="711200"/>
          </a:xfrm>
          <a:prstGeom prst="rect">
            <a:avLst/>
          </a:prstGeom>
        </p:spPr>
        <p:txBody>
          <a:bodyPr>
            <a:spAutoFit/>
          </a:bodyPr>
          <a:lstStyle>
            <a:lvl1pPr marL="0" indent="0" algn="ctr">
              <a:spcBef>
                <a:spcPts val="0"/>
              </a:spcBef>
              <a:buClrTx/>
              <a:buSzTx/>
              <a:buFontTx/>
              <a:buNone/>
            </a:lvl1pPr>
          </a:lstStyle>
          <a:p>
            <a:r>
              <a:t>« Saisissez une citation ici. » </a:t>
            </a:r>
          </a:p>
        </p:txBody>
      </p:sp>
      <p:sp>
        <p:nvSpPr>
          <p:cNvPr id="109"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Photo">
    <p:spTree>
      <p:nvGrpSpPr>
        <p:cNvPr id="1" name=""/>
        <p:cNvGrpSpPr/>
        <p:nvPr/>
      </p:nvGrpSpPr>
      <p:grpSpPr>
        <a:xfrm>
          <a:off x="0" y="0"/>
          <a:ext cx="0" cy="0"/>
          <a:chOff x="0" y="0"/>
          <a:chExt cx="0" cy="0"/>
        </a:xfrm>
      </p:grpSpPr>
      <p:sp>
        <p:nvSpPr>
          <p:cNvPr id="116" name="Image"/>
          <p:cNvSpPr>
            <a:spLocks noGrp="1"/>
          </p:cNvSpPr>
          <p:nvPr>
            <p:ph type="pic" idx="21"/>
          </p:nvPr>
        </p:nvSpPr>
        <p:spPr>
          <a:xfrm>
            <a:off x="-901700" y="-127000"/>
            <a:ext cx="14211300" cy="9997255"/>
          </a:xfrm>
          <a:prstGeom prst="rect">
            <a:avLst/>
          </a:prstGeom>
        </p:spPr>
        <p:txBody>
          <a:bodyPr lIns="91439" tIns="45719" rIns="91439" bIns="45719" anchor="t">
            <a:noAutofit/>
          </a:bodyPr>
          <a:lstStyle/>
          <a:p>
            <a:endParaRPr/>
          </a:p>
        </p:txBody>
      </p:sp>
      <p:sp>
        <p:nvSpPr>
          <p:cNvPr id="117"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Vierge">
    <p:spTree>
      <p:nvGrpSpPr>
        <p:cNvPr id="1" name=""/>
        <p:cNvGrpSpPr/>
        <p:nvPr/>
      </p:nvGrpSpPr>
      <p:grpSpPr>
        <a:xfrm>
          <a:off x="0" y="0"/>
          <a:ext cx="0" cy="0"/>
          <a:chOff x="0" y="0"/>
          <a:chExt cx="0" cy="0"/>
        </a:xfrm>
      </p:grpSpPr>
      <p:sp>
        <p:nvSpPr>
          <p:cNvPr id="124"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re et puces">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31" name="Ligne"/>
          <p:cNvSpPr/>
          <p:nvPr/>
        </p:nvSpPr>
        <p:spPr>
          <a:xfrm>
            <a:off x="2006599" y="2847974"/>
            <a:ext cx="8997971" cy="1"/>
          </a:xfrm>
          <a:prstGeom prst="line">
            <a:avLst/>
          </a:prstGeom>
          <a:ln w="3175">
            <a:solidFill>
              <a:srgbClr val="444444">
                <a:alpha val="30000"/>
              </a:srgbClr>
            </a:solidFill>
            <a:miter lim="400000"/>
          </a:ln>
        </p:spPr>
        <p:txBody>
          <a:bodyPr lIns="38100" tIns="38100" rIns="38100" bIns="38100" anchor="ctr"/>
          <a:lstStyle/>
          <a:p>
            <a:pPr algn="l" defTabSz="457200">
              <a:defRPr sz="1100">
                <a:solidFill>
                  <a:srgbClr val="000000"/>
                </a:solidFill>
                <a:latin typeface="Helvetica"/>
                <a:ea typeface="Helvetica"/>
                <a:cs typeface="Helvetica"/>
                <a:sym typeface="Helvetica"/>
              </a:defRPr>
            </a:pPr>
            <a:endParaRPr/>
          </a:p>
        </p:txBody>
      </p:sp>
      <p:sp>
        <p:nvSpPr>
          <p:cNvPr id="132" name="Ligne"/>
          <p:cNvSpPr/>
          <p:nvPr/>
        </p:nvSpPr>
        <p:spPr>
          <a:xfrm>
            <a:off x="2006599" y="1695449"/>
            <a:ext cx="8997971" cy="1"/>
          </a:xfrm>
          <a:prstGeom prst="line">
            <a:avLst/>
          </a:prstGeom>
          <a:ln w="3175">
            <a:solidFill>
              <a:srgbClr val="444444">
                <a:alpha val="30000"/>
              </a:srgbClr>
            </a:solidFill>
            <a:miter lim="400000"/>
          </a:ln>
        </p:spPr>
        <p:txBody>
          <a:bodyPr lIns="38100" tIns="38100" rIns="38100" bIns="38100" anchor="ctr"/>
          <a:lstStyle/>
          <a:p>
            <a:pPr algn="l" defTabSz="457200">
              <a:defRPr sz="1100">
                <a:solidFill>
                  <a:srgbClr val="000000"/>
                </a:solidFill>
                <a:latin typeface="Helvetica"/>
                <a:ea typeface="Helvetica"/>
                <a:cs typeface="Helvetica"/>
                <a:sym typeface="Helvetica"/>
              </a:defRPr>
            </a:pPr>
            <a:endParaRPr/>
          </a:p>
        </p:txBody>
      </p:sp>
      <p:sp>
        <p:nvSpPr>
          <p:cNvPr id="133" name="Texte du titre"/>
          <p:cNvSpPr txBox="1">
            <a:spLocks noGrp="1"/>
          </p:cNvSpPr>
          <p:nvPr>
            <p:ph type="title"/>
          </p:nvPr>
        </p:nvSpPr>
        <p:spPr>
          <a:xfrm>
            <a:off x="2006599" y="1819274"/>
            <a:ext cx="8991602" cy="914401"/>
          </a:xfrm>
          <a:prstGeom prst="rect">
            <a:avLst/>
          </a:prstGeom>
        </p:spPr>
        <p:txBody>
          <a:bodyPr lIns="38100" tIns="38100" rIns="38100" bIns="38100"/>
          <a:lstStyle>
            <a:lvl1pPr>
              <a:defRPr sz="6800"/>
            </a:lvl1pPr>
          </a:lstStyle>
          <a:p>
            <a:r>
              <a:t>Texte du titre</a:t>
            </a:r>
          </a:p>
        </p:txBody>
      </p:sp>
      <p:sp>
        <p:nvSpPr>
          <p:cNvPr id="134" name="Texte niveau 1…"/>
          <p:cNvSpPr txBox="1">
            <a:spLocks noGrp="1"/>
          </p:cNvSpPr>
          <p:nvPr>
            <p:ph type="body" sz="half" idx="1"/>
          </p:nvPr>
        </p:nvSpPr>
        <p:spPr>
          <a:xfrm>
            <a:off x="2006599" y="3190875"/>
            <a:ext cx="8991602" cy="4572001"/>
          </a:xfrm>
          <a:prstGeom prst="rect">
            <a:avLst/>
          </a:prstGeom>
        </p:spPr>
        <p:txBody>
          <a:bodyPr lIns="38100" tIns="38100" rIns="38100" bIns="38100"/>
          <a:lstStyle>
            <a:lvl1pPr marL="443794" indent="-443794">
              <a:defRPr sz="3400"/>
            </a:lvl1pPr>
            <a:lvl2pPr marL="913694" indent="-443794">
              <a:defRPr sz="3400"/>
            </a:lvl2pPr>
            <a:lvl3pPr marL="1383594" indent="-443794">
              <a:defRPr sz="3400"/>
            </a:lvl3pPr>
            <a:lvl4pPr marL="1853494" indent="-443794">
              <a:defRPr sz="3400"/>
            </a:lvl4pPr>
            <a:lvl5pPr marL="2323394" indent="-443794">
              <a:defRPr sz="3400"/>
            </a:lvl5pPr>
          </a:lstStyle>
          <a:p>
            <a:r>
              <a:t>Texte niveau 1</a:t>
            </a:r>
          </a:p>
          <a:p>
            <a:pPr lvl="1"/>
            <a:r>
              <a:t>Texte niveau 2</a:t>
            </a:r>
          </a:p>
          <a:p>
            <a:pPr lvl="2"/>
            <a:r>
              <a:t>Texte niveau 3</a:t>
            </a:r>
          </a:p>
          <a:p>
            <a:pPr lvl="3"/>
            <a:r>
              <a:t>Texte niveau 4</a:t>
            </a:r>
          </a:p>
          <a:p>
            <a:pPr lvl="4"/>
            <a:r>
              <a:t>Texte niveau 5</a:t>
            </a:r>
          </a:p>
        </p:txBody>
      </p:sp>
      <p:sp>
        <p:nvSpPr>
          <p:cNvPr id="135" name="Numéro de diapositive"/>
          <p:cNvSpPr txBox="1">
            <a:spLocks noGrp="1"/>
          </p:cNvSpPr>
          <p:nvPr>
            <p:ph type="sldNum" sz="quarter" idx="2"/>
          </p:nvPr>
        </p:nvSpPr>
        <p:spPr>
          <a:xfrm>
            <a:off x="6351587" y="8162925"/>
            <a:ext cx="292101" cy="330200"/>
          </a:xfrm>
          <a:prstGeom prst="rect">
            <a:avLst/>
          </a:prstGeom>
        </p:spPr>
        <p:txBody>
          <a:bodyPr lIns="38100" tIns="38100" rIns="38100" bIns="38100"/>
          <a:lstStyle>
            <a:lvl1pPr>
              <a:defRPr sz="1600"/>
            </a:lvl1pPr>
          </a:lstStyle>
          <a:p>
            <a:fld id="{86CB4B4D-7CA3-9044-876B-883B54F8677D}" type="slidenum">
              <a:t>‹N°›</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Titre et sous-titre">
    <p:spTree>
      <p:nvGrpSpPr>
        <p:cNvPr id="1" name=""/>
        <p:cNvGrpSpPr/>
        <p:nvPr/>
      </p:nvGrpSpPr>
      <p:grpSpPr>
        <a:xfrm>
          <a:off x="0" y="0"/>
          <a:ext cx="0" cy="0"/>
          <a:chOff x="0" y="0"/>
          <a:chExt cx="0" cy="0"/>
        </a:xfrm>
      </p:grpSpPr>
      <p:sp>
        <p:nvSpPr>
          <p:cNvPr id="13" name="Ligne"/>
          <p:cNvSpPr/>
          <p:nvPr/>
        </p:nvSpPr>
        <p:spPr>
          <a:xfrm>
            <a:off x="508000" y="6591300"/>
            <a:ext cx="11999453" cy="0"/>
          </a:xfrm>
          <a:prstGeom prst="line">
            <a:avLst/>
          </a:prstGeom>
          <a:ln w="12700">
            <a:solidFill>
              <a:srgbClr val="444444">
                <a:alpha val="30000"/>
              </a:srgbClr>
            </a:solidFill>
            <a:miter lim="400000"/>
          </a:ln>
        </p:spPr>
        <p:txBody>
          <a:bodyPr lIns="45525" tIns="45525" rIns="45525" bIns="45525"/>
          <a:lstStyle/>
          <a:p>
            <a:pPr defTabSz="583895"/>
            <a:endParaRPr sz="2552">
              <a:latin typeface="Bodoni SvtyTwo ITC TT-Book"/>
              <a:sym typeface="Bodoni SvtyTwo ITC TT-Book"/>
            </a:endParaRPr>
          </a:p>
        </p:txBody>
      </p:sp>
      <p:sp>
        <p:nvSpPr>
          <p:cNvPr id="14" name="Ligne"/>
          <p:cNvSpPr/>
          <p:nvPr/>
        </p:nvSpPr>
        <p:spPr>
          <a:xfrm>
            <a:off x="508000" y="4089400"/>
            <a:ext cx="12000022" cy="0"/>
          </a:xfrm>
          <a:prstGeom prst="line">
            <a:avLst/>
          </a:prstGeom>
          <a:ln w="12700">
            <a:solidFill>
              <a:srgbClr val="444444">
                <a:alpha val="30000"/>
              </a:srgbClr>
            </a:solidFill>
            <a:miter lim="400000"/>
          </a:ln>
        </p:spPr>
        <p:txBody>
          <a:bodyPr lIns="45525" tIns="45525" rIns="45525" bIns="45525"/>
          <a:lstStyle/>
          <a:p>
            <a:pPr defTabSz="583895"/>
            <a:endParaRPr sz="2552">
              <a:latin typeface="Bodoni SvtyTwo ITC TT-Book"/>
              <a:sym typeface="Bodoni SvtyTwo ITC TT-Book"/>
            </a:endParaRPr>
          </a:p>
        </p:txBody>
      </p:sp>
      <p:sp>
        <p:nvSpPr>
          <p:cNvPr id="15" name="Texte niveau 1…"/>
          <p:cNvSpPr txBox="1">
            <a:spLocks noGrp="1"/>
          </p:cNvSpPr>
          <p:nvPr>
            <p:ph type="body" sz="quarter" idx="1"/>
          </p:nvPr>
        </p:nvSpPr>
        <p:spPr>
          <a:xfrm>
            <a:off x="508000" y="3505200"/>
            <a:ext cx="7200900" cy="508001"/>
          </a:xfrm>
          <a:prstGeom prst="rect">
            <a:avLst/>
          </a:prstGeom>
        </p:spPr>
        <p:txBody>
          <a:bodyPr/>
          <a:lstStyle>
            <a:lvl1pPr marL="0" indent="0">
              <a:lnSpc>
                <a:spcPct val="110000"/>
              </a:lnSpc>
              <a:spcBef>
                <a:spcPts val="0"/>
              </a:spcBef>
              <a:buClrTx/>
              <a:buSzTx/>
              <a:buFontTx/>
              <a:buNone/>
              <a:defRPr sz="2390" i="1"/>
            </a:lvl1pPr>
            <a:lvl2pPr marL="779862" indent="-311944">
              <a:lnSpc>
                <a:spcPct val="110000"/>
              </a:lnSpc>
              <a:spcBef>
                <a:spcPts val="0"/>
              </a:spcBef>
              <a:buClrTx/>
              <a:buFontTx/>
              <a:defRPr sz="2390" i="1"/>
            </a:lvl2pPr>
            <a:lvl3pPr marL="1247780" indent="-311944">
              <a:lnSpc>
                <a:spcPct val="110000"/>
              </a:lnSpc>
              <a:spcBef>
                <a:spcPts val="0"/>
              </a:spcBef>
              <a:buClrTx/>
              <a:buFontTx/>
              <a:defRPr sz="2390" i="1"/>
            </a:lvl3pPr>
            <a:lvl4pPr marL="1715697" indent="-311944">
              <a:lnSpc>
                <a:spcPct val="110000"/>
              </a:lnSpc>
              <a:spcBef>
                <a:spcPts val="0"/>
              </a:spcBef>
              <a:buClrTx/>
              <a:buFontTx/>
              <a:defRPr sz="2390" i="1"/>
            </a:lvl4pPr>
            <a:lvl5pPr marL="2183615" indent="-311944">
              <a:lnSpc>
                <a:spcPct val="110000"/>
              </a:lnSpc>
              <a:spcBef>
                <a:spcPts val="0"/>
              </a:spcBef>
              <a:buClrTx/>
              <a:buFontTx/>
              <a:defRPr sz="2390" i="1"/>
            </a:lvl5pPr>
          </a:lstStyle>
          <a:p>
            <a:r>
              <a:t>Texte niveau 1</a:t>
            </a:r>
          </a:p>
          <a:p>
            <a:pPr lvl="1"/>
            <a:r>
              <a:t>Texte niveau 2</a:t>
            </a:r>
          </a:p>
          <a:p>
            <a:pPr lvl="2"/>
            <a:r>
              <a:t>Texte niveau 3</a:t>
            </a:r>
          </a:p>
          <a:p>
            <a:pPr lvl="3"/>
            <a:r>
              <a:t>Texte niveau 4</a:t>
            </a:r>
          </a:p>
          <a:p>
            <a:pPr lvl="4"/>
            <a:r>
              <a:t>Texte niveau 5</a:t>
            </a:r>
          </a:p>
        </p:txBody>
      </p:sp>
      <p:sp>
        <p:nvSpPr>
          <p:cNvPr id="16" name="Texte du titre"/>
          <p:cNvSpPr txBox="1">
            <a:spLocks noGrp="1"/>
          </p:cNvSpPr>
          <p:nvPr>
            <p:ph type="title"/>
          </p:nvPr>
        </p:nvSpPr>
        <p:spPr>
          <a:xfrm>
            <a:off x="508000" y="4140200"/>
            <a:ext cx="7200900" cy="2413000"/>
          </a:xfrm>
          <a:prstGeom prst="rect">
            <a:avLst/>
          </a:prstGeom>
        </p:spPr>
        <p:txBody>
          <a:bodyPr/>
          <a:lstStyle>
            <a:lvl1pPr algn="l"/>
          </a:lstStyle>
          <a:p>
            <a:r>
              <a:t>Texte du titre</a:t>
            </a:r>
          </a:p>
        </p:txBody>
      </p:sp>
      <p:sp>
        <p:nvSpPr>
          <p:cNvPr id="17" name="Texte niveau 1…"/>
          <p:cNvSpPr txBox="1">
            <a:spLocks noGrp="1"/>
          </p:cNvSpPr>
          <p:nvPr>
            <p:ph type="body" sz="quarter" idx="21"/>
          </p:nvPr>
        </p:nvSpPr>
        <p:spPr>
          <a:xfrm>
            <a:off x="8280402" y="4140200"/>
            <a:ext cx="4241799" cy="2413000"/>
          </a:xfrm>
          <a:prstGeom prst="rect">
            <a:avLst/>
          </a:prstGeom>
        </p:spPr>
        <p:txBody>
          <a:bodyPr/>
          <a:lstStyle>
            <a:lvl1pPr marL="0" indent="0">
              <a:spcBef>
                <a:spcPts val="0"/>
              </a:spcBef>
              <a:buClrTx/>
              <a:buSzTx/>
              <a:buFontTx/>
              <a:buNone/>
              <a:defRPr sz="2400"/>
            </a:lvl1pPr>
          </a:lstStyle>
          <a:p>
            <a:pPr marL="0" indent="0">
              <a:spcBef>
                <a:spcPts val="0"/>
              </a:spcBef>
              <a:buClrTx/>
              <a:buSzTx/>
              <a:buFontTx/>
              <a:buNone/>
              <a:defRPr sz="2400"/>
            </a:pPr>
            <a:endParaRPr/>
          </a:p>
        </p:txBody>
      </p:sp>
      <p:sp>
        <p:nvSpPr>
          <p:cNvPr id="18"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extLst>
      <p:ext uri="{BB962C8B-B14F-4D97-AF65-F5344CB8AC3E}">
        <p14:creationId xmlns:p14="http://schemas.microsoft.com/office/powerpoint/2010/main" val="70734532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Photo - Horizontale">
    <p:spTree>
      <p:nvGrpSpPr>
        <p:cNvPr id="1" name=""/>
        <p:cNvGrpSpPr/>
        <p:nvPr/>
      </p:nvGrpSpPr>
      <p:grpSpPr>
        <a:xfrm>
          <a:off x="0" y="0"/>
          <a:ext cx="0" cy="0"/>
          <a:chOff x="0" y="0"/>
          <a:chExt cx="0" cy="0"/>
        </a:xfrm>
      </p:grpSpPr>
      <p:sp>
        <p:nvSpPr>
          <p:cNvPr id="25" name="Ligne"/>
          <p:cNvSpPr/>
          <p:nvPr/>
        </p:nvSpPr>
        <p:spPr>
          <a:xfrm flipV="1">
            <a:off x="7994301" y="7053555"/>
            <a:ext cx="2" cy="1642760"/>
          </a:xfrm>
          <a:prstGeom prst="line">
            <a:avLst/>
          </a:prstGeom>
          <a:ln w="12700">
            <a:solidFill>
              <a:srgbClr val="444444">
                <a:alpha val="30000"/>
              </a:srgbClr>
            </a:solidFill>
            <a:miter lim="400000"/>
          </a:ln>
        </p:spPr>
        <p:txBody>
          <a:bodyPr lIns="45525" tIns="45525" rIns="45525" bIns="45525"/>
          <a:lstStyle/>
          <a:p>
            <a:pPr defTabSz="583895"/>
            <a:endParaRPr sz="2552">
              <a:latin typeface="Bodoni SvtyTwo ITC TT-Book"/>
              <a:sym typeface="Bodoni SvtyTwo ITC TT-Book"/>
            </a:endParaRPr>
          </a:p>
        </p:txBody>
      </p:sp>
      <p:sp>
        <p:nvSpPr>
          <p:cNvPr id="26" name="Ligne"/>
          <p:cNvSpPr/>
          <p:nvPr/>
        </p:nvSpPr>
        <p:spPr>
          <a:xfrm>
            <a:off x="508000" y="9131301"/>
            <a:ext cx="11999453" cy="0"/>
          </a:xfrm>
          <a:prstGeom prst="line">
            <a:avLst/>
          </a:prstGeom>
          <a:ln w="12700">
            <a:solidFill>
              <a:srgbClr val="444444">
                <a:alpha val="30000"/>
              </a:srgbClr>
            </a:solidFill>
            <a:miter lim="400000"/>
          </a:ln>
        </p:spPr>
        <p:txBody>
          <a:bodyPr lIns="45525" tIns="45525" rIns="45525" bIns="45525"/>
          <a:lstStyle/>
          <a:p>
            <a:pPr defTabSz="583895"/>
            <a:endParaRPr sz="2552">
              <a:latin typeface="Bodoni SvtyTwo ITC TT-Book"/>
              <a:sym typeface="Bodoni SvtyTwo ITC TT-Book"/>
            </a:endParaRPr>
          </a:p>
        </p:txBody>
      </p:sp>
      <p:sp>
        <p:nvSpPr>
          <p:cNvPr id="27" name="Ligne"/>
          <p:cNvSpPr/>
          <p:nvPr/>
        </p:nvSpPr>
        <p:spPr>
          <a:xfrm>
            <a:off x="508000" y="6629400"/>
            <a:ext cx="12000022" cy="0"/>
          </a:xfrm>
          <a:prstGeom prst="line">
            <a:avLst/>
          </a:prstGeom>
          <a:ln w="12700">
            <a:solidFill>
              <a:srgbClr val="444444">
                <a:alpha val="30000"/>
              </a:srgbClr>
            </a:solidFill>
            <a:miter lim="400000"/>
          </a:ln>
        </p:spPr>
        <p:txBody>
          <a:bodyPr lIns="45525" tIns="45525" rIns="45525" bIns="45525"/>
          <a:lstStyle/>
          <a:p>
            <a:pPr defTabSz="583895"/>
            <a:endParaRPr sz="2552">
              <a:latin typeface="Bodoni SvtyTwo ITC TT-Book"/>
              <a:sym typeface="Bodoni SvtyTwo ITC TT-Book"/>
            </a:endParaRPr>
          </a:p>
        </p:txBody>
      </p:sp>
      <p:sp>
        <p:nvSpPr>
          <p:cNvPr id="28" name="Ligne"/>
          <p:cNvSpPr/>
          <p:nvPr/>
        </p:nvSpPr>
        <p:spPr>
          <a:xfrm flipV="1">
            <a:off x="7994301" y="7053555"/>
            <a:ext cx="2" cy="1642760"/>
          </a:xfrm>
          <a:prstGeom prst="line">
            <a:avLst/>
          </a:prstGeom>
          <a:ln w="12700">
            <a:solidFill>
              <a:srgbClr val="444444">
                <a:alpha val="30000"/>
              </a:srgbClr>
            </a:solidFill>
            <a:miter lim="400000"/>
          </a:ln>
        </p:spPr>
        <p:txBody>
          <a:bodyPr lIns="45525" tIns="45525" rIns="45525" bIns="45525"/>
          <a:lstStyle/>
          <a:p>
            <a:pPr defTabSz="583895"/>
            <a:endParaRPr sz="2552">
              <a:latin typeface="Bodoni SvtyTwo ITC TT-Book"/>
              <a:sym typeface="Bodoni SvtyTwo ITC TT-Book"/>
            </a:endParaRPr>
          </a:p>
        </p:txBody>
      </p:sp>
      <p:sp>
        <p:nvSpPr>
          <p:cNvPr id="29" name="Texte niveau 1…"/>
          <p:cNvSpPr txBox="1">
            <a:spLocks noGrp="1"/>
          </p:cNvSpPr>
          <p:nvPr>
            <p:ph type="body" sz="quarter" idx="1"/>
          </p:nvPr>
        </p:nvSpPr>
        <p:spPr>
          <a:xfrm>
            <a:off x="508000" y="6096000"/>
            <a:ext cx="7200900" cy="508001"/>
          </a:xfrm>
          <a:prstGeom prst="rect">
            <a:avLst/>
          </a:prstGeom>
        </p:spPr>
        <p:txBody>
          <a:bodyPr/>
          <a:lstStyle>
            <a:lvl1pPr marL="0" indent="0">
              <a:lnSpc>
                <a:spcPct val="110000"/>
              </a:lnSpc>
              <a:spcBef>
                <a:spcPts val="0"/>
              </a:spcBef>
              <a:buClrTx/>
              <a:buSzTx/>
              <a:buFontTx/>
              <a:buNone/>
              <a:defRPr sz="2390" i="1"/>
            </a:lvl1pPr>
            <a:lvl2pPr marL="779862" indent="-311944">
              <a:lnSpc>
                <a:spcPct val="110000"/>
              </a:lnSpc>
              <a:spcBef>
                <a:spcPts val="0"/>
              </a:spcBef>
              <a:buClrTx/>
              <a:buFontTx/>
              <a:defRPr sz="2390" i="1"/>
            </a:lvl2pPr>
            <a:lvl3pPr marL="1247780" indent="-311944">
              <a:lnSpc>
                <a:spcPct val="110000"/>
              </a:lnSpc>
              <a:spcBef>
                <a:spcPts val="0"/>
              </a:spcBef>
              <a:buClrTx/>
              <a:buFontTx/>
              <a:defRPr sz="2390" i="1"/>
            </a:lvl3pPr>
            <a:lvl4pPr marL="1715697" indent="-311944">
              <a:lnSpc>
                <a:spcPct val="110000"/>
              </a:lnSpc>
              <a:spcBef>
                <a:spcPts val="0"/>
              </a:spcBef>
              <a:buClrTx/>
              <a:buFontTx/>
              <a:defRPr sz="2390" i="1"/>
            </a:lvl4pPr>
            <a:lvl5pPr marL="2183615" indent="-311944">
              <a:lnSpc>
                <a:spcPct val="110000"/>
              </a:lnSpc>
              <a:spcBef>
                <a:spcPts val="0"/>
              </a:spcBef>
              <a:buClrTx/>
              <a:buFontTx/>
              <a:defRPr sz="2390" i="1"/>
            </a:lvl5pPr>
          </a:lstStyle>
          <a:p>
            <a:r>
              <a:t>Texte niveau 1</a:t>
            </a:r>
          </a:p>
          <a:p>
            <a:pPr lvl="1"/>
            <a:r>
              <a:t>Texte niveau 2</a:t>
            </a:r>
          </a:p>
          <a:p>
            <a:pPr lvl="2"/>
            <a:r>
              <a:t>Texte niveau 3</a:t>
            </a:r>
          </a:p>
          <a:p>
            <a:pPr lvl="3"/>
            <a:r>
              <a:t>Texte niveau 4</a:t>
            </a:r>
          </a:p>
          <a:p>
            <a:pPr lvl="4"/>
            <a:r>
              <a:t>Texte niveau 5</a:t>
            </a:r>
          </a:p>
        </p:txBody>
      </p:sp>
      <p:sp>
        <p:nvSpPr>
          <p:cNvPr id="30" name="Image"/>
          <p:cNvSpPr>
            <a:spLocks noGrp="1"/>
          </p:cNvSpPr>
          <p:nvPr>
            <p:ph type="pic" idx="21"/>
          </p:nvPr>
        </p:nvSpPr>
        <p:spPr>
          <a:xfrm>
            <a:off x="584201" y="558800"/>
            <a:ext cx="11823700" cy="7086601"/>
          </a:xfrm>
          <a:prstGeom prst="rect">
            <a:avLst/>
          </a:prstGeom>
        </p:spPr>
        <p:txBody>
          <a:bodyPr lIns="91439" tIns="45719" rIns="91439" bIns="45719" anchor="t">
            <a:noAutofit/>
          </a:bodyPr>
          <a:lstStyle/>
          <a:p>
            <a:endParaRPr/>
          </a:p>
        </p:txBody>
      </p:sp>
      <p:sp>
        <p:nvSpPr>
          <p:cNvPr id="31" name="Texte du titre"/>
          <p:cNvSpPr txBox="1">
            <a:spLocks noGrp="1"/>
          </p:cNvSpPr>
          <p:nvPr>
            <p:ph type="title"/>
          </p:nvPr>
        </p:nvSpPr>
        <p:spPr>
          <a:xfrm>
            <a:off x="508000" y="6680201"/>
            <a:ext cx="7200900" cy="2413000"/>
          </a:xfrm>
          <a:prstGeom prst="rect">
            <a:avLst/>
          </a:prstGeom>
        </p:spPr>
        <p:txBody>
          <a:bodyPr/>
          <a:lstStyle>
            <a:lvl1pPr algn="l"/>
          </a:lstStyle>
          <a:p>
            <a:r>
              <a:t>Texte du titre</a:t>
            </a:r>
          </a:p>
        </p:txBody>
      </p:sp>
      <p:sp>
        <p:nvSpPr>
          <p:cNvPr id="32" name="Texte niveau 1…"/>
          <p:cNvSpPr txBox="1">
            <a:spLocks noGrp="1"/>
          </p:cNvSpPr>
          <p:nvPr>
            <p:ph type="body" sz="quarter" idx="22"/>
          </p:nvPr>
        </p:nvSpPr>
        <p:spPr>
          <a:xfrm>
            <a:off x="8280402" y="6680201"/>
            <a:ext cx="4241799" cy="2413000"/>
          </a:xfrm>
          <a:prstGeom prst="rect">
            <a:avLst/>
          </a:prstGeom>
        </p:spPr>
        <p:txBody>
          <a:bodyPr/>
          <a:lstStyle>
            <a:lvl1pPr marL="0" indent="0">
              <a:spcBef>
                <a:spcPts val="0"/>
              </a:spcBef>
              <a:buClrTx/>
              <a:buSzTx/>
              <a:buFontTx/>
              <a:buNone/>
              <a:defRPr sz="2400"/>
            </a:lvl1pPr>
          </a:lstStyle>
          <a:p>
            <a:pPr marL="0" indent="0">
              <a:spcBef>
                <a:spcPts val="0"/>
              </a:spcBef>
              <a:buClrTx/>
              <a:buSzTx/>
              <a:buFontTx/>
              <a:buNone/>
              <a:defRPr sz="2400"/>
            </a:pPr>
            <a:endParaRPr/>
          </a:p>
        </p:txBody>
      </p:sp>
      <p:sp>
        <p:nvSpPr>
          <p:cNvPr id="33"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extLst>
      <p:ext uri="{BB962C8B-B14F-4D97-AF65-F5344CB8AC3E}">
        <p14:creationId xmlns:p14="http://schemas.microsoft.com/office/powerpoint/2010/main" val="1101020902"/>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Titre - Centré">
    <p:spTree>
      <p:nvGrpSpPr>
        <p:cNvPr id="1" name=""/>
        <p:cNvGrpSpPr/>
        <p:nvPr/>
      </p:nvGrpSpPr>
      <p:grpSpPr>
        <a:xfrm>
          <a:off x="0" y="0"/>
          <a:ext cx="0" cy="0"/>
          <a:chOff x="0" y="0"/>
          <a:chExt cx="0" cy="0"/>
        </a:xfrm>
      </p:grpSpPr>
      <p:sp>
        <p:nvSpPr>
          <p:cNvPr id="40" name="Texte du titre"/>
          <p:cNvSpPr txBox="1">
            <a:spLocks noGrp="1"/>
          </p:cNvSpPr>
          <p:nvPr>
            <p:ph type="title"/>
          </p:nvPr>
        </p:nvSpPr>
        <p:spPr>
          <a:xfrm>
            <a:off x="508000" y="3670300"/>
            <a:ext cx="11988800" cy="2413000"/>
          </a:xfrm>
          <a:prstGeom prst="rect">
            <a:avLst/>
          </a:prstGeom>
        </p:spPr>
        <p:txBody>
          <a:bodyPr/>
          <a:lstStyle/>
          <a:p>
            <a:r>
              <a:t>Texte du titre</a:t>
            </a:r>
          </a:p>
        </p:txBody>
      </p:sp>
      <p:sp>
        <p:nvSpPr>
          <p:cNvPr id="41"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extLst>
      <p:ext uri="{BB962C8B-B14F-4D97-AF65-F5344CB8AC3E}">
        <p14:creationId xmlns:p14="http://schemas.microsoft.com/office/powerpoint/2010/main" val="16802699"/>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Photo - Verticale">
    <p:spTree>
      <p:nvGrpSpPr>
        <p:cNvPr id="1" name=""/>
        <p:cNvGrpSpPr/>
        <p:nvPr/>
      </p:nvGrpSpPr>
      <p:grpSpPr>
        <a:xfrm>
          <a:off x="0" y="0"/>
          <a:ext cx="0" cy="0"/>
          <a:chOff x="0" y="0"/>
          <a:chExt cx="0" cy="0"/>
        </a:xfrm>
      </p:grpSpPr>
      <p:sp>
        <p:nvSpPr>
          <p:cNvPr id="48" name="Ligne"/>
          <p:cNvSpPr/>
          <p:nvPr/>
        </p:nvSpPr>
        <p:spPr>
          <a:xfrm>
            <a:off x="508000" y="4876800"/>
            <a:ext cx="5676376" cy="0"/>
          </a:xfrm>
          <a:prstGeom prst="line">
            <a:avLst/>
          </a:prstGeom>
          <a:ln w="12700">
            <a:solidFill>
              <a:srgbClr val="444444">
                <a:alpha val="30000"/>
              </a:srgbClr>
            </a:solidFill>
            <a:miter lim="400000"/>
          </a:ln>
        </p:spPr>
        <p:txBody>
          <a:bodyPr lIns="45525" tIns="45525" rIns="45525" bIns="45525"/>
          <a:lstStyle/>
          <a:p>
            <a:pPr defTabSz="583895"/>
            <a:endParaRPr sz="2552">
              <a:latin typeface="Bodoni SvtyTwo ITC TT-Book"/>
              <a:sym typeface="Bodoni SvtyTwo ITC TT-Book"/>
            </a:endParaRPr>
          </a:p>
        </p:txBody>
      </p:sp>
      <p:sp>
        <p:nvSpPr>
          <p:cNvPr id="49" name="Ligne"/>
          <p:cNvSpPr/>
          <p:nvPr/>
        </p:nvSpPr>
        <p:spPr>
          <a:xfrm>
            <a:off x="508001" y="2768600"/>
            <a:ext cx="5676316" cy="0"/>
          </a:xfrm>
          <a:prstGeom prst="line">
            <a:avLst/>
          </a:prstGeom>
          <a:ln w="12700">
            <a:solidFill>
              <a:srgbClr val="444444">
                <a:alpha val="30000"/>
              </a:srgbClr>
            </a:solidFill>
            <a:miter lim="400000"/>
          </a:ln>
        </p:spPr>
        <p:txBody>
          <a:bodyPr lIns="45525" tIns="45525" rIns="45525" bIns="45525"/>
          <a:lstStyle/>
          <a:p>
            <a:pPr defTabSz="583895"/>
            <a:endParaRPr sz="2552">
              <a:latin typeface="Bodoni SvtyTwo ITC TT-Book"/>
              <a:sym typeface="Bodoni SvtyTwo ITC TT-Book"/>
            </a:endParaRPr>
          </a:p>
        </p:txBody>
      </p:sp>
      <p:sp>
        <p:nvSpPr>
          <p:cNvPr id="50" name="Texte niveau 1…"/>
          <p:cNvSpPr txBox="1">
            <a:spLocks noGrp="1"/>
          </p:cNvSpPr>
          <p:nvPr>
            <p:ph type="body" sz="quarter" idx="1"/>
          </p:nvPr>
        </p:nvSpPr>
        <p:spPr>
          <a:xfrm>
            <a:off x="508001" y="2171700"/>
            <a:ext cx="5676900" cy="508001"/>
          </a:xfrm>
          <a:prstGeom prst="rect">
            <a:avLst/>
          </a:prstGeom>
        </p:spPr>
        <p:txBody>
          <a:bodyPr anchor="b"/>
          <a:lstStyle>
            <a:lvl1pPr marL="0" indent="0">
              <a:lnSpc>
                <a:spcPct val="110000"/>
              </a:lnSpc>
              <a:spcBef>
                <a:spcPts val="0"/>
              </a:spcBef>
              <a:buClrTx/>
              <a:buSzTx/>
              <a:buFontTx/>
              <a:buNone/>
              <a:defRPr sz="2390" i="1"/>
            </a:lvl1pPr>
            <a:lvl2pPr marL="779862" indent="-311944">
              <a:lnSpc>
                <a:spcPct val="110000"/>
              </a:lnSpc>
              <a:spcBef>
                <a:spcPts val="0"/>
              </a:spcBef>
              <a:buClrTx/>
              <a:buFontTx/>
              <a:defRPr sz="2390" i="1"/>
            </a:lvl2pPr>
            <a:lvl3pPr marL="1247780" indent="-311944">
              <a:lnSpc>
                <a:spcPct val="110000"/>
              </a:lnSpc>
              <a:spcBef>
                <a:spcPts val="0"/>
              </a:spcBef>
              <a:buClrTx/>
              <a:buFontTx/>
              <a:defRPr sz="2390" i="1"/>
            </a:lvl3pPr>
            <a:lvl4pPr marL="1715697" indent="-311944">
              <a:lnSpc>
                <a:spcPct val="110000"/>
              </a:lnSpc>
              <a:spcBef>
                <a:spcPts val="0"/>
              </a:spcBef>
              <a:buClrTx/>
              <a:buFontTx/>
              <a:defRPr sz="2390" i="1"/>
            </a:lvl4pPr>
            <a:lvl5pPr marL="2183615" indent="-311944">
              <a:lnSpc>
                <a:spcPct val="110000"/>
              </a:lnSpc>
              <a:spcBef>
                <a:spcPts val="0"/>
              </a:spcBef>
              <a:buClrTx/>
              <a:buFontTx/>
              <a:defRPr sz="2390" i="1"/>
            </a:lvl5pPr>
          </a:lstStyle>
          <a:p>
            <a:r>
              <a:t>Texte niveau 1</a:t>
            </a:r>
          </a:p>
          <a:p>
            <a:pPr lvl="1"/>
            <a:r>
              <a:t>Texte niveau 2</a:t>
            </a:r>
          </a:p>
          <a:p>
            <a:pPr lvl="2"/>
            <a:r>
              <a:t>Texte niveau 3</a:t>
            </a:r>
          </a:p>
          <a:p>
            <a:pPr lvl="3"/>
            <a:r>
              <a:t>Texte niveau 4</a:t>
            </a:r>
          </a:p>
          <a:p>
            <a:pPr lvl="4"/>
            <a:r>
              <a:t>Texte niveau 5</a:t>
            </a:r>
          </a:p>
        </p:txBody>
      </p:sp>
      <p:sp>
        <p:nvSpPr>
          <p:cNvPr id="51" name="Image"/>
          <p:cNvSpPr>
            <a:spLocks noGrp="1"/>
          </p:cNvSpPr>
          <p:nvPr>
            <p:ph type="pic" sz="half" idx="21"/>
          </p:nvPr>
        </p:nvSpPr>
        <p:spPr>
          <a:xfrm>
            <a:off x="6704698" y="590551"/>
            <a:ext cx="5806885" cy="8509000"/>
          </a:xfrm>
          <a:prstGeom prst="rect">
            <a:avLst/>
          </a:prstGeom>
        </p:spPr>
        <p:txBody>
          <a:bodyPr lIns="91439" tIns="45719" rIns="91439" bIns="45719" anchor="t">
            <a:noAutofit/>
          </a:bodyPr>
          <a:lstStyle/>
          <a:p>
            <a:endParaRPr/>
          </a:p>
        </p:txBody>
      </p:sp>
      <p:sp>
        <p:nvSpPr>
          <p:cNvPr id="52" name="Texte du titre"/>
          <p:cNvSpPr txBox="1">
            <a:spLocks noGrp="1"/>
          </p:cNvSpPr>
          <p:nvPr>
            <p:ph type="title"/>
          </p:nvPr>
        </p:nvSpPr>
        <p:spPr>
          <a:xfrm>
            <a:off x="508001" y="2806701"/>
            <a:ext cx="5676900" cy="2032000"/>
          </a:xfrm>
          <a:prstGeom prst="rect">
            <a:avLst/>
          </a:prstGeom>
        </p:spPr>
        <p:txBody>
          <a:bodyPr/>
          <a:lstStyle>
            <a:lvl1pPr algn="l">
              <a:defRPr sz="4083">
                <a:solidFill>
                  <a:srgbClr val="008F00"/>
                </a:solidFill>
              </a:defRPr>
            </a:lvl1pPr>
          </a:lstStyle>
          <a:p>
            <a:r>
              <a:t>Texte du titre</a:t>
            </a:r>
          </a:p>
        </p:txBody>
      </p:sp>
      <p:sp>
        <p:nvSpPr>
          <p:cNvPr id="53" name="Texte niveau 1…"/>
          <p:cNvSpPr txBox="1">
            <a:spLocks noGrp="1"/>
          </p:cNvSpPr>
          <p:nvPr>
            <p:ph type="body" sz="quarter" idx="22"/>
          </p:nvPr>
        </p:nvSpPr>
        <p:spPr>
          <a:xfrm>
            <a:off x="508001" y="5029200"/>
            <a:ext cx="5676900" cy="4013200"/>
          </a:xfrm>
          <a:prstGeom prst="rect">
            <a:avLst/>
          </a:prstGeom>
        </p:spPr>
        <p:txBody>
          <a:bodyPr anchor="t"/>
          <a:lstStyle>
            <a:lvl1pPr marL="0" indent="0">
              <a:spcBef>
                <a:spcPts val="0"/>
              </a:spcBef>
              <a:buClrTx/>
              <a:buSzTx/>
              <a:buFontTx/>
              <a:buNone/>
              <a:defRPr sz="2400"/>
            </a:lvl1pPr>
          </a:lstStyle>
          <a:p>
            <a:pPr marL="0" indent="0">
              <a:spcBef>
                <a:spcPts val="0"/>
              </a:spcBef>
              <a:buClrTx/>
              <a:buSzTx/>
              <a:buFontTx/>
              <a:buNone/>
              <a:defRPr sz="2400"/>
            </a:pPr>
            <a:endParaRPr/>
          </a:p>
        </p:txBody>
      </p:sp>
      <p:sp>
        <p:nvSpPr>
          <p:cNvPr id="54"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extLst>
      <p:ext uri="{BB962C8B-B14F-4D97-AF65-F5344CB8AC3E}">
        <p14:creationId xmlns:p14="http://schemas.microsoft.com/office/powerpoint/2010/main" val="303748596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re - Haut">
    <p:spTree>
      <p:nvGrpSpPr>
        <p:cNvPr id="1" name=""/>
        <p:cNvGrpSpPr/>
        <p:nvPr/>
      </p:nvGrpSpPr>
      <p:grpSpPr>
        <a:xfrm>
          <a:off x="0" y="0"/>
          <a:ext cx="0" cy="0"/>
          <a:chOff x="0" y="0"/>
          <a:chExt cx="0" cy="0"/>
        </a:xfrm>
      </p:grpSpPr>
      <p:sp>
        <p:nvSpPr>
          <p:cNvPr id="61" name="Texte du titre"/>
          <p:cNvSpPr txBox="1">
            <a:spLocks noGrp="1"/>
          </p:cNvSpPr>
          <p:nvPr>
            <p:ph type="title"/>
          </p:nvPr>
        </p:nvSpPr>
        <p:spPr>
          <a:xfrm>
            <a:off x="508000" y="3276601"/>
            <a:ext cx="11988800" cy="1219200"/>
          </a:xfrm>
          <a:prstGeom prst="rect">
            <a:avLst/>
          </a:prstGeom>
        </p:spPr>
        <p:txBody>
          <a:bodyPr/>
          <a:lstStyle/>
          <a:p>
            <a:r>
              <a:t>Texte du titre</a:t>
            </a:r>
          </a:p>
        </p:txBody>
      </p:sp>
      <p:sp>
        <p:nvSpPr>
          <p:cNvPr id="62"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extLst>
      <p:ext uri="{BB962C8B-B14F-4D97-AF65-F5344CB8AC3E}">
        <p14:creationId xmlns:p14="http://schemas.microsoft.com/office/powerpoint/2010/main" val="393934179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itre et puces">
    <p:spTree>
      <p:nvGrpSpPr>
        <p:cNvPr id="1" name=""/>
        <p:cNvGrpSpPr/>
        <p:nvPr/>
      </p:nvGrpSpPr>
      <p:grpSpPr>
        <a:xfrm>
          <a:off x="0" y="0"/>
          <a:ext cx="0" cy="0"/>
          <a:chOff x="0" y="0"/>
          <a:chExt cx="0" cy="0"/>
        </a:xfrm>
      </p:grpSpPr>
      <p:sp>
        <p:nvSpPr>
          <p:cNvPr id="69" name="Texte du titre"/>
          <p:cNvSpPr txBox="1">
            <a:spLocks noGrp="1"/>
          </p:cNvSpPr>
          <p:nvPr>
            <p:ph type="title"/>
          </p:nvPr>
        </p:nvSpPr>
        <p:spPr>
          <a:prstGeom prst="rect">
            <a:avLst/>
          </a:prstGeom>
        </p:spPr>
        <p:txBody>
          <a:bodyPr/>
          <a:lstStyle/>
          <a:p>
            <a:r>
              <a:t>Texte du titre</a:t>
            </a:r>
          </a:p>
        </p:txBody>
      </p:sp>
      <p:sp>
        <p:nvSpPr>
          <p:cNvPr id="70" name="Texte niveau 1…"/>
          <p:cNvSpPr txBox="1">
            <a:spLocks noGrp="1"/>
          </p:cNvSpPr>
          <p:nvPr>
            <p:ph type="body" idx="1"/>
          </p:nvPr>
        </p:nvSpPr>
        <p:spPr>
          <a:prstGeom prst="rect">
            <a:avLst/>
          </a:prstGeom>
        </p:spPr>
        <p:txBody>
          <a:bodyPr/>
          <a:lstStyle/>
          <a:p>
            <a:r>
              <a:t>Texte niveau 1</a:t>
            </a:r>
          </a:p>
          <a:p>
            <a:pPr lvl="1"/>
            <a:r>
              <a:t>Texte niveau 2</a:t>
            </a:r>
          </a:p>
          <a:p>
            <a:pPr lvl="2"/>
            <a:r>
              <a:t>Texte niveau 3</a:t>
            </a:r>
          </a:p>
          <a:p>
            <a:pPr lvl="3"/>
            <a:r>
              <a:t>Texte niveau 4</a:t>
            </a:r>
          </a:p>
          <a:p>
            <a:pPr lvl="4"/>
            <a:r>
              <a:t>Texte niveau 5</a:t>
            </a:r>
          </a:p>
        </p:txBody>
      </p:sp>
      <p:sp>
        <p:nvSpPr>
          <p:cNvPr id="71"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extLst>
      <p:ext uri="{BB962C8B-B14F-4D97-AF65-F5344CB8AC3E}">
        <p14:creationId xmlns:p14="http://schemas.microsoft.com/office/powerpoint/2010/main" val="1372402165"/>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Titre, puces et photo">
    <p:spTree>
      <p:nvGrpSpPr>
        <p:cNvPr id="1" name=""/>
        <p:cNvGrpSpPr/>
        <p:nvPr/>
      </p:nvGrpSpPr>
      <p:grpSpPr>
        <a:xfrm>
          <a:off x="0" y="0"/>
          <a:ext cx="0" cy="0"/>
          <a:chOff x="0" y="0"/>
          <a:chExt cx="0" cy="0"/>
        </a:xfrm>
      </p:grpSpPr>
      <p:sp>
        <p:nvSpPr>
          <p:cNvPr id="78" name="Image"/>
          <p:cNvSpPr>
            <a:spLocks noGrp="1"/>
          </p:cNvSpPr>
          <p:nvPr>
            <p:ph type="pic" sz="half" idx="21"/>
          </p:nvPr>
        </p:nvSpPr>
        <p:spPr>
          <a:xfrm>
            <a:off x="6819900" y="1739901"/>
            <a:ext cx="5575300" cy="8169655"/>
          </a:xfrm>
          <a:prstGeom prst="rect">
            <a:avLst/>
          </a:prstGeom>
        </p:spPr>
        <p:txBody>
          <a:bodyPr lIns="91439" tIns="45719" rIns="91439" bIns="45719" anchor="t">
            <a:noAutofit/>
          </a:bodyPr>
          <a:lstStyle/>
          <a:p>
            <a:endParaRPr/>
          </a:p>
        </p:txBody>
      </p:sp>
      <p:sp>
        <p:nvSpPr>
          <p:cNvPr id="79" name="Texte du titre"/>
          <p:cNvSpPr txBox="1">
            <a:spLocks noGrp="1"/>
          </p:cNvSpPr>
          <p:nvPr>
            <p:ph type="title"/>
          </p:nvPr>
        </p:nvSpPr>
        <p:spPr>
          <a:prstGeom prst="rect">
            <a:avLst/>
          </a:prstGeom>
        </p:spPr>
        <p:txBody>
          <a:bodyPr/>
          <a:lstStyle/>
          <a:p>
            <a:r>
              <a:t>Texte du titre</a:t>
            </a:r>
          </a:p>
        </p:txBody>
      </p:sp>
      <p:sp>
        <p:nvSpPr>
          <p:cNvPr id="80" name="Texte niveau 1…"/>
          <p:cNvSpPr txBox="1">
            <a:spLocks noGrp="1"/>
          </p:cNvSpPr>
          <p:nvPr>
            <p:ph type="body" sz="half" idx="1"/>
          </p:nvPr>
        </p:nvSpPr>
        <p:spPr>
          <a:xfrm>
            <a:off x="508001" y="2730499"/>
            <a:ext cx="5816600" cy="6350000"/>
          </a:xfrm>
          <a:prstGeom prst="rect">
            <a:avLst/>
          </a:prstGeom>
        </p:spPr>
        <p:txBody>
          <a:bodyPr/>
          <a:lstStyle>
            <a:lvl1pPr marL="392039" indent="-392039">
              <a:spcBef>
                <a:spcPts val="1792"/>
              </a:spcBef>
              <a:buSzPct val="65000"/>
              <a:defRPr sz="2987"/>
            </a:lvl1pPr>
            <a:lvl2pPr marL="784078" indent="-392039">
              <a:spcBef>
                <a:spcPts val="1792"/>
              </a:spcBef>
              <a:buSzPct val="65000"/>
              <a:defRPr sz="2987"/>
            </a:lvl2pPr>
            <a:lvl3pPr marL="1176117" indent="-392039">
              <a:spcBef>
                <a:spcPts val="1792"/>
              </a:spcBef>
              <a:buSzPct val="65000"/>
              <a:defRPr sz="2987"/>
            </a:lvl3pPr>
            <a:lvl4pPr marL="1568156" indent="-392039">
              <a:spcBef>
                <a:spcPts val="1792"/>
              </a:spcBef>
              <a:buSzPct val="65000"/>
              <a:defRPr sz="2987"/>
            </a:lvl4pPr>
            <a:lvl5pPr marL="1960195" indent="-392039">
              <a:spcBef>
                <a:spcPts val="1792"/>
              </a:spcBef>
              <a:buSzPct val="65000"/>
              <a:defRPr sz="2987"/>
            </a:lvl5pPr>
          </a:lstStyle>
          <a:p>
            <a:r>
              <a:t>Texte niveau 1</a:t>
            </a:r>
          </a:p>
          <a:p>
            <a:pPr lvl="1"/>
            <a:r>
              <a:t>Texte niveau 2</a:t>
            </a:r>
          </a:p>
          <a:p>
            <a:pPr lvl="2"/>
            <a:r>
              <a:t>Texte niveau 3</a:t>
            </a:r>
          </a:p>
          <a:p>
            <a:pPr lvl="3"/>
            <a:r>
              <a:t>Texte niveau 4</a:t>
            </a:r>
          </a:p>
          <a:p>
            <a:pPr lvl="4"/>
            <a:r>
              <a:t>Texte niveau 5</a:t>
            </a:r>
          </a:p>
        </p:txBody>
      </p:sp>
      <p:sp>
        <p:nvSpPr>
          <p:cNvPr id="81"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extLst>
      <p:ext uri="{BB962C8B-B14F-4D97-AF65-F5344CB8AC3E}">
        <p14:creationId xmlns:p14="http://schemas.microsoft.com/office/powerpoint/2010/main" val="1675516071"/>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cSld name="Puces">
    <p:spTree>
      <p:nvGrpSpPr>
        <p:cNvPr id="1" name=""/>
        <p:cNvGrpSpPr/>
        <p:nvPr/>
      </p:nvGrpSpPr>
      <p:grpSpPr>
        <a:xfrm>
          <a:off x="0" y="0"/>
          <a:ext cx="0" cy="0"/>
          <a:chOff x="0" y="0"/>
          <a:chExt cx="0" cy="0"/>
        </a:xfrm>
      </p:grpSpPr>
      <p:sp>
        <p:nvSpPr>
          <p:cNvPr id="88" name="Texte niveau 1…"/>
          <p:cNvSpPr txBox="1">
            <a:spLocks noGrp="1"/>
          </p:cNvSpPr>
          <p:nvPr>
            <p:ph type="body" idx="1"/>
          </p:nvPr>
        </p:nvSpPr>
        <p:spPr>
          <a:xfrm>
            <a:off x="508000" y="1270000"/>
            <a:ext cx="11988800" cy="7213600"/>
          </a:xfrm>
          <a:prstGeom prst="rect">
            <a:avLst/>
          </a:prstGeom>
        </p:spPr>
        <p:txBody>
          <a:bodyPr/>
          <a:lstStyle/>
          <a:p>
            <a:r>
              <a:t>Texte niveau 1</a:t>
            </a:r>
          </a:p>
          <a:p>
            <a:pPr lvl="1"/>
            <a:r>
              <a:t>Texte niveau 2</a:t>
            </a:r>
          </a:p>
          <a:p>
            <a:pPr lvl="2"/>
            <a:r>
              <a:t>Texte niveau 3</a:t>
            </a:r>
          </a:p>
          <a:p>
            <a:pPr lvl="3"/>
            <a:r>
              <a:t>Texte niveau 4</a:t>
            </a:r>
          </a:p>
          <a:p>
            <a:pPr lvl="4"/>
            <a:r>
              <a:t>Texte niveau 5</a:t>
            </a:r>
          </a:p>
        </p:txBody>
      </p:sp>
      <p:sp>
        <p:nvSpPr>
          <p:cNvPr id="89"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extLst>
      <p:ext uri="{BB962C8B-B14F-4D97-AF65-F5344CB8AC3E}">
        <p14:creationId xmlns:p14="http://schemas.microsoft.com/office/powerpoint/2010/main" val="234390098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3 photos">
    <p:spTree>
      <p:nvGrpSpPr>
        <p:cNvPr id="1" name=""/>
        <p:cNvGrpSpPr/>
        <p:nvPr/>
      </p:nvGrpSpPr>
      <p:grpSpPr>
        <a:xfrm>
          <a:off x="0" y="0"/>
          <a:ext cx="0" cy="0"/>
          <a:chOff x="0" y="0"/>
          <a:chExt cx="0" cy="0"/>
        </a:xfrm>
      </p:grpSpPr>
      <p:sp>
        <p:nvSpPr>
          <p:cNvPr id="96" name="Image"/>
          <p:cNvSpPr>
            <a:spLocks noGrp="1"/>
          </p:cNvSpPr>
          <p:nvPr>
            <p:ph type="pic" sz="half" idx="21"/>
          </p:nvPr>
        </p:nvSpPr>
        <p:spPr>
          <a:xfrm>
            <a:off x="6260986" y="4406901"/>
            <a:ext cx="6697780" cy="4711700"/>
          </a:xfrm>
          <a:prstGeom prst="rect">
            <a:avLst/>
          </a:prstGeom>
        </p:spPr>
        <p:txBody>
          <a:bodyPr lIns="91439" tIns="45719" rIns="91439" bIns="45719" anchor="t">
            <a:noAutofit/>
          </a:bodyPr>
          <a:lstStyle/>
          <a:p>
            <a:endParaRPr/>
          </a:p>
        </p:txBody>
      </p:sp>
      <p:sp>
        <p:nvSpPr>
          <p:cNvPr id="97" name="Image"/>
          <p:cNvSpPr>
            <a:spLocks noGrp="1"/>
          </p:cNvSpPr>
          <p:nvPr>
            <p:ph type="pic" sz="quarter" idx="22"/>
          </p:nvPr>
        </p:nvSpPr>
        <p:spPr>
          <a:xfrm>
            <a:off x="6680201" y="635000"/>
            <a:ext cx="5829302" cy="3517900"/>
          </a:xfrm>
          <a:prstGeom prst="rect">
            <a:avLst/>
          </a:prstGeom>
        </p:spPr>
        <p:txBody>
          <a:bodyPr lIns="91439" tIns="45719" rIns="91439" bIns="45719" anchor="t">
            <a:noAutofit/>
          </a:bodyPr>
          <a:lstStyle/>
          <a:p>
            <a:endParaRPr/>
          </a:p>
        </p:txBody>
      </p:sp>
      <p:sp>
        <p:nvSpPr>
          <p:cNvPr id="98" name="Image"/>
          <p:cNvSpPr>
            <a:spLocks noGrp="1"/>
          </p:cNvSpPr>
          <p:nvPr>
            <p:ph type="pic" sz="half" idx="23"/>
          </p:nvPr>
        </p:nvSpPr>
        <p:spPr>
          <a:xfrm>
            <a:off x="482601" y="609601"/>
            <a:ext cx="5728881" cy="8394699"/>
          </a:xfrm>
          <a:prstGeom prst="rect">
            <a:avLst/>
          </a:prstGeom>
        </p:spPr>
        <p:txBody>
          <a:bodyPr lIns="91439" tIns="45719" rIns="91439" bIns="45719" anchor="t">
            <a:noAutofit/>
          </a:bodyPr>
          <a:lstStyle/>
          <a:p>
            <a:endParaRPr/>
          </a:p>
        </p:txBody>
      </p:sp>
      <p:sp>
        <p:nvSpPr>
          <p:cNvPr id="99"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extLst>
      <p:ext uri="{BB962C8B-B14F-4D97-AF65-F5344CB8AC3E}">
        <p14:creationId xmlns:p14="http://schemas.microsoft.com/office/powerpoint/2010/main" val="1238635520"/>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cSld name="Citation">
    <p:spTree>
      <p:nvGrpSpPr>
        <p:cNvPr id="1" name=""/>
        <p:cNvGrpSpPr/>
        <p:nvPr/>
      </p:nvGrpSpPr>
      <p:grpSpPr>
        <a:xfrm>
          <a:off x="0" y="0"/>
          <a:ext cx="0" cy="0"/>
          <a:chOff x="0" y="0"/>
          <a:chExt cx="0" cy="0"/>
        </a:xfrm>
      </p:grpSpPr>
      <p:sp>
        <p:nvSpPr>
          <p:cNvPr id="106" name="Texte niveau 1…"/>
          <p:cNvSpPr txBox="1">
            <a:spLocks noGrp="1"/>
          </p:cNvSpPr>
          <p:nvPr>
            <p:ph type="body" sz="quarter" idx="1"/>
          </p:nvPr>
        </p:nvSpPr>
        <p:spPr>
          <a:xfrm>
            <a:off x="533401" y="5969000"/>
            <a:ext cx="11938001" cy="609601"/>
          </a:xfrm>
          <a:prstGeom prst="rect">
            <a:avLst/>
          </a:prstGeom>
        </p:spPr>
        <p:txBody>
          <a:bodyPr anchor="t"/>
          <a:lstStyle>
            <a:lvl1pPr marL="0" indent="0" algn="ctr">
              <a:spcBef>
                <a:spcPts val="1195"/>
              </a:spcBef>
              <a:buClrTx/>
              <a:buSzTx/>
              <a:buFontTx/>
              <a:buNone/>
              <a:defRPr sz="2987" i="1"/>
            </a:lvl1pPr>
            <a:lvl2pPr marL="857848" indent="-389931" algn="ctr">
              <a:spcBef>
                <a:spcPts val="1195"/>
              </a:spcBef>
              <a:buClrTx/>
              <a:buFontTx/>
              <a:defRPr sz="2987" i="1"/>
            </a:lvl2pPr>
            <a:lvl3pPr marL="1325766" indent="-389931" algn="ctr">
              <a:spcBef>
                <a:spcPts val="1195"/>
              </a:spcBef>
              <a:buClrTx/>
              <a:buFontTx/>
              <a:defRPr sz="2987" i="1"/>
            </a:lvl3pPr>
            <a:lvl4pPr marL="1793683" indent="-389931" algn="ctr">
              <a:spcBef>
                <a:spcPts val="1195"/>
              </a:spcBef>
              <a:buClrTx/>
              <a:buFontTx/>
              <a:defRPr sz="2987" i="1"/>
            </a:lvl4pPr>
            <a:lvl5pPr marL="2261601" indent="-389931" algn="ctr">
              <a:spcBef>
                <a:spcPts val="1195"/>
              </a:spcBef>
              <a:buClrTx/>
              <a:buFontTx/>
              <a:defRPr sz="2987" i="1"/>
            </a:lvl5pPr>
          </a:lstStyle>
          <a:p>
            <a:r>
              <a:t>Texte niveau 1</a:t>
            </a:r>
          </a:p>
          <a:p>
            <a:pPr lvl="1"/>
            <a:r>
              <a:t>Texte niveau 2</a:t>
            </a:r>
          </a:p>
          <a:p>
            <a:pPr lvl="2"/>
            <a:r>
              <a:t>Texte niveau 3</a:t>
            </a:r>
          </a:p>
          <a:p>
            <a:pPr lvl="3"/>
            <a:r>
              <a:t>Texte niveau 4</a:t>
            </a:r>
          </a:p>
          <a:p>
            <a:pPr lvl="4"/>
            <a:r>
              <a:t>Texte niveau 5</a:t>
            </a:r>
          </a:p>
        </p:txBody>
      </p:sp>
      <p:sp>
        <p:nvSpPr>
          <p:cNvPr id="107" name="« Saisissez une citation ici. »"/>
          <p:cNvSpPr txBox="1">
            <a:spLocks noGrp="1"/>
          </p:cNvSpPr>
          <p:nvPr>
            <p:ph type="body" sz="quarter" idx="21"/>
          </p:nvPr>
        </p:nvSpPr>
        <p:spPr>
          <a:xfrm>
            <a:off x="1270000" y="4254501"/>
            <a:ext cx="10464800" cy="711200"/>
          </a:xfrm>
          <a:prstGeom prst="rect">
            <a:avLst/>
          </a:prstGeom>
        </p:spPr>
        <p:txBody>
          <a:bodyPr/>
          <a:lstStyle>
            <a:lvl1pPr marL="0" indent="0" algn="ctr">
              <a:spcBef>
                <a:spcPts val="0"/>
              </a:spcBef>
              <a:buClrTx/>
              <a:buSzTx/>
              <a:buFontTx/>
              <a:buNone/>
              <a:defRPr/>
            </a:lvl1pPr>
          </a:lstStyle>
          <a:p>
            <a:pPr marL="0" indent="0" algn="ctr">
              <a:spcBef>
                <a:spcPts val="0"/>
              </a:spcBef>
              <a:buClrTx/>
              <a:buSzTx/>
              <a:buFontTx/>
              <a:buNone/>
            </a:pPr>
            <a:endParaRPr/>
          </a:p>
        </p:txBody>
      </p:sp>
      <p:sp>
        <p:nvSpPr>
          <p:cNvPr id="108"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extLst>
      <p:ext uri="{BB962C8B-B14F-4D97-AF65-F5344CB8AC3E}">
        <p14:creationId xmlns:p14="http://schemas.microsoft.com/office/powerpoint/2010/main" val="1887528480"/>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
  <p:cSld name="Photo">
    <p:spTree>
      <p:nvGrpSpPr>
        <p:cNvPr id="1" name=""/>
        <p:cNvGrpSpPr/>
        <p:nvPr/>
      </p:nvGrpSpPr>
      <p:grpSpPr>
        <a:xfrm>
          <a:off x="0" y="0"/>
          <a:ext cx="0" cy="0"/>
          <a:chOff x="0" y="0"/>
          <a:chExt cx="0" cy="0"/>
        </a:xfrm>
      </p:grpSpPr>
      <p:sp>
        <p:nvSpPr>
          <p:cNvPr id="115" name="Image"/>
          <p:cNvSpPr>
            <a:spLocks noGrp="1"/>
          </p:cNvSpPr>
          <p:nvPr>
            <p:ph type="pic" idx="21"/>
          </p:nvPr>
        </p:nvSpPr>
        <p:spPr>
          <a:xfrm>
            <a:off x="-901700" y="-126999"/>
            <a:ext cx="14211300" cy="9997255"/>
          </a:xfrm>
          <a:prstGeom prst="rect">
            <a:avLst/>
          </a:prstGeom>
        </p:spPr>
        <p:txBody>
          <a:bodyPr lIns="91439" tIns="45719" rIns="91439" bIns="45719" anchor="t">
            <a:noAutofit/>
          </a:bodyPr>
          <a:lstStyle/>
          <a:p>
            <a:endParaRPr/>
          </a:p>
        </p:txBody>
      </p:sp>
      <p:sp>
        <p:nvSpPr>
          <p:cNvPr id="116"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extLst>
      <p:ext uri="{BB962C8B-B14F-4D97-AF65-F5344CB8AC3E}">
        <p14:creationId xmlns:p14="http://schemas.microsoft.com/office/powerpoint/2010/main" val="2568121882"/>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
  <p:cSld name="Vierge">
    <p:spTree>
      <p:nvGrpSpPr>
        <p:cNvPr id="1" name=""/>
        <p:cNvGrpSpPr/>
        <p:nvPr/>
      </p:nvGrpSpPr>
      <p:grpSpPr>
        <a:xfrm>
          <a:off x="0" y="0"/>
          <a:ext cx="0" cy="0"/>
          <a:chOff x="0" y="0"/>
          <a:chExt cx="0" cy="0"/>
        </a:xfrm>
      </p:grpSpPr>
      <p:sp>
        <p:nvSpPr>
          <p:cNvPr id="123"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extLst>
      <p:ext uri="{BB962C8B-B14F-4D97-AF65-F5344CB8AC3E}">
        <p14:creationId xmlns:p14="http://schemas.microsoft.com/office/powerpoint/2010/main" val="3080186590"/>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
  <p:cSld name="1_Titre et puces">
    <p:spTree>
      <p:nvGrpSpPr>
        <p:cNvPr id="1" name=""/>
        <p:cNvGrpSpPr/>
        <p:nvPr/>
      </p:nvGrpSpPr>
      <p:grpSpPr>
        <a:xfrm>
          <a:off x="0" y="0"/>
          <a:ext cx="0" cy="0"/>
          <a:chOff x="0" y="0"/>
          <a:chExt cx="0" cy="0"/>
        </a:xfrm>
      </p:grpSpPr>
      <p:sp>
        <p:nvSpPr>
          <p:cNvPr id="130" name="Ligne"/>
          <p:cNvSpPr/>
          <p:nvPr/>
        </p:nvSpPr>
        <p:spPr>
          <a:xfrm>
            <a:off x="2006600" y="2847976"/>
            <a:ext cx="8997971" cy="1"/>
          </a:xfrm>
          <a:prstGeom prst="line">
            <a:avLst/>
          </a:prstGeom>
          <a:ln w="3175">
            <a:solidFill>
              <a:srgbClr val="444444">
                <a:alpha val="30000"/>
              </a:srgbClr>
            </a:solidFill>
            <a:miter lim="400000"/>
          </a:ln>
        </p:spPr>
        <p:txBody>
          <a:bodyPr lIns="45525" tIns="45525" rIns="45525" bIns="45525"/>
          <a:lstStyle/>
          <a:p>
            <a:pPr defTabSz="583895"/>
            <a:endParaRPr sz="2552">
              <a:latin typeface="Bodoni SvtyTwo ITC TT-Book"/>
              <a:sym typeface="Bodoni SvtyTwo ITC TT-Book"/>
            </a:endParaRPr>
          </a:p>
        </p:txBody>
      </p:sp>
      <p:sp>
        <p:nvSpPr>
          <p:cNvPr id="131" name="Ligne"/>
          <p:cNvSpPr/>
          <p:nvPr/>
        </p:nvSpPr>
        <p:spPr>
          <a:xfrm>
            <a:off x="2006600" y="1695451"/>
            <a:ext cx="8997971" cy="1"/>
          </a:xfrm>
          <a:prstGeom prst="line">
            <a:avLst/>
          </a:prstGeom>
          <a:ln w="3175">
            <a:solidFill>
              <a:srgbClr val="444444">
                <a:alpha val="30000"/>
              </a:srgbClr>
            </a:solidFill>
            <a:miter lim="400000"/>
          </a:ln>
        </p:spPr>
        <p:txBody>
          <a:bodyPr lIns="45525" tIns="45525" rIns="45525" bIns="45525"/>
          <a:lstStyle/>
          <a:p>
            <a:pPr defTabSz="583895"/>
            <a:endParaRPr sz="2552">
              <a:latin typeface="Bodoni SvtyTwo ITC TT-Book"/>
              <a:sym typeface="Bodoni SvtyTwo ITC TT-Book"/>
            </a:endParaRPr>
          </a:p>
        </p:txBody>
      </p:sp>
      <p:sp>
        <p:nvSpPr>
          <p:cNvPr id="132" name="Texte du titre"/>
          <p:cNvSpPr txBox="1">
            <a:spLocks noGrp="1"/>
          </p:cNvSpPr>
          <p:nvPr>
            <p:ph type="title"/>
          </p:nvPr>
        </p:nvSpPr>
        <p:spPr>
          <a:xfrm>
            <a:off x="2006601" y="1819275"/>
            <a:ext cx="8991603" cy="914401"/>
          </a:xfrm>
          <a:prstGeom prst="rect">
            <a:avLst/>
          </a:prstGeom>
        </p:spPr>
        <p:txBody>
          <a:bodyPr lIns="38100" tIns="38100" rIns="38100" bIns="38100"/>
          <a:lstStyle>
            <a:lvl1pPr>
              <a:defRPr sz="6771"/>
            </a:lvl1pPr>
          </a:lstStyle>
          <a:p>
            <a:r>
              <a:t>Texte du titre</a:t>
            </a:r>
          </a:p>
        </p:txBody>
      </p:sp>
      <p:sp>
        <p:nvSpPr>
          <p:cNvPr id="133" name="Texte niveau 1…"/>
          <p:cNvSpPr txBox="1">
            <a:spLocks noGrp="1"/>
          </p:cNvSpPr>
          <p:nvPr>
            <p:ph type="body" sz="half" idx="1"/>
          </p:nvPr>
        </p:nvSpPr>
        <p:spPr>
          <a:xfrm>
            <a:off x="2006601" y="3190875"/>
            <a:ext cx="8991603" cy="4572002"/>
          </a:xfrm>
          <a:prstGeom prst="rect">
            <a:avLst/>
          </a:prstGeom>
        </p:spPr>
        <p:txBody>
          <a:bodyPr lIns="38100" tIns="38100" rIns="38100" bIns="38100"/>
          <a:lstStyle>
            <a:lvl1pPr marL="441921" indent="-441921">
              <a:defRPr sz="3386"/>
            </a:lvl1pPr>
            <a:lvl2pPr marL="909839" indent="-441921">
              <a:defRPr sz="3386"/>
            </a:lvl2pPr>
            <a:lvl3pPr marL="1377756" indent="-441922">
              <a:defRPr sz="3386"/>
            </a:lvl3pPr>
            <a:lvl4pPr marL="1845674" indent="-441922">
              <a:defRPr sz="3386"/>
            </a:lvl4pPr>
            <a:lvl5pPr marL="2313591" indent="-441922">
              <a:defRPr sz="3386"/>
            </a:lvl5pPr>
          </a:lstStyle>
          <a:p>
            <a:r>
              <a:t>Texte niveau 1</a:t>
            </a:r>
          </a:p>
          <a:p>
            <a:pPr lvl="1"/>
            <a:r>
              <a:t>Texte niveau 2</a:t>
            </a:r>
          </a:p>
          <a:p>
            <a:pPr lvl="2"/>
            <a:r>
              <a:t>Texte niveau 3</a:t>
            </a:r>
          </a:p>
          <a:p>
            <a:pPr lvl="3"/>
            <a:r>
              <a:t>Texte niveau 4</a:t>
            </a:r>
          </a:p>
          <a:p>
            <a:pPr lvl="4"/>
            <a:r>
              <a:t>Texte niveau 5</a:t>
            </a:r>
          </a:p>
        </p:txBody>
      </p:sp>
      <p:sp>
        <p:nvSpPr>
          <p:cNvPr id="134" name="Numéro de diapositive"/>
          <p:cNvSpPr txBox="1">
            <a:spLocks noGrp="1"/>
          </p:cNvSpPr>
          <p:nvPr>
            <p:ph type="sldNum" sz="quarter" idx="2"/>
          </p:nvPr>
        </p:nvSpPr>
        <p:spPr>
          <a:xfrm>
            <a:off x="6277225" y="8162925"/>
            <a:ext cx="440825" cy="322076"/>
          </a:xfrm>
          <a:prstGeom prst="rect">
            <a:avLst/>
          </a:prstGeom>
        </p:spPr>
        <p:txBody>
          <a:bodyPr lIns="38100" tIns="38100" rIns="38100" bIns="38100"/>
          <a:lstStyle>
            <a:lvl1pPr>
              <a:defRPr sz="1593"/>
            </a:lvl1pPr>
          </a:lstStyle>
          <a:p>
            <a:fld id="{86CB4B4D-7CA3-9044-876B-883B54F8677D}" type="slidenum">
              <a:rPr/>
              <a:pPr/>
              <a:t>‹N°›</a:t>
            </a:fld>
            <a:endParaRPr/>
          </a:p>
        </p:txBody>
      </p:sp>
    </p:spTree>
    <p:extLst>
      <p:ext uri="{BB962C8B-B14F-4D97-AF65-F5344CB8AC3E}">
        <p14:creationId xmlns:p14="http://schemas.microsoft.com/office/powerpoint/2010/main" val="25922053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2.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5"/>
          <a:srcRect/>
          <a:stretch>
            <a:fillRect/>
          </a:stretch>
        </a:blipFill>
        <a:effectLst/>
      </p:bgPr>
    </p:bg>
    <p:spTree>
      <p:nvGrpSpPr>
        <p:cNvPr id="1" name=""/>
        <p:cNvGrpSpPr/>
        <p:nvPr/>
      </p:nvGrpSpPr>
      <p:grpSpPr>
        <a:xfrm>
          <a:off x="0" y="0"/>
          <a:ext cx="0" cy="0"/>
          <a:chOff x="0" y="0"/>
          <a:chExt cx="0" cy="0"/>
        </a:xfrm>
      </p:grpSpPr>
      <p:sp>
        <p:nvSpPr>
          <p:cNvPr id="2" name="Ligne"/>
          <p:cNvSpPr/>
          <p:nvPr/>
        </p:nvSpPr>
        <p:spPr>
          <a:xfrm>
            <a:off x="508000" y="2171700"/>
            <a:ext cx="11997292"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3" name="Ligne"/>
          <p:cNvSpPr/>
          <p:nvPr/>
        </p:nvSpPr>
        <p:spPr>
          <a:xfrm>
            <a:off x="508000" y="635000"/>
            <a:ext cx="11997292"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4" name="Texte du titre"/>
          <p:cNvSpPr txBox="1">
            <a:spLocks noGrp="1"/>
          </p:cNvSpPr>
          <p:nvPr>
            <p:ph type="title"/>
          </p:nvPr>
        </p:nvSpPr>
        <p:spPr>
          <a:xfrm>
            <a:off x="508000" y="3276600"/>
            <a:ext cx="11988800" cy="1219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Texte du titre</a:t>
            </a:r>
          </a:p>
        </p:txBody>
      </p:sp>
      <p:sp>
        <p:nvSpPr>
          <p:cNvPr id="5" name="Texte niveau 1…"/>
          <p:cNvSpPr txBox="1">
            <a:spLocks noGrp="1"/>
          </p:cNvSpPr>
          <p:nvPr>
            <p:ph type="body" idx="1"/>
          </p:nvPr>
        </p:nvSpPr>
        <p:spPr>
          <a:xfrm>
            <a:off x="508000" y="2628900"/>
            <a:ext cx="11988800" cy="609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Texte niveau 1</a:t>
            </a:r>
          </a:p>
          <a:p>
            <a:pPr lvl="1"/>
            <a:r>
              <a:t>Texte niveau 2</a:t>
            </a:r>
          </a:p>
          <a:p>
            <a:pPr lvl="2"/>
            <a:r>
              <a:t>Texte niveau 3</a:t>
            </a:r>
          </a:p>
          <a:p>
            <a:pPr lvl="3"/>
            <a:r>
              <a:t>Texte niveau 4</a:t>
            </a:r>
          </a:p>
          <a:p>
            <a:pPr lvl="4"/>
            <a:r>
              <a:t>Texte niveau 5</a:t>
            </a:r>
          </a:p>
        </p:txBody>
      </p:sp>
      <p:sp>
        <p:nvSpPr>
          <p:cNvPr id="6" name="Numéro de diapositive"/>
          <p:cNvSpPr txBox="1">
            <a:spLocks noGrp="1"/>
          </p:cNvSpPr>
          <p:nvPr>
            <p:ph type="sldNum" sz="quarter" idx="2"/>
          </p:nvPr>
        </p:nvSpPr>
        <p:spPr>
          <a:xfrm>
            <a:off x="6324599" y="9258300"/>
            <a:ext cx="342901" cy="406400"/>
          </a:xfrm>
          <a:prstGeom prst="rect">
            <a:avLst/>
          </a:prstGeom>
          <a:ln w="12700">
            <a:miter lim="400000"/>
          </a:ln>
        </p:spPr>
        <p:txBody>
          <a:bodyPr wrap="none" lIns="50800" tIns="50800" rIns="50800" bIns="50800">
            <a:spAutoFit/>
          </a:bodyPr>
          <a:lstStyle>
            <a:lvl1pPr>
              <a:defRPr sz="1800">
                <a:solidFill>
                  <a:srgbClr val="4C4946"/>
                </a:solidFill>
              </a:defRPr>
            </a:lvl1pPr>
          </a:lstStyle>
          <a:p>
            <a:fld id="{86CB4B4D-7CA3-9044-876B-883B54F8677D}"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txStyles>
    <p:titleStyle>
      <a:lvl1pPr marL="0" marR="0" indent="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1pPr>
      <a:lvl2pPr marL="0" marR="0" indent="2286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2pPr>
      <a:lvl3pPr marL="0" marR="0" indent="4572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3pPr>
      <a:lvl4pPr marL="0" marR="0" indent="6858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4pPr>
      <a:lvl5pPr marL="0" marR="0" indent="9144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5pPr>
      <a:lvl6pPr marL="0" marR="0" indent="11430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6pPr>
      <a:lvl7pPr marL="0" marR="0" indent="13716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7pPr>
      <a:lvl8pPr marL="0" marR="0" indent="16002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8pPr>
      <a:lvl9pPr marL="0" marR="0" indent="18288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9pPr>
    </p:titleStyle>
    <p:bodyStyle>
      <a:lvl1pPr marL="4699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1pPr>
      <a:lvl2pPr marL="9398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2pPr>
      <a:lvl3pPr marL="14097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3pPr>
      <a:lvl4pPr marL="18796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4pPr>
      <a:lvl5pPr marL="23495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5pPr>
      <a:lvl6pPr marL="28194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6pPr>
      <a:lvl7pPr marL="32893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7pPr>
      <a:lvl8pPr marL="37592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8pPr>
      <a:lvl9pPr marL="42291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9pPr>
    </p:bodyStyle>
    <p:otherStyle>
      <a:lvl1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1pPr>
      <a:lvl2pPr marL="0" marR="0" indent="2286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2pPr>
      <a:lvl3pPr marL="0" marR="0" indent="4572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3pPr>
      <a:lvl4pPr marL="0" marR="0" indent="6858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4pPr>
      <a:lvl5pPr marL="0" marR="0" indent="9144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5pPr>
      <a:lvl6pPr marL="0" marR="0" indent="11430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6pPr>
      <a:lvl7pPr marL="0" marR="0" indent="13716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7pPr>
      <a:lvl8pPr marL="0" marR="0" indent="16002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8pPr>
      <a:lvl9pPr marL="0" marR="0" indent="18288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5"/>
          <a:srcRect/>
          <a:stretch>
            <a:fillRect/>
          </a:stretch>
        </a:blipFill>
        <a:effectLst/>
      </p:bgPr>
    </p:bg>
    <p:spTree>
      <p:nvGrpSpPr>
        <p:cNvPr id="1" name=""/>
        <p:cNvGrpSpPr/>
        <p:nvPr/>
      </p:nvGrpSpPr>
      <p:grpSpPr>
        <a:xfrm>
          <a:off x="0" y="0"/>
          <a:ext cx="0" cy="0"/>
          <a:chOff x="0" y="0"/>
          <a:chExt cx="0" cy="0"/>
        </a:xfrm>
      </p:grpSpPr>
      <p:sp>
        <p:nvSpPr>
          <p:cNvPr id="2" name="Ligne"/>
          <p:cNvSpPr/>
          <p:nvPr/>
        </p:nvSpPr>
        <p:spPr>
          <a:xfrm>
            <a:off x="508000" y="2171701"/>
            <a:ext cx="11997294" cy="0"/>
          </a:xfrm>
          <a:prstGeom prst="line">
            <a:avLst/>
          </a:prstGeom>
          <a:ln w="12700">
            <a:solidFill>
              <a:srgbClr val="444444">
                <a:alpha val="30000"/>
              </a:srgbClr>
            </a:solidFill>
            <a:miter lim="400000"/>
          </a:ln>
        </p:spPr>
        <p:txBody>
          <a:bodyPr lIns="45525" tIns="45525" rIns="45525" bIns="45525"/>
          <a:lstStyle/>
          <a:p>
            <a:pPr defTabSz="583895"/>
            <a:endParaRPr sz="2552">
              <a:latin typeface="Bodoni SvtyTwo ITC TT-Book"/>
              <a:sym typeface="Bodoni SvtyTwo ITC TT-Book"/>
            </a:endParaRPr>
          </a:p>
        </p:txBody>
      </p:sp>
      <p:sp>
        <p:nvSpPr>
          <p:cNvPr id="3" name="Ligne"/>
          <p:cNvSpPr/>
          <p:nvPr/>
        </p:nvSpPr>
        <p:spPr>
          <a:xfrm>
            <a:off x="508000" y="634999"/>
            <a:ext cx="11997294" cy="0"/>
          </a:xfrm>
          <a:prstGeom prst="line">
            <a:avLst/>
          </a:prstGeom>
          <a:ln w="12700">
            <a:solidFill>
              <a:srgbClr val="444444">
                <a:alpha val="30000"/>
              </a:srgbClr>
            </a:solidFill>
            <a:miter lim="400000"/>
          </a:ln>
        </p:spPr>
        <p:txBody>
          <a:bodyPr lIns="45525" tIns="45525" rIns="45525" bIns="45525"/>
          <a:lstStyle/>
          <a:p>
            <a:pPr defTabSz="583895"/>
            <a:endParaRPr sz="2552">
              <a:latin typeface="Bodoni SvtyTwo ITC TT-Book"/>
              <a:sym typeface="Bodoni SvtyTwo ITC TT-Book"/>
            </a:endParaRPr>
          </a:p>
        </p:txBody>
      </p:sp>
      <p:sp>
        <p:nvSpPr>
          <p:cNvPr id="4" name="Texte du titre"/>
          <p:cNvSpPr txBox="1">
            <a:spLocks noGrp="1"/>
          </p:cNvSpPr>
          <p:nvPr>
            <p:ph type="title"/>
          </p:nvPr>
        </p:nvSpPr>
        <p:spPr>
          <a:xfrm>
            <a:off x="508000" y="800101"/>
            <a:ext cx="11988800" cy="1219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Texte du titre</a:t>
            </a:r>
          </a:p>
        </p:txBody>
      </p:sp>
      <p:sp>
        <p:nvSpPr>
          <p:cNvPr id="5" name="Texte niveau 1…"/>
          <p:cNvSpPr txBox="1">
            <a:spLocks noGrp="1"/>
          </p:cNvSpPr>
          <p:nvPr>
            <p:ph type="body" idx="1"/>
          </p:nvPr>
        </p:nvSpPr>
        <p:spPr>
          <a:xfrm>
            <a:off x="508000" y="2628901"/>
            <a:ext cx="11988800" cy="609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Texte niveau 1</a:t>
            </a:r>
          </a:p>
          <a:p>
            <a:pPr lvl="1"/>
            <a:r>
              <a:t>Texte niveau 2</a:t>
            </a:r>
          </a:p>
          <a:p>
            <a:pPr lvl="2"/>
            <a:r>
              <a:t>Texte niveau 3</a:t>
            </a:r>
          </a:p>
          <a:p>
            <a:pPr lvl="3"/>
            <a:r>
              <a:t>Texte niveau 4</a:t>
            </a:r>
          </a:p>
          <a:p>
            <a:pPr lvl="4"/>
            <a:r>
              <a:t>Texte niveau 5</a:t>
            </a:r>
          </a:p>
        </p:txBody>
      </p:sp>
      <p:sp>
        <p:nvSpPr>
          <p:cNvPr id="6" name="Numéro de diapositive"/>
          <p:cNvSpPr txBox="1">
            <a:spLocks noGrp="1"/>
          </p:cNvSpPr>
          <p:nvPr>
            <p:ph type="sldNum" sz="quarter" idx="2"/>
          </p:nvPr>
        </p:nvSpPr>
        <p:spPr>
          <a:xfrm>
            <a:off x="6238769" y="9258300"/>
            <a:ext cx="514564" cy="378373"/>
          </a:xfrm>
          <a:prstGeom prst="rect">
            <a:avLst/>
          </a:prstGeom>
          <a:ln w="12700">
            <a:miter lim="400000"/>
          </a:ln>
        </p:spPr>
        <p:txBody>
          <a:bodyPr wrap="none" lIns="50800" tIns="50800" rIns="50800" bIns="50800">
            <a:spAutoFit/>
          </a:bodyPr>
          <a:lstStyle>
            <a:lvl1pPr>
              <a:defRPr sz="1792">
                <a:solidFill>
                  <a:srgbClr val="4C4946"/>
                </a:solidFill>
                <a:latin typeface="Palatino"/>
                <a:ea typeface="Palatino"/>
                <a:cs typeface="Palatino"/>
                <a:sym typeface="Palatino"/>
              </a:defRPr>
            </a:lvl1pPr>
          </a:lstStyle>
          <a:p>
            <a:pPr defTabSz="583895"/>
            <a:fld id="{86CB4B4D-7CA3-9044-876B-883B54F8677D}" type="slidenum">
              <a:rPr lang="fr-FR" smtClean="0"/>
              <a:pPr defTabSz="583895"/>
              <a:t>‹N°›</a:t>
            </a:fld>
            <a:endParaRPr lang="fr-FR"/>
          </a:p>
        </p:txBody>
      </p:sp>
    </p:spTree>
    <p:extLst>
      <p:ext uri="{BB962C8B-B14F-4D97-AF65-F5344CB8AC3E}">
        <p14:creationId xmlns:p14="http://schemas.microsoft.com/office/powerpoint/2010/main" val="327471276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ransition spd="med"/>
  <p:txStyles>
    <p:titleStyle>
      <a:lvl1pPr marL="0" marR="0" indent="0" algn="ctr" defTabSz="581735" rtl="0" latinLnBrk="0">
        <a:lnSpc>
          <a:spcPct val="90000"/>
        </a:lnSpc>
        <a:spcBef>
          <a:spcPts val="1593"/>
        </a:spcBef>
        <a:spcAft>
          <a:spcPts val="0"/>
        </a:spcAft>
        <a:buClrTx/>
        <a:buSzTx/>
        <a:buFontTx/>
        <a:buNone/>
        <a:tabLst/>
        <a:defRPr sz="6971" b="0" i="0" u="none" strike="noStrike" cap="none" spc="0" baseline="0">
          <a:solidFill>
            <a:srgbClr val="D93E2B"/>
          </a:solidFill>
          <a:uFillTx/>
          <a:latin typeface="Bodoni SvtyTwo ITC TT-Book"/>
          <a:ea typeface="Bodoni SvtyTwo ITC TT-Book"/>
          <a:cs typeface="Bodoni SvtyTwo ITC TT-Book"/>
          <a:sym typeface="Bodoni SvtyTwo ITC TT-Book"/>
        </a:defRPr>
      </a:lvl1pPr>
      <a:lvl2pPr marL="0" marR="0" indent="0" algn="ctr" defTabSz="581735" rtl="0" latinLnBrk="0">
        <a:lnSpc>
          <a:spcPct val="90000"/>
        </a:lnSpc>
        <a:spcBef>
          <a:spcPts val="1593"/>
        </a:spcBef>
        <a:spcAft>
          <a:spcPts val="0"/>
        </a:spcAft>
        <a:buClrTx/>
        <a:buSzTx/>
        <a:buFontTx/>
        <a:buNone/>
        <a:tabLst/>
        <a:defRPr sz="6971" b="0" i="0" u="none" strike="noStrike" cap="none" spc="0" baseline="0">
          <a:solidFill>
            <a:srgbClr val="D93E2B"/>
          </a:solidFill>
          <a:uFillTx/>
          <a:latin typeface="Bodoni SvtyTwo ITC TT-Book"/>
          <a:ea typeface="Bodoni SvtyTwo ITC TT-Book"/>
          <a:cs typeface="Bodoni SvtyTwo ITC TT-Book"/>
          <a:sym typeface="Bodoni SvtyTwo ITC TT-Book"/>
        </a:defRPr>
      </a:lvl2pPr>
      <a:lvl3pPr marL="0" marR="0" indent="0" algn="ctr" defTabSz="581735" rtl="0" latinLnBrk="0">
        <a:lnSpc>
          <a:spcPct val="90000"/>
        </a:lnSpc>
        <a:spcBef>
          <a:spcPts val="1593"/>
        </a:spcBef>
        <a:spcAft>
          <a:spcPts val="0"/>
        </a:spcAft>
        <a:buClrTx/>
        <a:buSzTx/>
        <a:buFontTx/>
        <a:buNone/>
        <a:tabLst/>
        <a:defRPr sz="6971" b="0" i="0" u="none" strike="noStrike" cap="none" spc="0" baseline="0">
          <a:solidFill>
            <a:srgbClr val="D93E2B"/>
          </a:solidFill>
          <a:uFillTx/>
          <a:latin typeface="Bodoni SvtyTwo ITC TT-Book"/>
          <a:ea typeface="Bodoni SvtyTwo ITC TT-Book"/>
          <a:cs typeface="Bodoni SvtyTwo ITC TT-Book"/>
          <a:sym typeface="Bodoni SvtyTwo ITC TT-Book"/>
        </a:defRPr>
      </a:lvl3pPr>
      <a:lvl4pPr marL="0" marR="0" indent="0" algn="ctr" defTabSz="581735" rtl="0" latinLnBrk="0">
        <a:lnSpc>
          <a:spcPct val="90000"/>
        </a:lnSpc>
        <a:spcBef>
          <a:spcPts val="1593"/>
        </a:spcBef>
        <a:spcAft>
          <a:spcPts val="0"/>
        </a:spcAft>
        <a:buClrTx/>
        <a:buSzTx/>
        <a:buFontTx/>
        <a:buNone/>
        <a:tabLst/>
        <a:defRPr sz="6971" b="0" i="0" u="none" strike="noStrike" cap="none" spc="0" baseline="0">
          <a:solidFill>
            <a:srgbClr val="D93E2B"/>
          </a:solidFill>
          <a:uFillTx/>
          <a:latin typeface="Bodoni SvtyTwo ITC TT-Book"/>
          <a:ea typeface="Bodoni SvtyTwo ITC TT-Book"/>
          <a:cs typeface="Bodoni SvtyTwo ITC TT-Book"/>
          <a:sym typeface="Bodoni SvtyTwo ITC TT-Book"/>
        </a:defRPr>
      </a:lvl4pPr>
      <a:lvl5pPr marL="0" marR="0" indent="0" algn="ctr" defTabSz="581735" rtl="0" latinLnBrk="0">
        <a:lnSpc>
          <a:spcPct val="90000"/>
        </a:lnSpc>
        <a:spcBef>
          <a:spcPts val="1593"/>
        </a:spcBef>
        <a:spcAft>
          <a:spcPts val="0"/>
        </a:spcAft>
        <a:buClrTx/>
        <a:buSzTx/>
        <a:buFontTx/>
        <a:buNone/>
        <a:tabLst/>
        <a:defRPr sz="6971" b="0" i="0" u="none" strike="noStrike" cap="none" spc="0" baseline="0">
          <a:solidFill>
            <a:srgbClr val="D93E2B"/>
          </a:solidFill>
          <a:uFillTx/>
          <a:latin typeface="Bodoni SvtyTwo ITC TT-Book"/>
          <a:ea typeface="Bodoni SvtyTwo ITC TT-Book"/>
          <a:cs typeface="Bodoni SvtyTwo ITC TT-Book"/>
          <a:sym typeface="Bodoni SvtyTwo ITC TT-Book"/>
        </a:defRPr>
      </a:lvl5pPr>
      <a:lvl6pPr marL="0" marR="0" indent="0" algn="ctr" defTabSz="581735" rtl="0" latinLnBrk="0">
        <a:lnSpc>
          <a:spcPct val="90000"/>
        </a:lnSpc>
        <a:spcBef>
          <a:spcPts val="1593"/>
        </a:spcBef>
        <a:spcAft>
          <a:spcPts val="0"/>
        </a:spcAft>
        <a:buClrTx/>
        <a:buSzTx/>
        <a:buFontTx/>
        <a:buNone/>
        <a:tabLst/>
        <a:defRPr sz="6971" b="0" i="0" u="none" strike="noStrike" cap="none" spc="0" baseline="0">
          <a:solidFill>
            <a:srgbClr val="D93E2B"/>
          </a:solidFill>
          <a:uFillTx/>
          <a:latin typeface="Bodoni SvtyTwo ITC TT-Book"/>
          <a:ea typeface="Bodoni SvtyTwo ITC TT-Book"/>
          <a:cs typeface="Bodoni SvtyTwo ITC TT-Book"/>
          <a:sym typeface="Bodoni SvtyTwo ITC TT-Book"/>
        </a:defRPr>
      </a:lvl6pPr>
      <a:lvl7pPr marL="0" marR="0" indent="0" algn="ctr" defTabSz="581735" rtl="0" latinLnBrk="0">
        <a:lnSpc>
          <a:spcPct val="90000"/>
        </a:lnSpc>
        <a:spcBef>
          <a:spcPts val="1593"/>
        </a:spcBef>
        <a:spcAft>
          <a:spcPts val="0"/>
        </a:spcAft>
        <a:buClrTx/>
        <a:buSzTx/>
        <a:buFontTx/>
        <a:buNone/>
        <a:tabLst/>
        <a:defRPr sz="6971" b="0" i="0" u="none" strike="noStrike" cap="none" spc="0" baseline="0">
          <a:solidFill>
            <a:srgbClr val="D93E2B"/>
          </a:solidFill>
          <a:uFillTx/>
          <a:latin typeface="Bodoni SvtyTwo ITC TT-Book"/>
          <a:ea typeface="Bodoni SvtyTwo ITC TT-Book"/>
          <a:cs typeface="Bodoni SvtyTwo ITC TT-Book"/>
          <a:sym typeface="Bodoni SvtyTwo ITC TT-Book"/>
        </a:defRPr>
      </a:lvl7pPr>
      <a:lvl8pPr marL="0" marR="0" indent="0" algn="ctr" defTabSz="581735" rtl="0" latinLnBrk="0">
        <a:lnSpc>
          <a:spcPct val="90000"/>
        </a:lnSpc>
        <a:spcBef>
          <a:spcPts val="1593"/>
        </a:spcBef>
        <a:spcAft>
          <a:spcPts val="0"/>
        </a:spcAft>
        <a:buClrTx/>
        <a:buSzTx/>
        <a:buFontTx/>
        <a:buNone/>
        <a:tabLst/>
        <a:defRPr sz="6971" b="0" i="0" u="none" strike="noStrike" cap="none" spc="0" baseline="0">
          <a:solidFill>
            <a:srgbClr val="D93E2B"/>
          </a:solidFill>
          <a:uFillTx/>
          <a:latin typeface="Bodoni SvtyTwo ITC TT-Book"/>
          <a:ea typeface="Bodoni SvtyTwo ITC TT-Book"/>
          <a:cs typeface="Bodoni SvtyTwo ITC TT-Book"/>
          <a:sym typeface="Bodoni SvtyTwo ITC TT-Book"/>
        </a:defRPr>
      </a:lvl8pPr>
      <a:lvl9pPr marL="0" marR="0" indent="0" algn="ctr" defTabSz="581735" rtl="0" latinLnBrk="0">
        <a:lnSpc>
          <a:spcPct val="90000"/>
        </a:lnSpc>
        <a:spcBef>
          <a:spcPts val="1593"/>
        </a:spcBef>
        <a:spcAft>
          <a:spcPts val="0"/>
        </a:spcAft>
        <a:buClrTx/>
        <a:buSzTx/>
        <a:buFontTx/>
        <a:buNone/>
        <a:tabLst/>
        <a:defRPr sz="6971" b="0" i="0" u="none" strike="noStrike" cap="none" spc="0" baseline="0">
          <a:solidFill>
            <a:srgbClr val="D93E2B"/>
          </a:solidFill>
          <a:uFillTx/>
          <a:latin typeface="Bodoni SvtyTwo ITC TT-Book"/>
          <a:ea typeface="Bodoni SvtyTwo ITC TT-Book"/>
          <a:cs typeface="Bodoni SvtyTwo ITC TT-Book"/>
          <a:sym typeface="Bodoni SvtyTwo ITC TT-Book"/>
        </a:defRPr>
      </a:lvl9pPr>
    </p:titleStyle>
    <p:bodyStyle>
      <a:lvl1pPr marL="467917" marR="0" indent="-467917" algn="l" defTabSz="581735" rtl="0" latinLnBrk="0">
        <a:lnSpc>
          <a:spcPct val="100000"/>
        </a:lnSpc>
        <a:spcBef>
          <a:spcPts val="2390"/>
        </a:spcBef>
        <a:spcAft>
          <a:spcPts val="0"/>
        </a:spcAft>
        <a:buClr>
          <a:srgbClr val="929292"/>
        </a:buClr>
        <a:buSzPct val="60000"/>
        <a:buFont typeface="Zapf Dingbats"/>
        <a:buChar char="❖"/>
        <a:tabLst/>
        <a:defRPr sz="3585" b="0" i="0" u="none" strike="noStrike" cap="none" spc="0" baseline="0">
          <a:solidFill>
            <a:srgbClr val="414141"/>
          </a:solidFill>
          <a:uFillTx/>
          <a:latin typeface="Palatino"/>
          <a:ea typeface="Palatino"/>
          <a:cs typeface="Palatino"/>
          <a:sym typeface="Palatino"/>
        </a:defRPr>
      </a:lvl1pPr>
      <a:lvl2pPr marL="935835" marR="0" indent="-467917" algn="l" defTabSz="581735" rtl="0" latinLnBrk="0">
        <a:lnSpc>
          <a:spcPct val="100000"/>
        </a:lnSpc>
        <a:spcBef>
          <a:spcPts val="2390"/>
        </a:spcBef>
        <a:spcAft>
          <a:spcPts val="0"/>
        </a:spcAft>
        <a:buClr>
          <a:srgbClr val="929292"/>
        </a:buClr>
        <a:buSzPct val="60000"/>
        <a:buFont typeface="Zapf Dingbats"/>
        <a:buChar char="❖"/>
        <a:tabLst/>
        <a:defRPr sz="3585" b="0" i="0" u="none" strike="noStrike" cap="none" spc="0" baseline="0">
          <a:solidFill>
            <a:srgbClr val="414141"/>
          </a:solidFill>
          <a:uFillTx/>
          <a:latin typeface="Palatino"/>
          <a:ea typeface="Palatino"/>
          <a:cs typeface="Palatino"/>
          <a:sym typeface="Palatino"/>
        </a:defRPr>
      </a:lvl2pPr>
      <a:lvl3pPr marL="1403752" marR="0" indent="-467917" algn="l" defTabSz="581735" rtl="0" latinLnBrk="0">
        <a:lnSpc>
          <a:spcPct val="100000"/>
        </a:lnSpc>
        <a:spcBef>
          <a:spcPts val="2390"/>
        </a:spcBef>
        <a:spcAft>
          <a:spcPts val="0"/>
        </a:spcAft>
        <a:buClr>
          <a:srgbClr val="929292"/>
        </a:buClr>
        <a:buSzPct val="60000"/>
        <a:buFont typeface="Zapf Dingbats"/>
        <a:buChar char="❖"/>
        <a:tabLst/>
        <a:defRPr sz="3585" b="0" i="0" u="none" strike="noStrike" cap="none" spc="0" baseline="0">
          <a:solidFill>
            <a:srgbClr val="414141"/>
          </a:solidFill>
          <a:uFillTx/>
          <a:latin typeface="Palatino"/>
          <a:ea typeface="Palatino"/>
          <a:cs typeface="Palatino"/>
          <a:sym typeface="Palatino"/>
        </a:defRPr>
      </a:lvl3pPr>
      <a:lvl4pPr marL="1871671" marR="0" indent="-467917" algn="l" defTabSz="581735" rtl="0" latinLnBrk="0">
        <a:lnSpc>
          <a:spcPct val="100000"/>
        </a:lnSpc>
        <a:spcBef>
          <a:spcPts val="2390"/>
        </a:spcBef>
        <a:spcAft>
          <a:spcPts val="0"/>
        </a:spcAft>
        <a:buClr>
          <a:srgbClr val="929292"/>
        </a:buClr>
        <a:buSzPct val="60000"/>
        <a:buFont typeface="Zapf Dingbats"/>
        <a:buChar char="❖"/>
        <a:tabLst/>
        <a:defRPr sz="3585" b="0" i="0" u="none" strike="noStrike" cap="none" spc="0" baseline="0">
          <a:solidFill>
            <a:srgbClr val="414141"/>
          </a:solidFill>
          <a:uFillTx/>
          <a:latin typeface="Palatino"/>
          <a:ea typeface="Palatino"/>
          <a:cs typeface="Palatino"/>
          <a:sym typeface="Palatino"/>
        </a:defRPr>
      </a:lvl4pPr>
      <a:lvl5pPr marL="2339588" marR="0" indent="-467917" algn="l" defTabSz="581735" rtl="0" latinLnBrk="0">
        <a:lnSpc>
          <a:spcPct val="100000"/>
        </a:lnSpc>
        <a:spcBef>
          <a:spcPts val="2390"/>
        </a:spcBef>
        <a:spcAft>
          <a:spcPts val="0"/>
        </a:spcAft>
        <a:buClr>
          <a:srgbClr val="929292"/>
        </a:buClr>
        <a:buSzPct val="60000"/>
        <a:buFont typeface="Zapf Dingbats"/>
        <a:buChar char="❖"/>
        <a:tabLst/>
        <a:defRPr sz="3585" b="0" i="0" u="none" strike="noStrike" cap="none" spc="0" baseline="0">
          <a:solidFill>
            <a:srgbClr val="414141"/>
          </a:solidFill>
          <a:uFillTx/>
          <a:latin typeface="Palatino"/>
          <a:ea typeface="Palatino"/>
          <a:cs typeface="Palatino"/>
          <a:sym typeface="Palatino"/>
        </a:defRPr>
      </a:lvl5pPr>
      <a:lvl6pPr marL="2807506" marR="0" indent="-467917" algn="l" defTabSz="581735" rtl="0" latinLnBrk="0">
        <a:lnSpc>
          <a:spcPct val="100000"/>
        </a:lnSpc>
        <a:spcBef>
          <a:spcPts val="2390"/>
        </a:spcBef>
        <a:spcAft>
          <a:spcPts val="0"/>
        </a:spcAft>
        <a:buClr>
          <a:srgbClr val="929292"/>
        </a:buClr>
        <a:buSzPct val="60000"/>
        <a:buFont typeface="Zapf Dingbats"/>
        <a:buChar char="❖"/>
        <a:tabLst/>
        <a:defRPr sz="3585" b="0" i="0" u="none" strike="noStrike" cap="none" spc="0" baseline="0">
          <a:solidFill>
            <a:srgbClr val="414141"/>
          </a:solidFill>
          <a:uFillTx/>
          <a:latin typeface="Palatino"/>
          <a:ea typeface="Palatino"/>
          <a:cs typeface="Palatino"/>
          <a:sym typeface="Palatino"/>
        </a:defRPr>
      </a:lvl6pPr>
      <a:lvl7pPr marL="3275422" marR="0" indent="-467917" algn="l" defTabSz="581735" rtl="0" latinLnBrk="0">
        <a:lnSpc>
          <a:spcPct val="100000"/>
        </a:lnSpc>
        <a:spcBef>
          <a:spcPts val="2390"/>
        </a:spcBef>
        <a:spcAft>
          <a:spcPts val="0"/>
        </a:spcAft>
        <a:buClr>
          <a:srgbClr val="929292"/>
        </a:buClr>
        <a:buSzPct val="60000"/>
        <a:buFont typeface="Zapf Dingbats"/>
        <a:buChar char="❖"/>
        <a:tabLst/>
        <a:defRPr sz="3585" b="0" i="0" u="none" strike="noStrike" cap="none" spc="0" baseline="0">
          <a:solidFill>
            <a:srgbClr val="414141"/>
          </a:solidFill>
          <a:uFillTx/>
          <a:latin typeface="Palatino"/>
          <a:ea typeface="Palatino"/>
          <a:cs typeface="Palatino"/>
          <a:sym typeface="Palatino"/>
        </a:defRPr>
      </a:lvl7pPr>
      <a:lvl8pPr marL="3743339" marR="0" indent="-467917" algn="l" defTabSz="581735" rtl="0" latinLnBrk="0">
        <a:lnSpc>
          <a:spcPct val="100000"/>
        </a:lnSpc>
        <a:spcBef>
          <a:spcPts val="2390"/>
        </a:spcBef>
        <a:spcAft>
          <a:spcPts val="0"/>
        </a:spcAft>
        <a:buClr>
          <a:srgbClr val="929292"/>
        </a:buClr>
        <a:buSzPct val="60000"/>
        <a:buFont typeface="Zapf Dingbats"/>
        <a:buChar char="❖"/>
        <a:tabLst/>
        <a:defRPr sz="3585" b="0" i="0" u="none" strike="noStrike" cap="none" spc="0" baseline="0">
          <a:solidFill>
            <a:srgbClr val="414141"/>
          </a:solidFill>
          <a:uFillTx/>
          <a:latin typeface="Palatino"/>
          <a:ea typeface="Palatino"/>
          <a:cs typeface="Palatino"/>
          <a:sym typeface="Palatino"/>
        </a:defRPr>
      </a:lvl8pPr>
      <a:lvl9pPr marL="4211257" marR="0" indent="-467917" algn="l" defTabSz="581735" rtl="0" latinLnBrk="0">
        <a:lnSpc>
          <a:spcPct val="100000"/>
        </a:lnSpc>
        <a:spcBef>
          <a:spcPts val="2390"/>
        </a:spcBef>
        <a:spcAft>
          <a:spcPts val="0"/>
        </a:spcAft>
        <a:buClr>
          <a:srgbClr val="929292"/>
        </a:buClr>
        <a:buSzPct val="60000"/>
        <a:buFont typeface="Zapf Dingbats"/>
        <a:buChar char="❖"/>
        <a:tabLst/>
        <a:defRPr sz="3585" b="0" i="0" u="none" strike="noStrike" cap="none" spc="0" baseline="0">
          <a:solidFill>
            <a:srgbClr val="414141"/>
          </a:solidFill>
          <a:uFillTx/>
          <a:latin typeface="Palatino"/>
          <a:ea typeface="Palatino"/>
          <a:cs typeface="Palatino"/>
          <a:sym typeface="Palatino"/>
        </a:defRPr>
      </a:lvl9pPr>
    </p:bodyStyle>
    <p:otherStyle>
      <a:lvl1pPr marL="0" marR="0" indent="0" algn="ctr" defTabSz="581735" rtl="0" latinLnBrk="0">
        <a:lnSpc>
          <a:spcPct val="100000"/>
        </a:lnSpc>
        <a:spcBef>
          <a:spcPts val="0"/>
        </a:spcBef>
        <a:spcAft>
          <a:spcPts val="0"/>
        </a:spcAft>
        <a:buClrTx/>
        <a:buSzTx/>
        <a:buFontTx/>
        <a:buNone/>
        <a:tabLst/>
        <a:defRPr sz="1792" b="0" i="0" u="none" strike="noStrike" cap="none" spc="0" baseline="0">
          <a:solidFill>
            <a:schemeClr val="tx1"/>
          </a:solidFill>
          <a:uFillTx/>
          <a:latin typeface="+mn-lt"/>
          <a:ea typeface="+mn-ea"/>
          <a:cs typeface="+mn-cs"/>
          <a:sym typeface="Palatino"/>
        </a:defRPr>
      </a:lvl1pPr>
      <a:lvl2pPr marL="0" marR="0" indent="0" algn="ctr" defTabSz="581735" rtl="0" latinLnBrk="0">
        <a:lnSpc>
          <a:spcPct val="100000"/>
        </a:lnSpc>
        <a:spcBef>
          <a:spcPts val="0"/>
        </a:spcBef>
        <a:spcAft>
          <a:spcPts val="0"/>
        </a:spcAft>
        <a:buClrTx/>
        <a:buSzTx/>
        <a:buFontTx/>
        <a:buNone/>
        <a:tabLst/>
        <a:defRPr sz="1792" b="0" i="0" u="none" strike="noStrike" cap="none" spc="0" baseline="0">
          <a:solidFill>
            <a:schemeClr val="tx1"/>
          </a:solidFill>
          <a:uFillTx/>
          <a:latin typeface="+mn-lt"/>
          <a:ea typeface="+mn-ea"/>
          <a:cs typeface="+mn-cs"/>
          <a:sym typeface="Palatino"/>
        </a:defRPr>
      </a:lvl2pPr>
      <a:lvl3pPr marL="0" marR="0" indent="0" algn="ctr" defTabSz="581735" rtl="0" latinLnBrk="0">
        <a:lnSpc>
          <a:spcPct val="100000"/>
        </a:lnSpc>
        <a:spcBef>
          <a:spcPts val="0"/>
        </a:spcBef>
        <a:spcAft>
          <a:spcPts val="0"/>
        </a:spcAft>
        <a:buClrTx/>
        <a:buSzTx/>
        <a:buFontTx/>
        <a:buNone/>
        <a:tabLst/>
        <a:defRPr sz="1792" b="0" i="0" u="none" strike="noStrike" cap="none" spc="0" baseline="0">
          <a:solidFill>
            <a:schemeClr val="tx1"/>
          </a:solidFill>
          <a:uFillTx/>
          <a:latin typeface="+mn-lt"/>
          <a:ea typeface="+mn-ea"/>
          <a:cs typeface="+mn-cs"/>
          <a:sym typeface="Palatino"/>
        </a:defRPr>
      </a:lvl3pPr>
      <a:lvl4pPr marL="0" marR="0" indent="0" algn="ctr" defTabSz="581735" rtl="0" latinLnBrk="0">
        <a:lnSpc>
          <a:spcPct val="100000"/>
        </a:lnSpc>
        <a:spcBef>
          <a:spcPts val="0"/>
        </a:spcBef>
        <a:spcAft>
          <a:spcPts val="0"/>
        </a:spcAft>
        <a:buClrTx/>
        <a:buSzTx/>
        <a:buFontTx/>
        <a:buNone/>
        <a:tabLst/>
        <a:defRPr sz="1792" b="0" i="0" u="none" strike="noStrike" cap="none" spc="0" baseline="0">
          <a:solidFill>
            <a:schemeClr val="tx1"/>
          </a:solidFill>
          <a:uFillTx/>
          <a:latin typeface="+mn-lt"/>
          <a:ea typeface="+mn-ea"/>
          <a:cs typeface="+mn-cs"/>
          <a:sym typeface="Palatino"/>
        </a:defRPr>
      </a:lvl4pPr>
      <a:lvl5pPr marL="0" marR="0" indent="0" algn="ctr" defTabSz="581735" rtl="0" latinLnBrk="0">
        <a:lnSpc>
          <a:spcPct val="100000"/>
        </a:lnSpc>
        <a:spcBef>
          <a:spcPts val="0"/>
        </a:spcBef>
        <a:spcAft>
          <a:spcPts val="0"/>
        </a:spcAft>
        <a:buClrTx/>
        <a:buSzTx/>
        <a:buFontTx/>
        <a:buNone/>
        <a:tabLst/>
        <a:defRPr sz="1792" b="0" i="0" u="none" strike="noStrike" cap="none" spc="0" baseline="0">
          <a:solidFill>
            <a:schemeClr val="tx1"/>
          </a:solidFill>
          <a:uFillTx/>
          <a:latin typeface="+mn-lt"/>
          <a:ea typeface="+mn-ea"/>
          <a:cs typeface="+mn-cs"/>
          <a:sym typeface="Palatino"/>
        </a:defRPr>
      </a:lvl5pPr>
      <a:lvl6pPr marL="0" marR="0" indent="0" algn="ctr" defTabSz="581735" rtl="0" latinLnBrk="0">
        <a:lnSpc>
          <a:spcPct val="100000"/>
        </a:lnSpc>
        <a:spcBef>
          <a:spcPts val="0"/>
        </a:spcBef>
        <a:spcAft>
          <a:spcPts val="0"/>
        </a:spcAft>
        <a:buClrTx/>
        <a:buSzTx/>
        <a:buFontTx/>
        <a:buNone/>
        <a:tabLst/>
        <a:defRPr sz="1792" b="0" i="0" u="none" strike="noStrike" cap="none" spc="0" baseline="0">
          <a:solidFill>
            <a:schemeClr val="tx1"/>
          </a:solidFill>
          <a:uFillTx/>
          <a:latin typeface="+mn-lt"/>
          <a:ea typeface="+mn-ea"/>
          <a:cs typeface="+mn-cs"/>
          <a:sym typeface="Palatino"/>
        </a:defRPr>
      </a:lvl6pPr>
      <a:lvl7pPr marL="0" marR="0" indent="0" algn="ctr" defTabSz="581735" rtl="0" latinLnBrk="0">
        <a:lnSpc>
          <a:spcPct val="100000"/>
        </a:lnSpc>
        <a:spcBef>
          <a:spcPts val="0"/>
        </a:spcBef>
        <a:spcAft>
          <a:spcPts val="0"/>
        </a:spcAft>
        <a:buClrTx/>
        <a:buSzTx/>
        <a:buFontTx/>
        <a:buNone/>
        <a:tabLst/>
        <a:defRPr sz="1792" b="0" i="0" u="none" strike="noStrike" cap="none" spc="0" baseline="0">
          <a:solidFill>
            <a:schemeClr val="tx1"/>
          </a:solidFill>
          <a:uFillTx/>
          <a:latin typeface="+mn-lt"/>
          <a:ea typeface="+mn-ea"/>
          <a:cs typeface="+mn-cs"/>
          <a:sym typeface="Palatino"/>
        </a:defRPr>
      </a:lvl7pPr>
      <a:lvl8pPr marL="0" marR="0" indent="0" algn="ctr" defTabSz="581735" rtl="0" latinLnBrk="0">
        <a:lnSpc>
          <a:spcPct val="100000"/>
        </a:lnSpc>
        <a:spcBef>
          <a:spcPts val="0"/>
        </a:spcBef>
        <a:spcAft>
          <a:spcPts val="0"/>
        </a:spcAft>
        <a:buClrTx/>
        <a:buSzTx/>
        <a:buFontTx/>
        <a:buNone/>
        <a:tabLst/>
        <a:defRPr sz="1792" b="0" i="0" u="none" strike="noStrike" cap="none" spc="0" baseline="0">
          <a:solidFill>
            <a:schemeClr val="tx1"/>
          </a:solidFill>
          <a:uFillTx/>
          <a:latin typeface="+mn-lt"/>
          <a:ea typeface="+mn-ea"/>
          <a:cs typeface="+mn-cs"/>
          <a:sym typeface="Palatino"/>
        </a:defRPr>
      </a:lvl8pPr>
      <a:lvl9pPr marL="0" marR="0" indent="0" algn="ctr" defTabSz="581735" rtl="0" latinLnBrk="0">
        <a:lnSpc>
          <a:spcPct val="100000"/>
        </a:lnSpc>
        <a:spcBef>
          <a:spcPts val="0"/>
        </a:spcBef>
        <a:spcAft>
          <a:spcPts val="0"/>
        </a:spcAft>
        <a:buClrTx/>
        <a:buSzTx/>
        <a:buFontTx/>
        <a:buNone/>
        <a:tabLst/>
        <a:defRPr sz="1792" b="0" i="0" u="none" strike="noStrike" cap="none" spc="0" baseline="0">
          <a:solidFill>
            <a:schemeClr val="tx1"/>
          </a:solidFill>
          <a:uFillTx/>
          <a:latin typeface="+mn-lt"/>
          <a:ea typeface="+mn-ea"/>
          <a:cs typeface="+mn-cs"/>
          <a:sym typeface="Palatino"/>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tif"/><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ti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4" name="Administration &amp; Sécurité des Systèmes d’Exploitation"/>
          <p:cNvSpPr txBox="1">
            <a:spLocks noGrp="1"/>
          </p:cNvSpPr>
          <p:nvPr>
            <p:ph type="title"/>
          </p:nvPr>
        </p:nvSpPr>
        <p:spPr>
          <a:xfrm>
            <a:off x="508000" y="3212766"/>
            <a:ext cx="11988800" cy="2413001"/>
          </a:xfrm>
          <a:prstGeom prst="rect">
            <a:avLst/>
          </a:prstGeom>
        </p:spPr>
        <p:txBody>
          <a:bodyPr/>
          <a:lstStyle>
            <a:lvl1pPr defTabSz="812800"/>
          </a:lstStyle>
          <a:p>
            <a:r>
              <a:t> Administration &amp; Sécurité des Systèmes d’Exploitation </a:t>
            </a:r>
          </a:p>
        </p:txBody>
      </p:sp>
      <p:sp>
        <p:nvSpPr>
          <p:cNvPr id="146" name="Année Universitaire…"/>
          <p:cNvSpPr txBox="1">
            <a:spLocks noGrp="1"/>
          </p:cNvSpPr>
          <p:nvPr>
            <p:ph type="body" sz="quarter" idx="4294967295"/>
          </p:nvPr>
        </p:nvSpPr>
        <p:spPr>
          <a:xfrm>
            <a:off x="4495466" y="5784033"/>
            <a:ext cx="4241801" cy="2413001"/>
          </a:xfrm>
          <a:prstGeom prst="rect">
            <a:avLst/>
          </a:prstGeom>
        </p:spPr>
        <p:txBody>
          <a:bodyPr/>
          <a:lstStyle/>
          <a:p>
            <a:pPr marL="0" indent="0" algn="ctr">
              <a:spcBef>
                <a:spcPts val="0"/>
              </a:spcBef>
              <a:buClrTx/>
              <a:buSzTx/>
              <a:buFontTx/>
              <a:buNone/>
              <a:defRPr sz="2400" b="1"/>
            </a:pPr>
            <a:r>
              <a:rPr dirty="0" err="1"/>
              <a:t>Année</a:t>
            </a:r>
            <a:r>
              <a:rPr dirty="0"/>
              <a:t> </a:t>
            </a:r>
            <a:r>
              <a:rPr dirty="0" err="1"/>
              <a:t>Universitaire</a:t>
            </a:r>
            <a:r>
              <a:rPr dirty="0"/>
              <a:t> </a:t>
            </a:r>
          </a:p>
          <a:p>
            <a:pPr marL="0" indent="0" algn="ctr">
              <a:spcBef>
                <a:spcPts val="0"/>
              </a:spcBef>
              <a:buClrTx/>
              <a:buSzTx/>
              <a:buFontTx/>
              <a:buNone/>
              <a:defRPr sz="2400"/>
            </a:pPr>
            <a:r>
              <a:rPr dirty="0"/>
              <a:t>202</a:t>
            </a:r>
            <a:r>
              <a:rPr lang="fr-FR" dirty="0"/>
              <a:t>2</a:t>
            </a:r>
            <a:r>
              <a:rPr dirty="0"/>
              <a:t>-202</a:t>
            </a:r>
            <a:r>
              <a:rPr lang="fr-FR" dirty="0"/>
              <a:t>3</a:t>
            </a:r>
            <a:r>
              <a:rPr dirty="0"/>
              <a:t>  </a:t>
            </a:r>
          </a:p>
        </p:txBody>
      </p:sp>
      <p:sp>
        <p:nvSpPr>
          <p:cNvPr id="147" name="Ligne"/>
          <p:cNvSpPr/>
          <p:nvPr/>
        </p:nvSpPr>
        <p:spPr>
          <a:xfrm>
            <a:off x="341224" y="3127464"/>
            <a:ext cx="12322353" cy="1"/>
          </a:xfrm>
          <a:prstGeom prst="line">
            <a:avLst/>
          </a:prstGeom>
          <a:ln w="12700">
            <a:solidFill>
              <a:srgbClr val="C0C0C0"/>
            </a:solidFill>
            <a:miter lim="400000"/>
          </a:ln>
        </p:spPr>
        <p:txBody>
          <a:bodyPr lIns="50800" tIns="50800" rIns="50800" bIns="50800" anchor="ctr"/>
          <a:lstStyle/>
          <a:p>
            <a:pPr>
              <a:defRPr sz="3200"/>
            </a:pPr>
            <a:endParaRPr/>
          </a:p>
        </p:txBody>
      </p:sp>
      <p:sp>
        <p:nvSpPr>
          <p:cNvPr id="148" name="Ligne"/>
          <p:cNvSpPr/>
          <p:nvPr/>
        </p:nvSpPr>
        <p:spPr>
          <a:xfrm>
            <a:off x="341224" y="5711067"/>
            <a:ext cx="12322352" cy="1"/>
          </a:xfrm>
          <a:prstGeom prst="line">
            <a:avLst/>
          </a:prstGeom>
          <a:ln w="12700">
            <a:solidFill>
              <a:srgbClr val="C0C0C0"/>
            </a:solidFill>
            <a:miter lim="400000"/>
          </a:ln>
        </p:spPr>
        <p:txBody>
          <a:bodyPr lIns="50800" tIns="50800" rIns="50800" bIns="50800" anchor="ctr"/>
          <a:lstStyle/>
          <a:p>
            <a:pPr>
              <a:defRPr sz="3200"/>
            </a:pPr>
            <a:endParaRPr/>
          </a:p>
        </p:txBody>
      </p:sp>
      <p:pic>
        <p:nvPicPr>
          <p:cNvPr id="149" name="Image" descr="Image"/>
          <p:cNvPicPr>
            <a:picLocks noChangeAspect="1"/>
          </p:cNvPicPr>
          <p:nvPr/>
        </p:nvPicPr>
        <p:blipFill>
          <a:blip r:embed="rId2"/>
          <a:stretch>
            <a:fillRect/>
          </a:stretch>
        </p:blipFill>
        <p:spPr>
          <a:xfrm>
            <a:off x="4269973" y="489406"/>
            <a:ext cx="4464854" cy="1652680"/>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 name="Chapitre II : Shell &amp; Commandes de base"/>
          <p:cNvSpPr txBox="1">
            <a:spLocks noGrp="1"/>
          </p:cNvSpPr>
          <p:nvPr>
            <p:ph type="title"/>
          </p:nvPr>
        </p:nvSpPr>
        <p:spPr>
          <a:xfrm>
            <a:off x="533295" y="4143308"/>
            <a:ext cx="11795092" cy="2402818"/>
          </a:xfrm>
          <a:prstGeom prst="rect">
            <a:avLst/>
          </a:prstGeom>
        </p:spPr>
        <p:txBody>
          <a:bodyPr/>
          <a:lstStyle>
            <a:lvl1pPr algn="ctr"/>
          </a:lstStyle>
          <a:p>
            <a:r>
              <a:rPr dirty="0" err="1" smtClean="0"/>
              <a:t>Chapitre</a:t>
            </a:r>
            <a:r>
              <a:rPr lang="fr-FR" dirty="0"/>
              <a:t> </a:t>
            </a:r>
            <a:r>
              <a:rPr dirty="0" smtClean="0"/>
              <a:t>I: </a:t>
            </a:r>
            <a:r>
              <a:rPr lang="fr-FR" dirty="0"/>
              <a:t>Introduction aux</a:t>
            </a:r>
            <a:br>
              <a:rPr lang="fr-FR" dirty="0"/>
            </a:br>
            <a:r>
              <a:rPr lang="fr-FR" dirty="0"/>
              <a:t>Systèmes Linux</a:t>
            </a:r>
            <a:endParaRPr dirty="0"/>
          </a:p>
        </p:txBody>
      </p:sp>
      <p:sp>
        <p:nvSpPr>
          <p:cNvPr id="152" name="Espace réservé du numéro de diapositive 1"/>
          <p:cNvSpPr txBox="1">
            <a:spLocks noGrp="1"/>
          </p:cNvSpPr>
          <p:nvPr>
            <p:ph type="sldNum" sz="quarter" idx="2"/>
          </p:nvPr>
        </p:nvSpPr>
        <p:spPr>
          <a:xfrm>
            <a:off x="6238795" y="9239811"/>
            <a:ext cx="514564" cy="37837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pPr/>
              <a:t>2</a:t>
            </a:fld>
            <a:endParaRPr/>
          </a:p>
        </p:txBody>
      </p:sp>
      <p:sp>
        <p:nvSpPr>
          <p:cNvPr id="4" name="ASSEU"/>
          <p:cNvSpPr txBox="1">
            <a:spLocks noGrp="1"/>
          </p:cNvSpPr>
          <p:nvPr>
            <p:ph type="body" idx="21"/>
          </p:nvPr>
        </p:nvSpPr>
        <p:spPr>
          <a:xfrm>
            <a:off x="508000" y="3505200"/>
            <a:ext cx="7200900" cy="508000"/>
          </a:xfrm>
          <a:prstGeom prst="rect">
            <a:avLst/>
          </a:prstGeom>
        </p:spPr>
        <p:txBody>
          <a:bodyPr/>
          <a:lstStyle/>
          <a:p>
            <a:r>
              <a:rPr dirty="0"/>
              <a:t>ASSEU</a:t>
            </a:r>
          </a:p>
        </p:txBody>
      </p:sp>
    </p:spTree>
    <p:extLst>
      <p:ext uri="{BB962C8B-B14F-4D97-AF65-F5344CB8AC3E}">
        <p14:creationId xmlns:p14="http://schemas.microsoft.com/office/powerpoint/2010/main" val="2747253017"/>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 name="Système d’exploitation (OS)"/>
          <p:cNvSpPr txBox="1">
            <a:spLocks noGrp="1"/>
          </p:cNvSpPr>
          <p:nvPr>
            <p:ph type="title"/>
          </p:nvPr>
        </p:nvSpPr>
        <p:spPr>
          <a:prstGeom prst="rect">
            <a:avLst/>
          </a:prstGeom>
        </p:spPr>
        <p:txBody>
          <a:bodyPr/>
          <a:lstStyle/>
          <a:p>
            <a:r>
              <a:t>Système d’exploitation (OS)</a:t>
            </a:r>
          </a:p>
        </p:txBody>
      </p:sp>
      <p:sp>
        <p:nvSpPr>
          <p:cNvPr id="154" name="Un système d'exploitation, ou OS (Operating System), définit un ensemble de programmes chargé d'établir une relation entre les différentes ressources matérielles, les applications et l'utilisateur."/>
          <p:cNvSpPr txBox="1">
            <a:spLocks noGrp="1"/>
          </p:cNvSpPr>
          <p:nvPr>
            <p:ph type="body" idx="1"/>
          </p:nvPr>
        </p:nvSpPr>
        <p:spPr>
          <a:prstGeom prst="rect">
            <a:avLst/>
          </a:prstGeom>
        </p:spPr>
        <p:txBody>
          <a:bodyPr anchor="t"/>
          <a:lstStyle/>
          <a:p>
            <a:pPr algn="just"/>
            <a:r>
              <a:t>Un </a:t>
            </a:r>
            <a:r>
              <a:rPr b="1"/>
              <a:t>système d'exploitation</a:t>
            </a:r>
            <a:r>
              <a:t>, ou </a:t>
            </a:r>
            <a:r>
              <a:rPr b="1"/>
              <a:t>OS </a:t>
            </a:r>
            <a:r>
              <a:t>(Operating System), définit un ensemble de programmes chargé d'établir une relation entre les différentes ressources matérielles, les applications et l'utilisateur.</a:t>
            </a:r>
          </a:p>
        </p:txBody>
      </p:sp>
      <p:pic>
        <p:nvPicPr>
          <p:cNvPr id="155" name="Capture d’écran 2020-09-17 à 2.59.49 PM.png" descr="Capture d’écran 2020-09-17 à 2.59.49 PM.png"/>
          <p:cNvPicPr>
            <a:picLocks noChangeAspect="1"/>
          </p:cNvPicPr>
          <p:nvPr/>
        </p:nvPicPr>
        <p:blipFill>
          <a:blip r:embed="rId3"/>
          <a:srcRect r="12682"/>
          <a:stretch>
            <a:fillRect/>
          </a:stretch>
        </p:blipFill>
        <p:spPr>
          <a:xfrm>
            <a:off x="3743523" y="5430278"/>
            <a:ext cx="5517901" cy="3752100"/>
          </a:xfrm>
          <a:prstGeom prst="rect">
            <a:avLst/>
          </a:prstGeom>
          <a:ln w="12700">
            <a:miter lim="400000"/>
          </a:ln>
        </p:spPr>
      </p:pic>
      <p:sp>
        <p:nvSpPr>
          <p:cNvPr id="156" name="Utilisateur"/>
          <p:cNvSpPr txBox="1"/>
          <p:nvPr/>
        </p:nvSpPr>
        <p:spPr>
          <a:xfrm>
            <a:off x="3384822" y="7830792"/>
            <a:ext cx="2687493"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r>
              <a:rPr b="1"/>
              <a:t>Utilisateur</a:t>
            </a:r>
            <a:r>
              <a:t> </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0" name="Rôle de l’OS"/>
          <p:cNvSpPr txBox="1">
            <a:spLocks noGrp="1"/>
          </p:cNvSpPr>
          <p:nvPr>
            <p:ph type="title"/>
          </p:nvPr>
        </p:nvSpPr>
        <p:spPr>
          <a:prstGeom prst="rect">
            <a:avLst/>
          </a:prstGeom>
        </p:spPr>
        <p:txBody>
          <a:bodyPr/>
          <a:lstStyle/>
          <a:p>
            <a:r>
              <a:t>Rôle de l’OS</a:t>
            </a:r>
          </a:p>
        </p:txBody>
      </p:sp>
      <p:sp>
        <p:nvSpPr>
          <p:cNvPr id="161" name="Gestion du processeur : allocation du processeur entre les différents programmes grâce à un algorithme d’ordonnancement.…"/>
          <p:cNvSpPr txBox="1">
            <a:spLocks noGrp="1"/>
          </p:cNvSpPr>
          <p:nvPr>
            <p:ph type="body" idx="1"/>
          </p:nvPr>
        </p:nvSpPr>
        <p:spPr>
          <a:prstGeom prst="rect">
            <a:avLst/>
          </a:prstGeom>
        </p:spPr>
        <p:txBody>
          <a:bodyPr/>
          <a:lstStyle/>
          <a:p>
            <a:pPr marL="437006" indent="-437006" algn="just" defTabSz="543305">
              <a:spcBef>
                <a:spcPts val="2200"/>
              </a:spcBef>
              <a:defRPr sz="3348"/>
            </a:pPr>
            <a:r>
              <a:rPr b="1">
                <a:solidFill>
                  <a:srgbClr val="941100"/>
                </a:solidFill>
              </a:rPr>
              <a:t>Gestion du processeur </a:t>
            </a:r>
            <a:r>
              <a:rPr b="1"/>
              <a:t>:</a:t>
            </a:r>
            <a:r>
              <a:t> allocation du processeur entre les différents programmes grâce à un </a:t>
            </a:r>
            <a:r>
              <a:rPr b="1"/>
              <a:t>algorithme d’ordonnancement</a:t>
            </a:r>
            <a:r>
              <a:t>.</a:t>
            </a:r>
          </a:p>
          <a:p>
            <a:pPr marL="437006" indent="-437006" algn="just" defTabSz="543305">
              <a:spcBef>
                <a:spcPts val="2200"/>
              </a:spcBef>
              <a:defRPr sz="3348"/>
            </a:pPr>
            <a:r>
              <a:rPr b="1">
                <a:solidFill>
                  <a:srgbClr val="941100"/>
                </a:solidFill>
              </a:rPr>
              <a:t>Gestion de la mémoire vive (RAM)</a:t>
            </a:r>
            <a:r>
              <a:rPr b="1"/>
              <a:t> </a:t>
            </a:r>
            <a:r>
              <a:t>: gérer l'espace mémoire alloué à chaque application s'exécutant sur la machine.</a:t>
            </a:r>
          </a:p>
          <a:p>
            <a:pPr marL="437006" indent="-437006" algn="just" defTabSz="543305">
              <a:spcBef>
                <a:spcPts val="2200"/>
              </a:spcBef>
              <a:defRPr sz="3348"/>
            </a:pPr>
            <a:r>
              <a:rPr b="1">
                <a:solidFill>
                  <a:srgbClr val="941100"/>
                </a:solidFill>
              </a:rPr>
              <a:t>Gestion de</a:t>
            </a:r>
            <a:r>
              <a:rPr b="1"/>
              <a:t> </a:t>
            </a:r>
            <a:r>
              <a:rPr b="1">
                <a:solidFill>
                  <a:srgbClr val="941100"/>
                </a:solidFill>
              </a:rPr>
              <a:t>l'exécution des applications</a:t>
            </a:r>
            <a:r>
              <a:t> : le système d'exploitation est chargé de la bonne exécution des applications en leur affectant les ressources nécessaires à leur bon fonctionnement. </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 name="Rôle de l’OS"/>
          <p:cNvSpPr txBox="1">
            <a:spLocks noGrp="1"/>
          </p:cNvSpPr>
          <p:nvPr>
            <p:ph type="title"/>
          </p:nvPr>
        </p:nvSpPr>
        <p:spPr>
          <a:prstGeom prst="rect">
            <a:avLst/>
          </a:prstGeom>
        </p:spPr>
        <p:txBody>
          <a:bodyPr/>
          <a:lstStyle/>
          <a:p>
            <a:r>
              <a:t>Rôle de l’OS</a:t>
            </a:r>
          </a:p>
        </p:txBody>
      </p:sp>
      <p:sp>
        <p:nvSpPr>
          <p:cNvPr id="164" name="Gestion des entrées/sorties : le système d'exploitation permet d'unifier et de contrôler l'accès des programmes aux ressources matérielles par l'intermédiaire des pilotes (appelés également gestionnaires de périphériques ou gestionnaires d’entrée/sortie)"/>
          <p:cNvSpPr txBox="1">
            <a:spLocks noGrp="1"/>
          </p:cNvSpPr>
          <p:nvPr>
            <p:ph type="body" idx="1"/>
          </p:nvPr>
        </p:nvSpPr>
        <p:spPr>
          <a:prstGeom prst="rect">
            <a:avLst/>
          </a:prstGeom>
        </p:spPr>
        <p:txBody>
          <a:bodyPr/>
          <a:lstStyle/>
          <a:p>
            <a:pPr algn="just"/>
            <a:r>
              <a:rPr b="1">
                <a:solidFill>
                  <a:srgbClr val="941100"/>
                </a:solidFill>
              </a:rPr>
              <a:t>Gestion des entrées/sorties</a:t>
            </a:r>
            <a:r>
              <a:t> : le système d'exploitation permet d'unifier et de contrôler l'accès des programmes aux ressources matérielles par l'intermédiaire des </a:t>
            </a:r>
            <a:r>
              <a:rPr b="1"/>
              <a:t>pilotes</a:t>
            </a:r>
            <a:r>
              <a:t> (appelés également gestionnaires de périphériques ou gestionnaires d’entrée/sortie).</a:t>
            </a:r>
          </a:p>
          <a:p>
            <a:pPr algn="just"/>
            <a:r>
              <a:rPr b="1">
                <a:solidFill>
                  <a:srgbClr val="941100"/>
                </a:solidFill>
              </a:rPr>
              <a:t>Gestion des fichiers</a:t>
            </a:r>
            <a:r>
              <a:t> : désigne l’organisation hiérarchique des fichiers au sein d’un système d’exploitation.</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 name="Composants de l’OS"/>
          <p:cNvSpPr txBox="1">
            <a:spLocks noGrp="1"/>
          </p:cNvSpPr>
          <p:nvPr>
            <p:ph type="title"/>
          </p:nvPr>
        </p:nvSpPr>
        <p:spPr>
          <a:prstGeom prst="rect">
            <a:avLst/>
          </a:prstGeom>
        </p:spPr>
        <p:txBody>
          <a:bodyPr/>
          <a:lstStyle/>
          <a:p>
            <a:r>
              <a:t>Composants de l’OS</a:t>
            </a:r>
          </a:p>
        </p:txBody>
      </p:sp>
      <p:sp>
        <p:nvSpPr>
          <p:cNvPr id="167" name="OS"/>
          <p:cNvSpPr/>
          <p:nvPr/>
        </p:nvSpPr>
        <p:spPr>
          <a:xfrm>
            <a:off x="5003326" y="3098547"/>
            <a:ext cx="2313297" cy="1451020"/>
          </a:xfrm>
          <a:prstGeom prst="roundRect">
            <a:avLst>
              <a:gd name="adj" fmla="val 15393"/>
            </a:avLst>
          </a:prstGeom>
          <a:gradFill>
            <a:gsLst>
              <a:gs pos="0">
                <a:schemeClr val="accent3">
                  <a:hueOff val="708446"/>
                  <a:satOff val="-4821"/>
                  <a:lumOff val="-14251"/>
                </a:schemeClr>
              </a:gs>
              <a:gs pos="100000">
                <a:schemeClr val="accent3">
                  <a:hueOff val="-72299"/>
                  <a:satOff val="19597"/>
                  <a:lumOff val="11238"/>
                </a:schemeClr>
              </a:gs>
            </a:gsLst>
            <a:lin ang="5400000"/>
          </a:gra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solidFill>
                  <a:srgbClr val="FFFFFF"/>
                </a:solidFill>
                <a:effectLst>
                  <a:outerShdw blurRad="25400" dist="33948" dir="2700000" rotWithShape="0">
                    <a:srgbClr val="3B3936"/>
                  </a:outerShdw>
                </a:effectLst>
              </a:defRPr>
            </a:lvl1pPr>
          </a:lstStyle>
          <a:p>
            <a:r>
              <a:t>OS</a:t>
            </a:r>
          </a:p>
        </p:txBody>
      </p:sp>
      <p:sp>
        <p:nvSpPr>
          <p:cNvPr id="168" name="Noyau"/>
          <p:cNvSpPr/>
          <p:nvPr/>
        </p:nvSpPr>
        <p:spPr>
          <a:xfrm>
            <a:off x="1687533" y="6212335"/>
            <a:ext cx="2313297" cy="1451020"/>
          </a:xfrm>
          <a:prstGeom prst="roundRect">
            <a:avLst>
              <a:gd name="adj" fmla="val 15393"/>
            </a:avLst>
          </a:prstGeom>
          <a:solidFill>
            <a:srgbClr val="FFFFFF"/>
          </a:solid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solidFill>
                  <a:srgbClr val="000000"/>
                </a:solidFill>
                <a:effectLst>
                  <a:outerShdw blurRad="25400" dist="33948" dir="2700000" rotWithShape="0">
                    <a:srgbClr val="3B3936"/>
                  </a:outerShdw>
                </a:effectLst>
              </a:defRPr>
            </a:lvl1pPr>
          </a:lstStyle>
          <a:p>
            <a:r>
              <a:t>Noyau</a:t>
            </a:r>
          </a:p>
        </p:txBody>
      </p:sp>
      <p:sp>
        <p:nvSpPr>
          <p:cNvPr id="169" name="Système de fichier"/>
          <p:cNvSpPr/>
          <p:nvPr/>
        </p:nvSpPr>
        <p:spPr>
          <a:xfrm>
            <a:off x="8450348" y="6265577"/>
            <a:ext cx="2313297" cy="1451020"/>
          </a:xfrm>
          <a:prstGeom prst="roundRect">
            <a:avLst>
              <a:gd name="adj" fmla="val 15393"/>
            </a:avLst>
          </a:prstGeom>
          <a:solidFill>
            <a:srgbClr val="FFFFFF"/>
          </a:solid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solidFill>
                  <a:srgbClr val="000000"/>
                </a:solidFill>
                <a:effectLst>
                  <a:outerShdw blurRad="25400" dist="33948" dir="2700000" rotWithShape="0">
                    <a:srgbClr val="3B3936"/>
                  </a:outerShdw>
                </a:effectLst>
              </a:defRPr>
            </a:lvl1pPr>
          </a:lstStyle>
          <a:p>
            <a:r>
              <a:t>Système de fichier</a:t>
            </a:r>
          </a:p>
        </p:txBody>
      </p:sp>
      <p:sp>
        <p:nvSpPr>
          <p:cNvPr id="170" name="Interpréteur de commande"/>
          <p:cNvSpPr/>
          <p:nvPr/>
        </p:nvSpPr>
        <p:spPr>
          <a:xfrm>
            <a:off x="4785521" y="6265577"/>
            <a:ext cx="2748906" cy="1451020"/>
          </a:xfrm>
          <a:prstGeom prst="roundRect">
            <a:avLst>
              <a:gd name="adj" fmla="val 16522"/>
            </a:avLst>
          </a:prstGeom>
          <a:solidFill>
            <a:srgbClr val="FFFFFF"/>
          </a:solidFill>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solidFill>
                  <a:srgbClr val="000000"/>
                </a:solidFill>
                <a:effectLst>
                  <a:outerShdw blurRad="25400" dist="33948" dir="2700000" rotWithShape="0">
                    <a:srgbClr val="3B3936"/>
                  </a:outerShdw>
                </a:effectLst>
              </a:defRPr>
            </a:lvl1pPr>
          </a:lstStyle>
          <a:p>
            <a:r>
              <a:t>Interpréteur de commande </a:t>
            </a:r>
          </a:p>
        </p:txBody>
      </p:sp>
      <p:sp>
        <p:nvSpPr>
          <p:cNvPr id="171" name="Ligne"/>
          <p:cNvSpPr/>
          <p:nvPr/>
        </p:nvSpPr>
        <p:spPr>
          <a:xfrm flipH="1">
            <a:off x="3173261" y="4550604"/>
            <a:ext cx="2949311" cy="1656191"/>
          </a:xfrm>
          <a:prstGeom prst="line">
            <a:avLst/>
          </a:prstGeom>
          <a:ln w="25400">
            <a:solidFill>
              <a:srgbClr val="414141"/>
            </a:solidFill>
            <a:miter lim="400000"/>
            <a:tailEnd type="triangle"/>
          </a:ln>
        </p:spPr>
        <p:txBody>
          <a:bodyPr lIns="50800" tIns="50800" rIns="50800" bIns="50800" anchor="ctr"/>
          <a:lstStyle/>
          <a:p>
            <a:pPr>
              <a:defRPr sz="3200"/>
            </a:pPr>
            <a:endParaRPr/>
          </a:p>
        </p:txBody>
      </p:sp>
      <p:sp>
        <p:nvSpPr>
          <p:cNvPr id="172" name="Ligne"/>
          <p:cNvSpPr/>
          <p:nvPr/>
        </p:nvSpPr>
        <p:spPr>
          <a:xfrm>
            <a:off x="6159974" y="4542244"/>
            <a:ext cx="1" cy="1661837"/>
          </a:xfrm>
          <a:prstGeom prst="line">
            <a:avLst/>
          </a:prstGeom>
          <a:ln w="25400">
            <a:solidFill>
              <a:srgbClr val="414141"/>
            </a:solidFill>
            <a:miter lim="400000"/>
            <a:tailEnd type="triangle"/>
          </a:ln>
        </p:spPr>
        <p:txBody>
          <a:bodyPr lIns="50800" tIns="50800" rIns="50800" bIns="50800" anchor="ctr"/>
          <a:lstStyle/>
          <a:p>
            <a:pPr>
              <a:defRPr sz="3200"/>
            </a:pPr>
            <a:endParaRPr/>
          </a:p>
        </p:txBody>
      </p:sp>
      <p:sp>
        <p:nvSpPr>
          <p:cNvPr id="173" name="Ligne"/>
          <p:cNvSpPr/>
          <p:nvPr/>
        </p:nvSpPr>
        <p:spPr>
          <a:xfrm>
            <a:off x="6187262" y="4552988"/>
            <a:ext cx="2955786" cy="1562344"/>
          </a:xfrm>
          <a:prstGeom prst="line">
            <a:avLst/>
          </a:prstGeom>
          <a:ln w="25400">
            <a:solidFill>
              <a:srgbClr val="414141"/>
            </a:solidFill>
            <a:miter lim="400000"/>
            <a:tailEnd type="triangle"/>
          </a:ln>
        </p:spPr>
        <p:txBody>
          <a:bodyPr lIns="50800" tIns="50800" rIns="50800" bIns="50800" anchor="ctr"/>
          <a:lstStyle/>
          <a:p>
            <a:pPr>
              <a:defRPr sz="3200"/>
            </a:pPr>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7" name="Composants de l’OS"/>
          <p:cNvSpPr txBox="1">
            <a:spLocks noGrp="1"/>
          </p:cNvSpPr>
          <p:nvPr>
            <p:ph type="title"/>
          </p:nvPr>
        </p:nvSpPr>
        <p:spPr>
          <a:prstGeom prst="rect">
            <a:avLst/>
          </a:prstGeom>
        </p:spPr>
        <p:txBody>
          <a:bodyPr/>
          <a:lstStyle/>
          <a:p>
            <a:r>
              <a:t>Composants de l’OS</a:t>
            </a:r>
          </a:p>
        </p:txBody>
      </p:sp>
      <p:sp>
        <p:nvSpPr>
          <p:cNvPr id="178" name="Noyau, Kernel : couche logicielle la plus interne du S.E dédiée à la gestion des composants matériels : processeur, mémoire, périphériques, etc.…"/>
          <p:cNvSpPr txBox="1">
            <a:spLocks noGrp="1"/>
          </p:cNvSpPr>
          <p:nvPr>
            <p:ph type="body" idx="1"/>
          </p:nvPr>
        </p:nvSpPr>
        <p:spPr>
          <a:xfrm>
            <a:off x="508000" y="2454171"/>
            <a:ext cx="11988800" cy="6096001"/>
          </a:xfrm>
          <a:prstGeom prst="rect">
            <a:avLst/>
          </a:prstGeom>
        </p:spPr>
        <p:txBody>
          <a:bodyPr/>
          <a:lstStyle/>
          <a:p>
            <a:pPr marL="604157" indent="-604157" algn="just">
              <a:defRPr sz="2800" b="1">
                <a:solidFill>
                  <a:srgbClr val="0B0080"/>
                </a:solidFill>
              </a:defRPr>
            </a:pPr>
            <a:r>
              <a:rPr sz="3600"/>
              <a:t>Noyau, Kernel</a:t>
            </a:r>
            <a:r>
              <a:rPr sz="3600" b="0">
                <a:solidFill>
                  <a:srgbClr val="414141"/>
                </a:solidFill>
              </a:rPr>
              <a:t> </a:t>
            </a:r>
            <a:r>
              <a:rPr b="0">
                <a:solidFill>
                  <a:srgbClr val="414141"/>
                </a:solidFill>
              </a:rPr>
              <a:t>: </a:t>
            </a:r>
            <a:r>
              <a:rPr sz="3600" b="0">
                <a:solidFill>
                  <a:srgbClr val="414141"/>
                </a:solidFill>
              </a:rPr>
              <a:t>couche logicielle la plus interne du S.E dédiée à la gestion des composants matériels : processeur, mémoire, périphériques, etc.</a:t>
            </a:r>
            <a:endParaRPr b="0">
              <a:solidFill>
                <a:srgbClr val="414141"/>
              </a:solidFill>
            </a:endParaRPr>
          </a:p>
          <a:p>
            <a:pPr marL="604157" indent="-604157" algn="just">
              <a:defRPr sz="2800" b="1">
                <a:solidFill>
                  <a:srgbClr val="0B0080"/>
                </a:solidFill>
              </a:defRPr>
            </a:pPr>
            <a:r>
              <a:rPr sz="3600"/>
              <a:t>Interpréter de commandes :</a:t>
            </a:r>
            <a:r>
              <a:rPr sz="3600" b="0">
                <a:solidFill>
                  <a:srgbClr val="414141"/>
                </a:solidFill>
              </a:rPr>
              <a:t> il vérifie, interprète les commandes, exécute et renvoie les réponses. </a:t>
            </a:r>
          </a:p>
          <a:p>
            <a:pPr marL="604157" indent="-604157" algn="just">
              <a:defRPr sz="2800" b="1">
                <a:solidFill>
                  <a:srgbClr val="0B0080"/>
                </a:solidFill>
              </a:defRPr>
            </a:pPr>
            <a:r>
              <a:rPr sz="3600" b="0">
                <a:solidFill>
                  <a:srgbClr val="414141"/>
                </a:solidFill>
              </a:rPr>
              <a:t>Il envoie des appels au kernel en fonction des requêtes des utilisateurs </a:t>
            </a:r>
            <a:r>
              <a:rPr sz="3600">
                <a:solidFill>
                  <a:srgbClr val="414141"/>
                </a:solidFill>
              </a:rPr>
              <a:t>(intermédiaire entre utilisateur &amp; kernel)</a:t>
            </a:r>
            <a:r>
              <a:rPr sz="3600" b="0">
                <a:solidFill>
                  <a:srgbClr val="414141"/>
                </a:solidFill>
              </a:rPr>
              <a:t>.</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0" name="Composants de l’OS"/>
          <p:cNvSpPr txBox="1">
            <a:spLocks noGrp="1"/>
          </p:cNvSpPr>
          <p:nvPr>
            <p:ph type="title"/>
          </p:nvPr>
        </p:nvSpPr>
        <p:spPr>
          <a:prstGeom prst="rect">
            <a:avLst/>
          </a:prstGeom>
        </p:spPr>
        <p:txBody>
          <a:bodyPr/>
          <a:lstStyle/>
          <a:p>
            <a:r>
              <a:t>Composants de l’OS</a:t>
            </a:r>
          </a:p>
        </p:txBody>
      </p:sp>
      <p:sp>
        <p:nvSpPr>
          <p:cNvPr id="181" name="Fichier : objet recevant et délivrant des données, constitué d’une chaîne de caractères non structurée.…"/>
          <p:cNvSpPr txBox="1">
            <a:spLocks noGrp="1"/>
          </p:cNvSpPr>
          <p:nvPr>
            <p:ph type="body" idx="1"/>
          </p:nvPr>
        </p:nvSpPr>
        <p:spPr>
          <a:xfrm>
            <a:off x="508000" y="2454171"/>
            <a:ext cx="11988800" cy="7012064"/>
          </a:xfrm>
          <a:prstGeom prst="rect">
            <a:avLst/>
          </a:prstGeom>
        </p:spPr>
        <p:txBody>
          <a:bodyPr anchor="t"/>
          <a:lstStyle/>
          <a:p>
            <a:pPr algn="just">
              <a:defRPr sz="3400" b="1">
                <a:solidFill>
                  <a:srgbClr val="0B0080"/>
                </a:solidFill>
              </a:defRPr>
            </a:pPr>
            <a:r>
              <a:t>Fichier</a:t>
            </a:r>
            <a:r>
              <a:rPr b="0">
                <a:solidFill>
                  <a:srgbClr val="414141"/>
                </a:solidFill>
              </a:rPr>
              <a:t> : objet recevant et délivrant des données, constitué d’une chaîne de caractères non structurée.</a:t>
            </a:r>
          </a:p>
          <a:p>
            <a:pPr algn="just">
              <a:defRPr sz="3400" b="1"/>
            </a:pPr>
            <a:r>
              <a:rPr>
                <a:solidFill>
                  <a:srgbClr val="0B0080"/>
                </a:solidFill>
              </a:rPr>
              <a:t>Système du fichier :</a:t>
            </a:r>
            <a:r>
              <a:t> </a:t>
            </a:r>
            <a:r>
              <a:rPr b="0"/>
              <a:t>permet d'enregistrer les fichiers dans une arborescence</a:t>
            </a:r>
            <a:r>
              <a: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 grpId="1"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3" name="Architecture de l’OS"/>
          <p:cNvSpPr txBox="1">
            <a:spLocks noGrp="1"/>
          </p:cNvSpPr>
          <p:nvPr>
            <p:ph type="title"/>
          </p:nvPr>
        </p:nvSpPr>
        <p:spPr>
          <a:prstGeom prst="rect">
            <a:avLst/>
          </a:prstGeom>
        </p:spPr>
        <p:txBody>
          <a:bodyPr/>
          <a:lstStyle/>
          <a:p>
            <a:r>
              <a:t>Architecture de l’OS</a:t>
            </a:r>
          </a:p>
        </p:txBody>
      </p:sp>
      <p:pic>
        <p:nvPicPr>
          <p:cNvPr id="184" name="Image" descr="Image"/>
          <p:cNvPicPr>
            <a:picLocks noChangeAspect="1"/>
          </p:cNvPicPr>
          <p:nvPr/>
        </p:nvPicPr>
        <p:blipFill>
          <a:blip r:embed="rId3"/>
          <a:srcRect b="14012"/>
          <a:stretch>
            <a:fillRect/>
          </a:stretch>
        </p:blipFill>
        <p:spPr>
          <a:xfrm>
            <a:off x="2235702" y="2324100"/>
            <a:ext cx="7879052" cy="6276054"/>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8" name="Exemple de systèmes d’exploitation"/>
          <p:cNvSpPr txBox="1">
            <a:spLocks noGrp="1"/>
          </p:cNvSpPr>
          <p:nvPr>
            <p:ph type="title"/>
          </p:nvPr>
        </p:nvSpPr>
        <p:spPr>
          <a:prstGeom prst="rect">
            <a:avLst/>
          </a:prstGeom>
        </p:spPr>
        <p:txBody>
          <a:bodyPr>
            <a:normAutofit fontScale="90000"/>
          </a:bodyPr>
          <a:lstStyle/>
          <a:p>
            <a:r>
              <a:t>Exemple de systèmes d’exploitation  </a:t>
            </a:r>
          </a:p>
        </p:txBody>
      </p:sp>
      <p:sp>
        <p:nvSpPr>
          <p:cNvPr id="189" name="Atari en 1985…"/>
          <p:cNvSpPr txBox="1">
            <a:spLocks noGrp="1"/>
          </p:cNvSpPr>
          <p:nvPr>
            <p:ph type="body" idx="1"/>
          </p:nvPr>
        </p:nvSpPr>
        <p:spPr>
          <a:xfrm>
            <a:off x="508000" y="2454171"/>
            <a:ext cx="11988800" cy="6096001"/>
          </a:xfrm>
          <a:prstGeom prst="rect">
            <a:avLst/>
          </a:prstGeom>
        </p:spPr>
        <p:txBody>
          <a:bodyPr anchor="t"/>
          <a:lstStyle/>
          <a:p>
            <a:pPr marL="465201" indent="-465201" algn="just" defTabSz="578358">
              <a:spcBef>
                <a:spcPts val="2300"/>
              </a:spcBef>
              <a:defRPr sz="3564"/>
            </a:pPr>
            <a:r>
              <a:t>Atari en 1985 </a:t>
            </a:r>
          </a:p>
          <a:p>
            <a:pPr marL="465201" indent="-465201" algn="just" defTabSz="578358">
              <a:spcBef>
                <a:spcPts val="2300"/>
              </a:spcBef>
              <a:defRPr sz="3564"/>
            </a:pPr>
            <a:r>
              <a:t>OS/2 en 1987 </a:t>
            </a:r>
          </a:p>
          <a:p>
            <a:pPr marL="465201" indent="-465201" algn="just" defTabSz="578358">
              <a:spcBef>
                <a:spcPts val="2300"/>
              </a:spcBef>
              <a:defRPr sz="3564"/>
            </a:pPr>
            <a:r>
              <a:t>Mac OS</a:t>
            </a:r>
          </a:p>
          <a:p>
            <a:pPr marL="465201" indent="-465201" algn="just" defTabSz="578358">
              <a:spcBef>
                <a:spcPts val="2300"/>
              </a:spcBef>
              <a:defRPr sz="3564"/>
            </a:pPr>
            <a:r>
              <a:t>MS-DOS </a:t>
            </a:r>
          </a:p>
          <a:p>
            <a:pPr marL="465201" indent="-465201" algn="just" defTabSz="578358">
              <a:spcBef>
                <a:spcPts val="2300"/>
              </a:spcBef>
              <a:defRPr sz="3564"/>
            </a:pPr>
            <a:r>
              <a:t>Windows</a:t>
            </a:r>
          </a:p>
          <a:p>
            <a:pPr marL="465201" indent="-465201" algn="just" defTabSz="578358">
              <a:spcBef>
                <a:spcPts val="2300"/>
              </a:spcBef>
              <a:defRPr sz="3564"/>
            </a:pPr>
            <a:r>
              <a:t>UNIX</a:t>
            </a:r>
          </a:p>
          <a:p>
            <a:pPr marL="465201" indent="-465201" algn="just" defTabSz="578358">
              <a:spcBef>
                <a:spcPts val="2300"/>
              </a:spcBef>
              <a:defRPr sz="3564"/>
            </a:pPr>
            <a:r>
              <a:t>GNU/LINUX </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1" name="Exemple de systèmes d’exploitation"/>
          <p:cNvSpPr txBox="1">
            <a:spLocks noGrp="1"/>
          </p:cNvSpPr>
          <p:nvPr>
            <p:ph type="title"/>
          </p:nvPr>
        </p:nvSpPr>
        <p:spPr>
          <a:prstGeom prst="rect">
            <a:avLst/>
          </a:prstGeom>
        </p:spPr>
        <p:txBody>
          <a:bodyPr>
            <a:normAutofit fontScale="90000"/>
          </a:bodyPr>
          <a:lstStyle/>
          <a:p>
            <a:r>
              <a:t>Exemple de systèmes d’exploitation  </a:t>
            </a:r>
          </a:p>
        </p:txBody>
      </p:sp>
      <p:sp>
        <p:nvSpPr>
          <p:cNvPr id="192" name="UNIX"/>
          <p:cNvSpPr txBox="1"/>
          <p:nvPr/>
        </p:nvSpPr>
        <p:spPr>
          <a:xfrm>
            <a:off x="1417999" y="3104213"/>
            <a:ext cx="1541147" cy="812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300"/>
            </a:lvl1pPr>
          </a:lstStyle>
          <a:p>
            <a:r>
              <a:t>UNIX</a:t>
            </a:r>
          </a:p>
        </p:txBody>
      </p:sp>
      <p:sp>
        <p:nvSpPr>
          <p:cNvPr id="193" name="GNU/LINUX"/>
          <p:cNvSpPr txBox="1"/>
          <p:nvPr/>
        </p:nvSpPr>
        <p:spPr>
          <a:xfrm>
            <a:off x="2403149" y="5001927"/>
            <a:ext cx="3501027" cy="812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300"/>
            </a:lvl1pPr>
          </a:lstStyle>
          <a:p>
            <a:r>
              <a:t>GNU/LINUX</a:t>
            </a:r>
          </a:p>
        </p:txBody>
      </p:sp>
      <p:sp>
        <p:nvSpPr>
          <p:cNvPr id="194" name="CentOs"/>
          <p:cNvSpPr txBox="1"/>
          <p:nvPr/>
        </p:nvSpPr>
        <p:spPr>
          <a:xfrm>
            <a:off x="7368411" y="3104213"/>
            <a:ext cx="1919791" cy="812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300"/>
            </a:lvl1pPr>
          </a:lstStyle>
          <a:p>
            <a:r>
              <a:t>CentOs</a:t>
            </a:r>
          </a:p>
        </p:txBody>
      </p:sp>
      <p:sp>
        <p:nvSpPr>
          <p:cNvPr id="195" name="Ubuntu"/>
          <p:cNvSpPr txBox="1"/>
          <p:nvPr/>
        </p:nvSpPr>
        <p:spPr>
          <a:xfrm>
            <a:off x="3358271" y="7438276"/>
            <a:ext cx="1995786" cy="812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300"/>
            </a:lvl1pPr>
          </a:lstStyle>
          <a:p>
            <a:r>
              <a:t>Ubuntu</a:t>
            </a:r>
          </a:p>
        </p:txBody>
      </p:sp>
      <p:sp>
        <p:nvSpPr>
          <p:cNvPr id="196" name="RedHat"/>
          <p:cNvSpPr txBox="1"/>
          <p:nvPr/>
        </p:nvSpPr>
        <p:spPr>
          <a:xfrm>
            <a:off x="8433572" y="7184380"/>
            <a:ext cx="1979787" cy="812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300"/>
            </a:lvl1pPr>
          </a:lstStyle>
          <a:p>
            <a:r>
              <a:t>RedHat</a:t>
            </a:r>
          </a:p>
        </p:txBody>
      </p:sp>
      <p:sp>
        <p:nvSpPr>
          <p:cNvPr id="197" name="Debian"/>
          <p:cNvSpPr txBox="1"/>
          <p:nvPr/>
        </p:nvSpPr>
        <p:spPr>
          <a:xfrm>
            <a:off x="9237771" y="4843177"/>
            <a:ext cx="1850462" cy="812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4300"/>
            </a:lvl1pPr>
          </a:lstStyle>
          <a:p>
            <a:r>
              <a:t>Debian</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1" name="Unix Vs Linux"/>
          <p:cNvSpPr txBox="1">
            <a:spLocks noGrp="1"/>
          </p:cNvSpPr>
          <p:nvPr>
            <p:ph type="title"/>
          </p:nvPr>
        </p:nvSpPr>
        <p:spPr>
          <a:prstGeom prst="rect">
            <a:avLst/>
          </a:prstGeom>
        </p:spPr>
        <p:txBody>
          <a:bodyPr/>
          <a:lstStyle/>
          <a:p>
            <a:r>
              <a:t>Unix Vs Linux </a:t>
            </a:r>
          </a:p>
        </p:txBody>
      </p:sp>
      <p:sp>
        <p:nvSpPr>
          <p:cNvPr id="202" name="UNIX est un nom protégé par le droit d’auteur (Payant!!!).…"/>
          <p:cNvSpPr txBox="1">
            <a:spLocks noGrp="1"/>
          </p:cNvSpPr>
          <p:nvPr>
            <p:ph type="body" idx="1"/>
          </p:nvPr>
        </p:nvSpPr>
        <p:spPr>
          <a:xfrm>
            <a:off x="508000" y="2454171"/>
            <a:ext cx="12243631" cy="7083986"/>
          </a:xfrm>
          <a:prstGeom prst="rect">
            <a:avLst/>
          </a:prstGeom>
        </p:spPr>
        <p:txBody>
          <a:bodyPr anchor="t"/>
          <a:lstStyle/>
          <a:p>
            <a:pPr algn="just">
              <a:defRPr sz="3400"/>
            </a:pPr>
            <a:r>
              <a:rPr b="1" dirty="0">
                <a:solidFill>
                  <a:srgbClr val="0B0080"/>
                </a:solidFill>
              </a:rPr>
              <a:t>UNIX </a:t>
            </a:r>
            <a:r>
              <a:rPr dirty="0" err="1"/>
              <a:t>est</a:t>
            </a:r>
            <a:r>
              <a:rPr dirty="0"/>
              <a:t> un nom protégé par le droit </a:t>
            </a:r>
            <a:r>
              <a:rPr dirty="0" err="1"/>
              <a:t>d’auteur</a:t>
            </a:r>
            <a:r>
              <a:rPr dirty="0"/>
              <a:t> (</a:t>
            </a:r>
            <a:r>
              <a:rPr b="1" dirty="0" err="1">
                <a:solidFill>
                  <a:srgbClr val="FF2600"/>
                </a:solidFill>
              </a:rPr>
              <a:t>Payant</a:t>
            </a:r>
            <a:r>
              <a:rPr dirty="0">
                <a:solidFill>
                  <a:srgbClr val="FF2600"/>
                </a:solidFill>
              </a:rPr>
              <a:t>!!!</a:t>
            </a:r>
            <a:r>
              <a:rPr dirty="0"/>
              <a:t>). </a:t>
            </a:r>
          </a:p>
          <a:p>
            <a:pPr algn="just">
              <a:defRPr sz="3400"/>
            </a:pPr>
            <a:r>
              <a:rPr dirty="0" err="1"/>
              <a:t>Seules</a:t>
            </a:r>
            <a:r>
              <a:rPr dirty="0"/>
              <a:t> les </a:t>
            </a:r>
            <a:r>
              <a:rPr dirty="0" err="1"/>
              <a:t>grandes</a:t>
            </a:r>
            <a:r>
              <a:rPr dirty="0"/>
              <a:t> </a:t>
            </a:r>
            <a:r>
              <a:rPr dirty="0" err="1"/>
              <a:t>entreprises</a:t>
            </a:r>
            <a:r>
              <a:rPr dirty="0"/>
              <a:t> </a:t>
            </a:r>
            <a:r>
              <a:rPr dirty="0" err="1"/>
              <a:t>sont</a:t>
            </a:r>
            <a:r>
              <a:rPr dirty="0"/>
              <a:t> </a:t>
            </a:r>
            <a:r>
              <a:rPr dirty="0" err="1"/>
              <a:t>autorisées</a:t>
            </a:r>
            <a:r>
              <a:rPr dirty="0"/>
              <a:t> à </a:t>
            </a:r>
            <a:r>
              <a:rPr dirty="0" err="1"/>
              <a:t>utiliser</a:t>
            </a:r>
            <a:r>
              <a:rPr dirty="0"/>
              <a:t> </a:t>
            </a:r>
            <a:r>
              <a:rPr dirty="0" err="1"/>
              <a:t>ce</a:t>
            </a:r>
            <a:r>
              <a:rPr dirty="0"/>
              <a:t> nom. IBM AIX, Sun Solaris et HP-UX </a:t>
            </a:r>
            <a:r>
              <a:rPr dirty="0" err="1"/>
              <a:t>sont</a:t>
            </a:r>
            <a:r>
              <a:rPr dirty="0"/>
              <a:t> </a:t>
            </a:r>
            <a:r>
              <a:rPr dirty="0" err="1"/>
              <a:t>tous</a:t>
            </a:r>
            <a:r>
              <a:rPr dirty="0"/>
              <a:t> des </a:t>
            </a:r>
            <a:r>
              <a:rPr dirty="0" err="1"/>
              <a:t>systèmes</a:t>
            </a:r>
            <a:r>
              <a:rPr dirty="0"/>
              <a:t> </a:t>
            </a:r>
            <a:r>
              <a:rPr dirty="0" err="1"/>
              <a:t>d’exploitation</a:t>
            </a:r>
            <a:r>
              <a:rPr dirty="0"/>
              <a:t> de type </a:t>
            </a:r>
            <a:r>
              <a:rPr b="1" dirty="0"/>
              <a:t>UNIX</a:t>
            </a:r>
            <a:r>
              <a:rPr dirty="0"/>
              <a:t>. </a:t>
            </a:r>
          </a:p>
          <a:p>
            <a:pPr>
              <a:defRPr sz="3400"/>
            </a:pPr>
            <a:r>
              <a:rPr dirty="0"/>
              <a:t>La date du 1</a:t>
            </a:r>
            <a:r>
              <a:rPr baseline="31999" dirty="0"/>
              <a:t>er</a:t>
            </a:r>
            <a:r>
              <a:rPr dirty="0"/>
              <a:t> </a:t>
            </a:r>
            <a:r>
              <a:rPr dirty="0" err="1"/>
              <a:t>janvier</a:t>
            </a:r>
            <a:r>
              <a:rPr dirty="0"/>
              <a:t> 1970 </a:t>
            </a:r>
            <a:r>
              <a:rPr dirty="0" err="1"/>
              <a:t>est</a:t>
            </a:r>
            <a:r>
              <a:rPr dirty="0"/>
              <a:t> </a:t>
            </a:r>
            <a:r>
              <a:rPr dirty="0" err="1"/>
              <a:t>considérée</a:t>
            </a:r>
            <a:r>
              <a:rPr dirty="0"/>
              <a:t> </a:t>
            </a:r>
            <a:r>
              <a:rPr dirty="0" err="1"/>
              <a:t>comme</a:t>
            </a:r>
            <a:r>
              <a:rPr dirty="0"/>
              <a:t> </a:t>
            </a:r>
            <a:r>
              <a:rPr dirty="0" err="1"/>
              <a:t>étant</a:t>
            </a:r>
            <a:r>
              <a:rPr dirty="0"/>
              <a:t> la date de naissance du </a:t>
            </a:r>
            <a:r>
              <a:rPr dirty="0" err="1"/>
              <a:t>système</a:t>
            </a:r>
            <a:r>
              <a:rPr dirty="0"/>
              <a:t> Unix.</a:t>
            </a:r>
          </a:p>
          <a:p>
            <a:pPr algn="just">
              <a:defRPr sz="3400"/>
            </a:pPr>
            <a:r>
              <a:rPr b="1" dirty="0">
                <a:solidFill>
                  <a:srgbClr val="0B0080"/>
                </a:solidFill>
              </a:rPr>
              <a:t>UNIX </a:t>
            </a:r>
            <a:r>
              <a:rPr dirty="0" err="1"/>
              <a:t>est</a:t>
            </a:r>
            <a:r>
              <a:rPr dirty="0"/>
              <a:t> un </a:t>
            </a:r>
            <a:r>
              <a:rPr dirty="0" err="1"/>
              <a:t>système</a:t>
            </a:r>
            <a:r>
              <a:rPr dirty="0"/>
              <a:t> </a:t>
            </a:r>
            <a:r>
              <a:rPr b="1" dirty="0">
                <a:solidFill>
                  <a:srgbClr val="FF2600"/>
                </a:solidFill>
              </a:rPr>
              <a:t>propriétaire</a:t>
            </a:r>
            <a:r>
              <a:rPr dirty="0"/>
              <a: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 grpId="0" uiExpand="1"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6" name="Unix Vs Linux"/>
          <p:cNvSpPr txBox="1">
            <a:spLocks noGrp="1"/>
          </p:cNvSpPr>
          <p:nvPr>
            <p:ph type="title"/>
          </p:nvPr>
        </p:nvSpPr>
        <p:spPr>
          <a:prstGeom prst="rect">
            <a:avLst/>
          </a:prstGeom>
        </p:spPr>
        <p:txBody>
          <a:bodyPr/>
          <a:lstStyle/>
          <a:p>
            <a:r>
              <a:t>Unix Vs Linux </a:t>
            </a:r>
          </a:p>
        </p:txBody>
      </p:sp>
      <p:sp>
        <p:nvSpPr>
          <p:cNvPr id="207" name="Richard Stallman, un chercheur en intelligence artificielle au MIT a lancé un projet GNU, l’idée est de créer un OS  open source, copie de UNIX.…"/>
          <p:cNvSpPr txBox="1">
            <a:spLocks noGrp="1"/>
          </p:cNvSpPr>
          <p:nvPr>
            <p:ph type="body" idx="1"/>
          </p:nvPr>
        </p:nvSpPr>
        <p:spPr>
          <a:xfrm>
            <a:off x="508000" y="2454171"/>
            <a:ext cx="11988800" cy="7194607"/>
          </a:xfrm>
          <a:prstGeom prst="rect">
            <a:avLst/>
          </a:prstGeom>
        </p:spPr>
        <p:txBody>
          <a:bodyPr anchor="t"/>
          <a:lstStyle/>
          <a:p>
            <a:pPr algn="just">
              <a:defRPr sz="3300"/>
            </a:pPr>
            <a:r>
              <a:t>Richard Stallman, un chercheur en intelligence artificielle au MIT a lancé un projet </a:t>
            </a:r>
            <a:r>
              <a:rPr b="1">
                <a:solidFill>
                  <a:srgbClr val="0B0080"/>
                </a:solidFill>
              </a:rPr>
              <a:t>GNU, </a:t>
            </a:r>
            <a:r>
              <a:t>l’idée est de créer un OS  open source, copie de UNIX.</a:t>
            </a:r>
          </a:p>
          <a:p>
            <a:pPr algn="just">
              <a:defRPr sz="3300"/>
            </a:pPr>
            <a:r>
              <a:t>Richard travaillé sur les programmes de base (programme de copie de fichier, de suppression de fichier, éditeur de texte),</a:t>
            </a:r>
          </a:p>
          <a:p>
            <a:pPr algn="just">
              <a:defRPr sz="3300"/>
            </a:pPr>
            <a:r>
              <a:t>Linus Torvalds, un étudiant de l'Université de Helsinki (Finlande) a travaillé sur le</a:t>
            </a:r>
            <a:r>
              <a:rPr b="1">
                <a:solidFill>
                  <a:srgbClr val="0B0080"/>
                </a:solidFill>
              </a:rPr>
              <a:t> noyau (KERNEL)</a:t>
            </a:r>
            <a:r>
              <a:t> de Unix pour créer un noyau compatible au norme </a:t>
            </a:r>
            <a:r>
              <a:rPr b="1"/>
              <a:t>POSIX</a:t>
            </a:r>
            <a:r>
              <a:t>.</a:t>
            </a:r>
          </a:p>
          <a:p>
            <a:pPr algn="just">
              <a:defRPr sz="3300"/>
            </a:pPr>
            <a:r>
              <a:t>—&gt; Fusion de deux projet GNU/Linux pour donner naissance à</a:t>
            </a:r>
            <a:r>
              <a:rPr b="1">
                <a:solidFill>
                  <a:srgbClr val="0B0080"/>
                </a:solidFill>
              </a:rPr>
              <a:t> LINUX.</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1" name="Unix Vs Linux"/>
          <p:cNvSpPr txBox="1">
            <a:spLocks noGrp="1"/>
          </p:cNvSpPr>
          <p:nvPr>
            <p:ph type="title"/>
          </p:nvPr>
        </p:nvSpPr>
        <p:spPr>
          <a:prstGeom prst="rect">
            <a:avLst/>
          </a:prstGeom>
        </p:spPr>
        <p:txBody>
          <a:bodyPr/>
          <a:lstStyle/>
          <a:p>
            <a:r>
              <a:t>Unix Vs Linux </a:t>
            </a:r>
          </a:p>
        </p:txBody>
      </p:sp>
      <p:sp>
        <p:nvSpPr>
          <p:cNvPr id="212" name="Pour donner un cadre juridique aux logiciels du projet GNU, il écrit une licence, la GNU General Public License alias GPL.…"/>
          <p:cNvSpPr txBox="1">
            <a:spLocks noGrp="1"/>
          </p:cNvSpPr>
          <p:nvPr>
            <p:ph type="body" idx="1"/>
          </p:nvPr>
        </p:nvSpPr>
        <p:spPr>
          <a:xfrm>
            <a:off x="508000" y="2454171"/>
            <a:ext cx="11988800" cy="6921401"/>
          </a:xfrm>
          <a:prstGeom prst="rect">
            <a:avLst/>
          </a:prstGeom>
        </p:spPr>
        <p:txBody>
          <a:bodyPr/>
          <a:lstStyle/>
          <a:p>
            <a:pPr algn="just">
              <a:defRPr sz="3000"/>
            </a:pPr>
            <a:r>
              <a:t>Pour donner un cadre juridique aux logiciels du projet GNU, il écrit une licence, la GNU General Public License alias GPL.</a:t>
            </a:r>
          </a:p>
          <a:p>
            <a:pPr algn="just">
              <a:defRPr sz="3000"/>
            </a:pPr>
            <a:r>
              <a:t>Cette licence garantie les 4 libertés suivantes aux utilisateurs pour définir un </a:t>
            </a:r>
            <a:r>
              <a:rPr b="1">
                <a:solidFill>
                  <a:srgbClr val="0B0080"/>
                </a:solidFill>
              </a:rPr>
              <a:t>logiciel Libre </a:t>
            </a:r>
            <a:r>
              <a:t>:</a:t>
            </a:r>
          </a:p>
          <a:p>
            <a:pPr marL="1174044" lvl="1" indent="-513644" algn="just">
              <a:buClrTx/>
              <a:buSzPct val="100000"/>
              <a:buFontTx/>
              <a:buAutoNum type="arabicPeriod"/>
              <a:defRPr sz="3000"/>
            </a:pPr>
            <a:r>
              <a:t>La liberté d'exécuter le programme, qu'elle que soit le but</a:t>
            </a:r>
          </a:p>
          <a:p>
            <a:pPr marL="1174044" lvl="1" indent="-513644" algn="just">
              <a:buClrTx/>
              <a:buSzPct val="100000"/>
              <a:buFontTx/>
              <a:buAutoNum type="arabicPeriod"/>
              <a:defRPr sz="3000"/>
            </a:pPr>
            <a:r>
              <a:t>La liberté d'étudier son fonctionnement, et de l'adapter à ses besoins.</a:t>
            </a:r>
          </a:p>
          <a:p>
            <a:pPr marL="1174044" lvl="1" indent="-513644" algn="just">
              <a:buClrTx/>
              <a:buSzPct val="100000"/>
              <a:buFontTx/>
              <a:buAutoNum type="arabicPeriod"/>
              <a:defRPr sz="3000"/>
            </a:pPr>
            <a:r>
              <a:t>La liberté de redistribuer des copies pour aider autrui. </a:t>
            </a:r>
            <a:endParaRPr>
              <a:latin typeface="Times Roman"/>
              <a:ea typeface="Times Roman"/>
              <a:cs typeface="Times Roman"/>
              <a:sym typeface="Times Roman"/>
            </a:endParaRPr>
          </a:p>
          <a:p>
            <a:pPr marL="1174044" lvl="1" indent="-513644" algn="just">
              <a:buClrTx/>
              <a:buSzPct val="100000"/>
              <a:buFontTx/>
              <a:buAutoNum type="arabicPeriod"/>
              <a:defRPr sz="3000"/>
            </a:pPr>
            <a:r>
              <a:t>La liberté d'améliorer le programme, et de partager ses améliorations avec autrui.</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4" name="Unix Vs Linux"/>
          <p:cNvSpPr txBox="1">
            <a:spLocks noGrp="1"/>
          </p:cNvSpPr>
          <p:nvPr>
            <p:ph type="title"/>
          </p:nvPr>
        </p:nvSpPr>
        <p:spPr>
          <a:prstGeom prst="rect">
            <a:avLst/>
          </a:prstGeom>
        </p:spPr>
        <p:txBody>
          <a:bodyPr/>
          <a:lstStyle/>
          <a:p>
            <a:r>
              <a:t>Unix Vs Linux </a:t>
            </a:r>
          </a:p>
        </p:txBody>
      </p:sp>
      <p:sp>
        <p:nvSpPr>
          <p:cNvPr id="215" name="Un logiciel libre:…"/>
          <p:cNvSpPr txBox="1">
            <a:spLocks noGrp="1"/>
          </p:cNvSpPr>
          <p:nvPr>
            <p:ph type="body" idx="1"/>
          </p:nvPr>
        </p:nvSpPr>
        <p:spPr>
          <a:xfrm>
            <a:off x="508000" y="2454171"/>
            <a:ext cx="11988800" cy="6683851"/>
          </a:xfrm>
          <a:prstGeom prst="rect">
            <a:avLst/>
          </a:prstGeom>
        </p:spPr>
        <p:txBody>
          <a:bodyPr/>
          <a:lstStyle/>
          <a:p>
            <a:pPr algn="just">
              <a:defRPr sz="3500"/>
            </a:pPr>
            <a:r>
              <a:rPr b="1" dirty="0">
                <a:solidFill>
                  <a:srgbClr val="0B0080"/>
                </a:solidFill>
              </a:rPr>
              <a:t>Un </a:t>
            </a:r>
            <a:r>
              <a:rPr b="1" dirty="0" err="1">
                <a:solidFill>
                  <a:srgbClr val="0B0080"/>
                </a:solidFill>
              </a:rPr>
              <a:t>logiciel</a:t>
            </a:r>
            <a:r>
              <a:rPr b="1" dirty="0">
                <a:solidFill>
                  <a:srgbClr val="0B0080"/>
                </a:solidFill>
              </a:rPr>
              <a:t> libre</a:t>
            </a:r>
            <a:r>
              <a:rPr dirty="0"/>
              <a:t>: </a:t>
            </a:r>
          </a:p>
          <a:p>
            <a:pPr lvl="1" algn="just">
              <a:defRPr sz="3500"/>
            </a:pPr>
            <a:r>
              <a:rPr dirty="0" err="1"/>
              <a:t>est</a:t>
            </a:r>
            <a:r>
              <a:rPr dirty="0"/>
              <a:t> </a:t>
            </a:r>
            <a:r>
              <a:rPr dirty="0" err="1"/>
              <a:t>toujours</a:t>
            </a:r>
            <a:r>
              <a:rPr dirty="0"/>
              <a:t> Open Source </a:t>
            </a:r>
          </a:p>
          <a:p>
            <a:pPr lvl="1" algn="just">
              <a:defRPr sz="3500"/>
            </a:pPr>
            <a:r>
              <a:rPr dirty="0" err="1"/>
              <a:t>n’est</a:t>
            </a:r>
            <a:r>
              <a:rPr dirty="0"/>
              <a:t> pas </a:t>
            </a:r>
            <a:r>
              <a:rPr dirty="0" err="1"/>
              <a:t>forcément</a:t>
            </a:r>
            <a:r>
              <a:rPr dirty="0"/>
              <a:t> </a:t>
            </a:r>
            <a:r>
              <a:rPr dirty="0" err="1"/>
              <a:t>gratuit</a:t>
            </a:r>
            <a:r>
              <a:rPr dirty="0"/>
              <a:t> </a:t>
            </a:r>
          </a:p>
          <a:p>
            <a:pPr lvl="1" algn="just">
              <a:defRPr sz="3500"/>
            </a:pPr>
            <a:r>
              <a:rPr dirty="0"/>
              <a:t>doit </a:t>
            </a:r>
            <a:r>
              <a:rPr dirty="0" err="1"/>
              <a:t>être</a:t>
            </a:r>
            <a:r>
              <a:rPr dirty="0"/>
              <a:t> </a:t>
            </a:r>
            <a:r>
              <a:rPr dirty="0" err="1"/>
              <a:t>conforme</a:t>
            </a:r>
            <a:r>
              <a:rPr dirty="0"/>
              <a:t> à la </a:t>
            </a:r>
            <a:r>
              <a:rPr dirty="0" err="1"/>
              <a:t>licence</a:t>
            </a:r>
            <a:r>
              <a:rPr dirty="0"/>
              <a:t> GPL (General Public License). </a:t>
            </a:r>
            <a:r>
              <a:rPr lang="fr-FR" dirty="0"/>
              <a:t>L</a:t>
            </a:r>
            <a:r>
              <a:rPr dirty="0" err="1"/>
              <a:t>icence</a:t>
            </a:r>
            <a:r>
              <a:rPr dirty="0"/>
              <a:t> GPL </a:t>
            </a:r>
            <a:r>
              <a:rPr dirty="0" err="1"/>
              <a:t>est</a:t>
            </a:r>
            <a:r>
              <a:rPr dirty="0"/>
              <a:t> </a:t>
            </a:r>
            <a:r>
              <a:rPr dirty="0" err="1"/>
              <a:t>contaminante</a:t>
            </a:r>
            <a:r>
              <a:rPr dirty="0"/>
              <a:t>. </a:t>
            </a:r>
          </a:p>
          <a:p>
            <a:pPr algn="just">
              <a:defRPr sz="3500"/>
            </a:pPr>
            <a:r>
              <a:rPr b="1" dirty="0">
                <a:solidFill>
                  <a:srgbClr val="0B0080"/>
                </a:solidFill>
              </a:rPr>
              <a:t>GNU/Linux</a:t>
            </a:r>
            <a:r>
              <a:rPr dirty="0"/>
              <a:t> e</a:t>
            </a:r>
            <a:r>
              <a:rPr lang="fr-FR" dirty="0"/>
              <a:t>s</a:t>
            </a:r>
            <a:r>
              <a:rPr dirty="0"/>
              <a:t>t un OS </a:t>
            </a:r>
            <a:r>
              <a:rPr b="1" dirty="0">
                <a:solidFill>
                  <a:srgbClr val="FF2600"/>
                </a:solidFill>
              </a:rPr>
              <a:t>libre</a:t>
            </a:r>
            <a:r>
              <a:rPr dirty="0"/>
              <a:t>.</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7" name="Avantages de GNU/Linux"/>
          <p:cNvSpPr txBox="1">
            <a:spLocks noGrp="1"/>
          </p:cNvSpPr>
          <p:nvPr>
            <p:ph type="title"/>
          </p:nvPr>
        </p:nvSpPr>
        <p:spPr>
          <a:prstGeom prst="rect">
            <a:avLst/>
          </a:prstGeom>
        </p:spPr>
        <p:txBody>
          <a:bodyPr/>
          <a:lstStyle/>
          <a:p>
            <a:r>
              <a:t>Avantages de GNU/Linux </a:t>
            </a:r>
          </a:p>
        </p:txBody>
      </p:sp>
      <p:sp>
        <p:nvSpPr>
          <p:cNvPr id="218" name="Gratuité du noyau et de certaines application utilisateurs.…"/>
          <p:cNvSpPr txBox="1">
            <a:spLocks noGrp="1"/>
          </p:cNvSpPr>
          <p:nvPr>
            <p:ph type="body" idx="1"/>
          </p:nvPr>
        </p:nvSpPr>
        <p:spPr>
          <a:xfrm>
            <a:off x="508000" y="2454171"/>
            <a:ext cx="11988800" cy="6096001"/>
          </a:xfrm>
          <a:prstGeom prst="rect">
            <a:avLst/>
          </a:prstGeom>
        </p:spPr>
        <p:txBody>
          <a:bodyPr/>
          <a:lstStyle/>
          <a:p>
            <a:pPr algn="just">
              <a:defRPr sz="3400"/>
            </a:pPr>
            <a:r>
              <a:t>Gratuité du </a:t>
            </a:r>
            <a:r>
              <a:rPr>
                <a:latin typeface="Times Roman"/>
                <a:ea typeface="Times Roman"/>
                <a:cs typeface="Times Roman"/>
                <a:sym typeface="Times Roman"/>
              </a:rPr>
              <a:t>noyau </a:t>
            </a:r>
            <a:r>
              <a:t>et de certaines application utilisateurs. </a:t>
            </a:r>
            <a:endParaRPr>
              <a:latin typeface="Times Roman"/>
              <a:ea typeface="Times Roman"/>
              <a:cs typeface="Times Roman"/>
              <a:sym typeface="Times Roman"/>
            </a:endParaRPr>
          </a:p>
          <a:p>
            <a:pPr algn="just">
              <a:defRPr sz="3400"/>
            </a:pPr>
            <a:r>
              <a:t>Diffusion ouverte permettant un enrichissement constant. </a:t>
            </a:r>
            <a:endParaRPr>
              <a:latin typeface="Times Roman"/>
              <a:ea typeface="Times Roman"/>
              <a:cs typeface="Times Roman"/>
              <a:sym typeface="Times Roman"/>
            </a:endParaRPr>
          </a:p>
          <a:p>
            <a:pPr algn="just">
              <a:defRPr sz="3400"/>
            </a:pPr>
            <a:r>
              <a:t>Compatibilité POSIX.</a:t>
            </a:r>
            <a:endParaRPr>
              <a:latin typeface="Times Roman"/>
              <a:ea typeface="Times Roman"/>
              <a:cs typeface="Times Roman"/>
              <a:sym typeface="Times Roman"/>
            </a:endParaRPr>
          </a:p>
          <a:p>
            <a:pPr algn="just">
              <a:defRPr sz="3400"/>
            </a:pPr>
            <a:r>
              <a:t>Multi-utilisateurs.</a:t>
            </a:r>
            <a:endParaRPr>
              <a:latin typeface="Times Roman"/>
              <a:ea typeface="Times Roman"/>
              <a:cs typeface="Times Roman"/>
              <a:sym typeface="Times Roman"/>
            </a:endParaRPr>
          </a:p>
          <a:p>
            <a:pPr algn="just">
              <a:defRPr sz="3400"/>
            </a:pPr>
            <a:r>
              <a:t>Multitâches.</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2" name="Distributions Linux"/>
          <p:cNvSpPr txBox="1">
            <a:spLocks noGrp="1"/>
          </p:cNvSpPr>
          <p:nvPr>
            <p:ph type="title"/>
          </p:nvPr>
        </p:nvSpPr>
        <p:spPr>
          <a:prstGeom prst="rect">
            <a:avLst/>
          </a:prstGeom>
        </p:spPr>
        <p:txBody>
          <a:bodyPr/>
          <a:lstStyle/>
          <a:p>
            <a:r>
              <a:t>Distributions Linux</a:t>
            </a:r>
          </a:p>
        </p:txBody>
      </p:sp>
      <p:sp>
        <p:nvSpPr>
          <p:cNvPr id="223" name="Une distribution Linux présente un OS complet  contenant un ensemble cohérent de logiciels, qui sont généralement libres, assemblés autour du même noyau Linux.…"/>
          <p:cNvSpPr txBox="1">
            <a:spLocks noGrp="1"/>
          </p:cNvSpPr>
          <p:nvPr>
            <p:ph type="body" idx="1"/>
          </p:nvPr>
        </p:nvSpPr>
        <p:spPr>
          <a:prstGeom prst="rect">
            <a:avLst/>
          </a:prstGeom>
        </p:spPr>
        <p:txBody>
          <a:bodyPr/>
          <a:lstStyle/>
          <a:p>
            <a:pPr marL="465201" indent="-465201" algn="just" defTabSz="578358">
              <a:spcBef>
                <a:spcPts val="2300"/>
              </a:spcBef>
              <a:defRPr sz="3564"/>
            </a:pPr>
            <a:r>
              <a:t>Une distribution Linux présente un OS complet  contenant un ensemble cohérent de logiciels, qui sont généralement libres, assemblés autour du même noyau Linux.</a:t>
            </a:r>
          </a:p>
          <a:p>
            <a:pPr marL="465201" indent="-465201" algn="just" defTabSz="578358">
              <a:spcBef>
                <a:spcPts val="2300"/>
              </a:spcBef>
              <a:defRPr sz="3564"/>
            </a:pPr>
            <a:r>
              <a:t>Différentes distributions Linux ont été crées :</a:t>
            </a:r>
          </a:p>
          <a:p>
            <a:pPr marL="930402" lvl="1" indent="-465201" algn="just" defTabSz="578358">
              <a:spcBef>
                <a:spcPts val="2300"/>
              </a:spcBef>
              <a:defRPr sz="3564"/>
            </a:pPr>
            <a:r>
              <a:t>Debian</a:t>
            </a:r>
          </a:p>
          <a:p>
            <a:pPr marL="930402" lvl="1" indent="-465201" algn="just" defTabSz="578358">
              <a:spcBef>
                <a:spcPts val="2300"/>
              </a:spcBef>
              <a:defRPr sz="3564"/>
            </a:pPr>
            <a:r>
              <a:t>Red Hat</a:t>
            </a:r>
          </a:p>
          <a:p>
            <a:pPr marL="930402" lvl="1" indent="-465201" algn="just" defTabSz="578358">
              <a:spcBef>
                <a:spcPts val="2300"/>
              </a:spcBef>
              <a:defRPr sz="3564"/>
            </a:pPr>
            <a:r>
              <a:t>…</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 name="Gestion des versions du noyau"/>
          <p:cNvSpPr txBox="1">
            <a:spLocks noGrp="1"/>
          </p:cNvSpPr>
          <p:nvPr>
            <p:ph type="title"/>
          </p:nvPr>
        </p:nvSpPr>
        <p:spPr>
          <a:prstGeom prst="rect">
            <a:avLst/>
          </a:prstGeom>
        </p:spPr>
        <p:txBody>
          <a:bodyPr>
            <a:normAutofit fontScale="90000"/>
          </a:bodyPr>
          <a:lstStyle/>
          <a:p>
            <a:r>
              <a:t>Gestion des versions du noyau </a:t>
            </a:r>
          </a:p>
        </p:txBody>
      </p:sp>
      <p:sp>
        <p:nvSpPr>
          <p:cNvPr id="226" name="Le numéro de version d’un noyau comporte trois segments :…"/>
          <p:cNvSpPr txBox="1">
            <a:spLocks noGrp="1"/>
          </p:cNvSpPr>
          <p:nvPr>
            <p:ph type="body" idx="1"/>
          </p:nvPr>
        </p:nvSpPr>
        <p:spPr>
          <a:prstGeom prst="rect">
            <a:avLst/>
          </a:prstGeom>
        </p:spPr>
        <p:txBody>
          <a:bodyPr/>
          <a:lstStyle/>
          <a:p>
            <a:r>
              <a:t>Le numéro de version d’un noyau comporte trois segments : </a:t>
            </a:r>
            <a:endParaRPr sz="1200">
              <a:latin typeface="Times Roman"/>
              <a:ea typeface="Times Roman"/>
              <a:cs typeface="Times Roman"/>
              <a:sym typeface="Times Roman"/>
            </a:endParaRPr>
          </a:p>
          <a:p>
            <a:r>
              <a:t>Exemple: Linux version 2.6.9-1.667 </a:t>
            </a:r>
            <a:r>
              <a:rPr sz="1200">
                <a:latin typeface="Times Roman"/>
                <a:ea typeface="Times Roman"/>
                <a:cs typeface="Times Roman"/>
                <a:sym typeface="Times Roman"/>
              </a:rPr>
              <a:t/>
            </a:r>
            <a:br>
              <a:rPr sz="1200">
                <a:latin typeface="Times Roman"/>
                <a:ea typeface="Times Roman"/>
                <a:cs typeface="Times Roman"/>
                <a:sym typeface="Times Roman"/>
              </a:rPr>
            </a:br>
            <a:r>
              <a:t>-&gt; sous forme de x.y.z-w.t </a:t>
            </a:r>
            <a:endParaRPr sz="1200">
              <a:latin typeface="Times Roman"/>
              <a:ea typeface="Times Roman"/>
              <a:cs typeface="Times Roman"/>
              <a:sym typeface="Times Roman"/>
            </a:endParaRPr>
          </a:p>
          <a:p>
            <a:r>
              <a:t>x= Version majeure, y= version mineure, z=sous-version W.t= revision </a:t>
            </a:r>
            <a:r>
              <a:rPr sz="1200">
                <a:latin typeface="Times Roman"/>
                <a:ea typeface="Times Roman"/>
                <a:cs typeface="Times Roman"/>
                <a:sym typeface="Times Roman"/>
              </a:rPr>
              <a:t/>
            </a:r>
            <a:br>
              <a:rPr sz="1200">
                <a:latin typeface="Times Roman"/>
                <a:ea typeface="Times Roman"/>
                <a:cs typeface="Times Roman"/>
                <a:sym typeface="Times Roman"/>
              </a:rPr>
            </a:br>
            <a:endParaRPr sz="1200">
              <a:latin typeface="Times Roman"/>
              <a:ea typeface="Times Roman"/>
              <a:cs typeface="Times Roman"/>
              <a:sym typeface="Times Roman"/>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8" name="Gestion des versions du noyau"/>
          <p:cNvSpPr txBox="1">
            <a:spLocks noGrp="1"/>
          </p:cNvSpPr>
          <p:nvPr>
            <p:ph type="title"/>
          </p:nvPr>
        </p:nvSpPr>
        <p:spPr>
          <a:prstGeom prst="rect">
            <a:avLst/>
          </a:prstGeom>
        </p:spPr>
        <p:txBody>
          <a:bodyPr>
            <a:normAutofit fontScale="90000"/>
          </a:bodyPr>
          <a:lstStyle/>
          <a:p>
            <a:r>
              <a:t>Gestion des versions du noyau </a:t>
            </a:r>
          </a:p>
        </p:txBody>
      </p:sp>
      <p:sp>
        <p:nvSpPr>
          <p:cNvPr id="229" name="Version Majeure : indique un changement majeur dans le noyau. Linux est passé en version 1 en 1994 et la version 2 actuelle depuis 1996.…"/>
          <p:cNvSpPr txBox="1">
            <a:spLocks noGrp="1"/>
          </p:cNvSpPr>
          <p:nvPr>
            <p:ph type="body" idx="1"/>
          </p:nvPr>
        </p:nvSpPr>
        <p:spPr>
          <a:prstGeom prst="rect">
            <a:avLst/>
          </a:prstGeom>
        </p:spPr>
        <p:txBody>
          <a:bodyPr/>
          <a:lstStyle/>
          <a:p>
            <a:pPr marL="371221" indent="-371221" algn="just" defTabSz="461518">
              <a:spcBef>
                <a:spcPts val="1800"/>
              </a:spcBef>
              <a:defRPr sz="2844"/>
            </a:pPr>
            <a:r>
              <a:rPr>
                <a:solidFill>
                  <a:srgbClr val="FF0000"/>
                </a:solidFill>
                <a:latin typeface="Times Roman"/>
                <a:ea typeface="Times Roman"/>
                <a:cs typeface="Times Roman"/>
                <a:sym typeface="Times Roman"/>
              </a:rPr>
              <a:t>Version Majeure </a:t>
            </a:r>
            <a:r>
              <a:t>: indique un changement majeur dans le noyau. Linux est passé en version 1 en 1994 et la version 2 actuelle depuis 1996. </a:t>
            </a:r>
            <a:endParaRPr sz="948">
              <a:latin typeface="Times Roman"/>
              <a:ea typeface="Times Roman"/>
              <a:cs typeface="Times Roman"/>
              <a:sym typeface="Times Roman"/>
            </a:endParaRPr>
          </a:p>
          <a:p>
            <a:pPr marL="371221" indent="-371221" algn="just" defTabSz="461518">
              <a:spcBef>
                <a:spcPts val="1800"/>
              </a:spcBef>
              <a:defRPr sz="2844"/>
            </a:pPr>
            <a:r>
              <a:rPr>
                <a:solidFill>
                  <a:srgbClr val="FF0000"/>
                </a:solidFill>
                <a:latin typeface="Times Roman"/>
                <a:ea typeface="Times Roman"/>
                <a:cs typeface="Times Roman"/>
                <a:sym typeface="Times Roman"/>
              </a:rPr>
              <a:t>Version Mineure (patchlevel) </a:t>
            </a:r>
            <a:r>
              <a:t>: permet d’identifier le niveau de développement dont est issu le noyau. Ces versions, que l’on peut qualifier de principales, déterminent alors l’architecture et les fonctionnalités du noyau</a:t>
            </a:r>
          </a:p>
          <a:p>
            <a:pPr marL="371221" indent="-371221" algn="just" defTabSz="461518">
              <a:spcBef>
                <a:spcPts val="1800"/>
              </a:spcBef>
              <a:defRPr sz="2844"/>
            </a:pPr>
            <a:r>
              <a:rPr>
                <a:solidFill>
                  <a:srgbClr val="FF0000"/>
                </a:solidFill>
                <a:latin typeface="Times Roman"/>
                <a:ea typeface="Times Roman"/>
                <a:cs typeface="Times Roman"/>
                <a:sym typeface="Times Roman"/>
              </a:rPr>
              <a:t>Sous-version (sublevel) </a:t>
            </a:r>
            <a:r>
              <a:t>:Il existe une notion de sous-version qui fait état de l’avancement du développement pour une même version principale. </a:t>
            </a:r>
            <a:endParaRPr sz="948">
              <a:latin typeface="Times Roman"/>
              <a:ea typeface="Times Roman"/>
              <a:cs typeface="Times Roman"/>
              <a:sym typeface="Times Roman"/>
            </a:endParaRPr>
          </a:p>
          <a:p>
            <a:pPr marL="371221" indent="-371221" algn="just" defTabSz="461518">
              <a:spcBef>
                <a:spcPts val="1800"/>
              </a:spcBef>
              <a:defRPr sz="2844"/>
            </a:pPr>
            <a:r>
              <a:rPr>
                <a:solidFill>
                  <a:srgbClr val="FF0000"/>
                </a:solidFill>
                <a:latin typeface="Times Roman"/>
                <a:ea typeface="Times Roman"/>
                <a:cs typeface="Times Roman"/>
                <a:sym typeface="Times Roman"/>
              </a:rPr>
              <a:t>Révision (extraversion) </a:t>
            </a:r>
            <a:r>
              <a:t>:Un quatrième numéro à été introduit pour les corrections de bogues dans une même sous-version.</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1" name="Gestion des versions du noyau"/>
          <p:cNvSpPr txBox="1">
            <a:spLocks noGrp="1"/>
          </p:cNvSpPr>
          <p:nvPr>
            <p:ph type="title"/>
          </p:nvPr>
        </p:nvSpPr>
        <p:spPr>
          <a:prstGeom prst="rect">
            <a:avLst/>
          </a:prstGeom>
        </p:spPr>
        <p:txBody>
          <a:bodyPr>
            <a:normAutofit fontScale="90000"/>
          </a:bodyPr>
          <a:lstStyle/>
          <a:p>
            <a:r>
              <a:t>Gestion des versions du noyau</a:t>
            </a:r>
          </a:p>
        </p:txBody>
      </p:sp>
      <p:sp>
        <p:nvSpPr>
          <p:cNvPr id="232" name="La version mineur indique la stabilité d’une version, Si le numéro mineur est :…"/>
          <p:cNvSpPr txBox="1">
            <a:spLocks noGrp="1"/>
          </p:cNvSpPr>
          <p:nvPr>
            <p:ph type="body" idx="1"/>
          </p:nvPr>
        </p:nvSpPr>
        <p:spPr>
          <a:prstGeom prst="rect">
            <a:avLst/>
          </a:prstGeom>
        </p:spPr>
        <p:txBody>
          <a:bodyPr/>
          <a:lstStyle/>
          <a:p>
            <a:r>
              <a:t>La version mineur indique la stabilité d’une version, Si le numéro mineur est : </a:t>
            </a:r>
            <a:endParaRPr sz="1200">
              <a:latin typeface="Times Roman"/>
              <a:ea typeface="Times Roman"/>
              <a:cs typeface="Times Roman"/>
              <a:sym typeface="Times Roman"/>
            </a:endParaRPr>
          </a:p>
          <a:p>
            <a:r>
              <a:t>Une valeur </a:t>
            </a:r>
            <a:r>
              <a:rPr>
                <a:solidFill>
                  <a:srgbClr val="FF0000"/>
                </a:solidFill>
                <a:latin typeface="Times Roman"/>
                <a:ea typeface="Times Roman"/>
                <a:cs typeface="Times Roman"/>
                <a:sym typeface="Times Roman"/>
              </a:rPr>
              <a:t>paire</a:t>
            </a:r>
            <a:r>
              <a:t>, alors il désigne une version </a:t>
            </a:r>
            <a:r>
              <a:rPr>
                <a:solidFill>
                  <a:srgbClr val="FF0000"/>
                </a:solidFill>
                <a:latin typeface="Times Roman"/>
                <a:ea typeface="Times Roman"/>
                <a:cs typeface="Times Roman"/>
                <a:sym typeface="Times Roman"/>
              </a:rPr>
              <a:t>stable.</a:t>
            </a:r>
          </a:p>
          <a:p>
            <a:r>
              <a:t>Une valeur </a:t>
            </a:r>
            <a:r>
              <a:rPr>
                <a:solidFill>
                  <a:srgbClr val="FF0000"/>
                </a:solidFill>
                <a:latin typeface="Times Roman"/>
                <a:ea typeface="Times Roman"/>
                <a:cs typeface="Times Roman"/>
                <a:sym typeface="Times Roman"/>
              </a:rPr>
              <a:t>impaire </a:t>
            </a:r>
            <a:r>
              <a:t>donc il s’applique à une </a:t>
            </a:r>
            <a:r>
              <a:rPr>
                <a:solidFill>
                  <a:srgbClr val="FF0000"/>
                </a:solidFill>
                <a:latin typeface="Times Roman"/>
                <a:ea typeface="Times Roman"/>
                <a:cs typeface="Times Roman"/>
                <a:sym typeface="Times Roman"/>
              </a:rPr>
              <a:t>version de développement</a:t>
            </a:r>
            <a:r>
              <a:t>, également appelée version en bêta test.</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4" name="Gestion des versions noyau"/>
          <p:cNvSpPr txBox="1">
            <a:spLocks noGrp="1"/>
          </p:cNvSpPr>
          <p:nvPr>
            <p:ph type="title"/>
          </p:nvPr>
        </p:nvSpPr>
        <p:spPr>
          <a:prstGeom prst="rect">
            <a:avLst/>
          </a:prstGeom>
        </p:spPr>
        <p:txBody>
          <a:bodyPr/>
          <a:lstStyle/>
          <a:p>
            <a:r>
              <a:t>Gestion des versions noyau </a:t>
            </a:r>
          </a:p>
        </p:txBody>
      </p:sp>
      <p:sp>
        <p:nvSpPr>
          <p:cNvPr id="235" name="Nous prenons l’exemple du noyau suivant : 2.6.13-1.12…"/>
          <p:cNvSpPr txBox="1">
            <a:spLocks noGrp="1"/>
          </p:cNvSpPr>
          <p:nvPr>
            <p:ph type="body" idx="1"/>
          </p:nvPr>
        </p:nvSpPr>
        <p:spPr>
          <a:prstGeom prst="rect">
            <a:avLst/>
          </a:prstGeom>
        </p:spPr>
        <p:txBody>
          <a:bodyPr/>
          <a:lstStyle/>
          <a:p>
            <a:r>
              <a:t>Nous prenons l’exemple du noyau suivant : 2.6.13-1.12 </a:t>
            </a:r>
            <a:endParaRPr sz="1200">
              <a:latin typeface="Times Roman"/>
              <a:ea typeface="Times Roman"/>
              <a:cs typeface="Times Roman"/>
              <a:sym typeface="Times Roman"/>
            </a:endParaRPr>
          </a:p>
          <a:p>
            <a:pPr lvl="1"/>
            <a:r>
              <a:t>2 est la version majeure</a:t>
            </a:r>
          </a:p>
          <a:p>
            <a:pPr lvl="1"/>
            <a:r>
              <a:t>6 est la version mineure (version stable) </a:t>
            </a:r>
          </a:p>
          <a:p>
            <a:pPr lvl="1"/>
            <a:r>
              <a:t>13 est le numéro de sous-version</a:t>
            </a:r>
          </a:p>
          <a:p>
            <a:pPr lvl="1"/>
            <a:r>
              <a:t>1.12 indique le numéro de révision</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7" name="Distributions Linux"/>
          <p:cNvSpPr txBox="1">
            <a:spLocks noGrp="1"/>
          </p:cNvSpPr>
          <p:nvPr>
            <p:ph type="title"/>
          </p:nvPr>
        </p:nvSpPr>
        <p:spPr>
          <a:prstGeom prst="rect">
            <a:avLst/>
          </a:prstGeom>
        </p:spPr>
        <p:txBody>
          <a:bodyPr/>
          <a:lstStyle/>
          <a:p>
            <a:r>
              <a:t>Distributions Linux</a:t>
            </a:r>
          </a:p>
        </p:txBody>
      </p:sp>
      <p:sp>
        <p:nvSpPr>
          <p:cNvPr id="238" name="Unix"/>
          <p:cNvSpPr/>
          <p:nvPr/>
        </p:nvSpPr>
        <p:spPr>
          <a:xfrm>
            <a:off x="5705152" y="2480587"/>
            <a:ext cx="2176795" cy="1345373"/>
          </a:xfrm>
          <a:prstGeom prst="rect">
            <a:avLst/>
          </a:prstGeom>
          <a:ln w="25400">
            <a:solidFill>
              <a:srgbClr val="66635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4000"/>
            </a:lvl1pPr>
          </a:lstStyle>
          <a:p>
            <a:r>
              <a:t>Unix</a:t>
            </a:r>
          </a:p>
        </p:txBody>
      </p:sp>
      <p:sp>
        <p:nvSpPr>
          <p:cNvPr id="239" name="GNU/Linux"/>
          <p:cNvSpPr/>
          <p:nvPr/>
        </p:nvSpPr>
        <p:spPr>
          <a:xfrm>
            <a:off x="5759927" y="4245882"/>
            <a:ext cx="2892703" cy="1345372"/>
          </a:xfrm>
          <a:prstGeom prst="rect">
            <a:avLst/>
          </a:prstGeom>
          <a:ln w="25400">
            <a:solidFill>
              <a:srgbClr val="66635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4000"/>
            </a:lvl1pPr>
          </a:lstStyle>
          <a:p>
            <a:r>
              <a:rPr dirty="0"/>
              <a:t>GNU/Linux</a:t>
            </a:r>
          </a:p>
        </p:txBody>
      </p:sp>
      <p:sp>
        <p:nvSpPr>
          <p:cNvPr id="240" name="Debian"/>
          <p:cNvSpPr/>
          <p:nvPr/>
        </p:nvSpPr>
        <p:spPr>
          <a:xfrm>
            <a:off x="2143670" y="6361754"/>
            <a:ext cx="2176796" cy="1345372"/>
          </a:xfrm>
          <a:prstGeom prst="rect">
            <a:avLst/>
          </a:prstGeom>
          <a:ln w="25400">
            <a:solidFill>
              <a:srgbClr val="66635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lvl1pPr>
          </a:lstStyle>
          <a:p>
            <a:r>
              <a:t>Debian</a:t>
            </a:r>
          </a:p>
        </p:txBody>
      </p:sp>
      <p:sp>
        <p:nvSpPr>
          <p:cNvPr id="241" name="Fedora"/>
          <p:cNvSpPr/>
          <p:nvPr/>
        </p:nvSpPr>
        <p:spPr>
          <a:xfrm>
            <a:off x="7227447" y="8098753"/>
            <a:ext cx="2176795" cy="1345372"/>
          </a:xfrm>
          <a:prstGeom prst="rect">
            <a:avLst/>
          </a:prstGeom>
          <a:ln w="25400">
            <a:solidFill>
              <a:srgbClr val="66635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lvl1pPr>
          </a:lstStyle>
          <a:p>
            <a:r>
              <a:t>Fedora</a:t>
            </a:r>
          </a:p>
        </p:txBody>
      </p:sp>
      <p:sp>
        <p:nvSpPr>
          <p:cNvPr id="242" name="Red Hat"/>
          <p:cNvSpPr/>
          <p:nvPr/>
        </p:nvSpPr>
        <p:spPr>
          <a:xfrm>
            <a:off x="5915188" y="6361754"/>
            <a:ext cx="2176796" cy="1345372"/>
          </a:xfrm>
          <a:prstGeom prst="rect">
            <a:avLst/>
          </a:prstGeom>
          <a:ln w="25400">
            <a:solidFill>
              <a:srgbClr val="66635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lvl1pPr>
          </a:lstStyle>
          <a:p>
            <a:r>
              <a:t>Red Hat</a:t>
            </a:r>
          </a:p>
        </p:txBody>
      </p:sp>
      <p:sp>
        <p:nvSpPr>
          <p:cNvPr id="243" name="Ubuntu"/>
          <p:cNvSpPr/>
          <p:nvPr/>
        </p:nvSpPr>
        <p:spPr>
          <a:xfrm>
            <a:off x="2143670" y="8098753"/>
            <a:ext cx="2176796" cy="1345372"/>
          </a:xfrm>
          <a:prstGeom prst="rect">
            <a:avLst/>
          </a:prstGeom>
          <a:ln w="25400">
            <a:solidFill>
              <a:srgbClr val="66635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lvl1pPr>
          </a:lstStyle>
          <a:p>
            <a:r>
              <a:t>Ubuntu </a:t>
            </a:r>
          </a:p>
        </p:txBody>
      </p:sp>
      <p:sp>
        <p:nvSpPr>
          <p:cNvPr id="244" name="Ligne"/>
          <p:cNvSpPr/>
          <p:nvPr/>
        </p:nvSpPr>
        <p:spPr>
          <a:xfrm>
            <a:off x="6848325" y="5597277"/>
            <a:ext cx="1" cy="739464"/>
          </a:xfrm>
          <a:prstGeom prst="line">
            <a:avLst/>
          </a:prstGeom>
          <a:ln w="25400">
            <a:solidFill>
              <a:srgbClr val="414141"/>
            </a:solidFill>
            <a:miter lim="400000"/>
            <a:tailEnd type="triangle"/>
          </a:ln>
        </p:spPr>
        <p:txBody>
          <a:bodyPr lIns="50800" tIns="50800" rIns="50800" bIns="50800" anchor="ctr"/>
          <a:lstStyle/>
          <a:p>
            <a:pPr>
              <a:defRPr sz="3200"/>
            </a:pPr>
            <a:endParaRPr/>
          </a:p>
        </p:txBody>
      </p:sp>
      <p:sp>
        <p:nvSpPr>
          <p:cNvPr id="245" name="Ligne"/>
          <p:cNvSpPr/>
          <p:nvPr/>
        </p:nvSpPr>
        <p:spPr>
          <a:xfrm flipH="1">
            <a:off x="3604974" y="5601571"/>
            <a:ext cx="3249202" cy="710261"/>
          </a:xfrm>
          <a:prstGeom prst="line">
            <a:avLst/>
          </a:prstGeom>
          <a:ln w="25400">
            <a:solidFill>
              <a:srgbClr val="414141"/>
            </a:solidFill>
            <a:miter lim="400000"/>
            <a:tailEnd type="triangle"/>
          </a:ln>
        </p:spPr>
        <p:txBody>
          <a:bodyPr lIns="50800" tIns="50800" rIns="50800" bIns="50800" anchor="ctr"/>
          <a:lstStyle/>
          <a:p>
            <a:pPr>
              <a:defRPr sz="3200"/>
            </a:pPr>
            <a:endParaRPr/>
          </a:p>
        </p:txBody>
      </p:sp>
      <p:sp>
        <p:nvSpPr>
          <p:cNvPr id="246" name="Ligne"/>
          <p:cNvSpPr/>
          <p:nvPr/>
        </p:nvSpPr>
        <p:spPr>
          <a:xfrm>
            <a:off x="6870988" y="5607458"/>
            <a:ext cx="2892715" cy="703394"/>
          </a:xfrm>
          <a:prstGeom prst="line">
            <a:avLst/>
          </a:prstGeom>
          <a:ln w="25400">
            <a:solidFill>
              <a:srgbClr val="414141"/>
            </a:solidFill>
            <a:miter lim="400000"/>
            <a:tailEnd type="triangle"/>
          </a:ln>
        </p:spPr>
        <p:txBody>
          <a:bodyPr lIns="50800" tIns="50800" rIns="50800" bIns="50800" anchor="ctr"/>
          <a:lstStyle/>
          <a:p>
            <a:pPr>
              <a:defRPr sz="3200"/>
            </a:pPr>
            <a:endParaRPr/>
          </a:p>
        </p:txBody>
      </p:sp>
      <p:sp>
        <p:nvSpPr>
          <p:cNvPr id="247" name="Ligne"/>
          <p:cNvSpPr/>
          <p:nvPr/>
        </p:nvSpPr>
        <p:spPr>
          <a:xfrm>
            <a:off x="3232067" y="7733264"/>
            <a:ext cx="1" cy="363995"/>
          </a:xfrm>
          <a:prstGeom prst="line">
            <a:avLst/>
          </a:prstGeom>
          <a:ln w="25400">
            <a:solidFill>
              <a:srgbClr val="414141"/>
            </a:solidFill>
            <a:miter lim="400000"/>
            <a:tailEnd type="triangle"/>
          </a:ln>
        </p:spPr>
        <p:txBody>
          <a:bodyPr lIns="50800" tIns="50800" rIns="50800" bIns="50800" anchor="ctr"/>
          <a:lstStyle/>
          <a:p>
            <a:pPr>
              <a:defRPr sz="3200"/>
            </a:pPr>
            <a:endParaRPr/>
          </a:p>
        </p:txBody>
      </p:sp>
      <p:sp>
        <p:nvSpPr>
          <p:cNvPr id="248" name="Ligne"/>
          <p:cNvSpPr/>
          <p:nvPr/>
        </p:nvSpPr>
        <p:spPr>
          <a:xfrm>
            <a:off x="6567429" y="7733264"/>
            <a:ext cx="1" cy="363995"/>
          </a:xfrm>
          <a:prstGeom prst="line">
            <a:avLst/>
          </a:prstGeom>
          <a:ln w="25400">
            <a:solidFill>
              <a:srgbClr val="414141"/>
            </a:solidFill>
            <a:miter lim="400000"/>
            <a:tailEnd type="triangle"/>
          </a:ln>
        </p:spPr>
        <p:txBody>
          <a:bodyPr lIns="50800" tIns="50800" rIns="50800" bIns="50800" anchor="ctr"/>
          <a:lstStyle/>
          <a:p>
            <a:pPr>
              <a:defRPr sz="3200"/>
            </a:pPr>
            <a:endParaRPr/>
          </a:p>
        </p:txBody>
      </p:sp>
      <p:sp>
        <p:nvSpPr>
          <p:cNvPr id="249" name="Cent OS"/>
          <p:cNvSpPr/>
          <p:nvPr/>
        </p:nvSpPr>
        <p:spPr>
          <a:xfrm>
            <a:off x="4878377" y="8098753"/>
            <a:ext cx="2176796" cy="1345372"/>
          </a:xfrm>
          <a:prstGeom prst="rect">
            <a:avLst/>
          </a:prstGeom>
          <a:ln w="25400">
            <a:solidFill>
              <a:srgbClr val="FF26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lvl1pPr>
          </a:lstStyle>
          <a:p>
            <a:r>
              <a:t>Cent OS</a:t>
            </a:r>
          </a:p>
        </p:txBody>
      </p:sp>
      <p:sp>
        <p:nvSpPr>
          <p:cNvPr id="250" name="Ligne"/>
          <p:cNvSpPr/>
          <p:nvPr/>
        </p:nvSpPr>
        <p:spPr>
          <a:xfrm>
            <a:off x="7940591" y="7733264"/>
            <a:ext cx="1" cy="363995"/>
          </a:xfrm>
          <a:prstGeom prst="line">
            <a:avLst/>
          </a:prstGeom>
          <a:ln w="25400">
            <a:solidFill>
              <a:srgbClr val="414141"/>
            </a:solidFill>
            <a:miter lim="400000"/>
            <a:tailEnd type="triangle"/>
          </a:ln>
        </p:spPr>
        <p:txBody>
          <a:bodyPr lIns="50800" tIns="50800" rIns="50800" bIns="50800" anchor="ctr"/>
          <a:lstStyle/>
          <a:p>
            <a:pPr>
              <a:defRPr sz="3200"/>
            </a:pPr>
            <a:endParaRPr/>
          </a:p>
        </p:txBody>
      </p:sp>
      <p:sp>
        <p:nvSpPr>
          <p:cNvPr id="251" name="Others"/>
          <p:cNvSpPr/>
          <p:nvPr/>
        </p:nvSpPr>
        <p:spPr>
          <a:xfrm>
            <a:off x="9251057" y="6361754"/>
            <a:ext cx="2176795" cy="1345372"/>
          </a:xfrm>
          <a:prstGeom prst="rect">
            <a:avLst/>
          </a:prstGeom>
          <a:ln w="25400">
            <a:solidFill>
              <a:srgbClr val="66635F"/>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200"/>
            </a:lvl1pPr>
          </a:lstStyle>
          <a:p>
            <a:r>
              <a:t>Others</a:t>
            </a:r>
          </a:p>
        </p:txBody>
      </p:sp>
      <p:sp>
        <p:nvSpPr>
          <p:cNvPr id="255" name="Ligne de connexion"/>
          <p:cNvSpPr/>
          <p:nvPr/>
        </p:nvSpPr>
        <p:spPr>
          <a:xfrm>
            <a:off x="5132181" y="3263731"/>
            <a:ext cx="562471" cy="1460819"/>
          </a:xfrm>
          <a:custGeom>
            <a:avLst/>
            <a:gdLst/>
            <a:ahLst/>
            <a:cxnLst>
              <a:cxn ang="0">
                <a:pos x="wd2" y="hd2"/>
              </a:cxn>
              <a:cxn ang="5400000">
                <a:pos x="wd2" y="hd2"/>
              </a:cxn>
              <a:cxn ang="10800000">
                <a:pos x="wd2" y="hd2"/>
              </a:cxn>
              <a:cxn ang="16200000">
                <a:pos x="wd2" y="hd2"/>
              </a:cxn>
            </a:cxnLst>
            <a:rect l="0" t="0" r="r" b="b"/>
            <a:pathLst>
              <a:path w="16207" h="21600" extrusionOk="0">
                <a:moveTo>
                  <a:pt x="16207" y="21600"/>
                </a:moveTo>
                <a:cubicBezTo>
                  <a:pt x="-4938" y="14744"/>
                  <a:pt x="-5393" y="7544"/>
                  <a:pt x="14842" y="0"/>
                </a:cubicBezTo>
              </a:path>
            </a:pathLst>
          </a:custGeom>
          <a:ln w="25400">
            <a:solidFill>
              <a:srgbClr val="414141"/>
            </a:solidFill>
            <a:miter lim="400000"/>
            <a:headEnd type="stealth"/>
          </a:ln>
        </p:spPr>
        <p:txBody>
          <a:bodyPr/>
          <a:lstStyle/>
          <a:p>
            <a:endParaRPr/>
          </a:p>
        </p:txBody>
      </p:sp>
      <p:sp>
        <p:nvSpPr>
          <p:cNvPr id="253" name="Famille de distribution"/>
          <p:cNvSpPr txBox="1"/>
          <p:nvPr/>
        </p:nvSpPr>
        <p:spPr>
          <a:xfrm>
            <a:off x="-69719" y="6709268"/>
            <a:ext cx="2202196" cy="914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b="1"/>
            </a:lvl1pPr>
          </a:lstStyle>
          <a:p>
            <a:r>
              <a:t>Famille de distribution </a:t>
            </a:r>
          </a:p>
        </p:txBody>
      </p:sp>
      <p:sp>
        <p:nvSpPr>
          <p:cNvPr id="254" name="Distribution"/>
          <p:cNvSpPr txBox="1"/>
          <p:nvPr/>
        </p:nvSpPr>
        <p:spPr>
          <a:xfrm>
            <a:off x="-69719" y="8517439"/>
            <a:ext cx="2202196" cy="508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r>
              <a:rPr b="1"/>
              <a:t>Distribution</a:t>
            </a:r>
            <a:r>
              <a:t> </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7" name="Méthodes d’exploitation des SE GNU/Linux"/>
          <p:cNvSpPr txBox="1">
            <a:spLocks noGrp="1"/>
          </p:cNvSpPr>
          <p:nvPr>
            <p:ph type="title"/>
          </p:nvPr>
        </p:nvSpPr>
        <p:spPr>
          <a:prstGeom prst="rect">
            <a:avLst/>
          </a:prstGeom>
        </p:spPr>
        <p:txBody>
          <a:bodyPr>
            <a:normAutofit fontScale="90000"/>
          </a:bodyPr>
          <a:lstStyle/>
          <a:p>
            <a:pPr defTabSz="467359">
              <a:spcBef>
                <a:spcPts val="1200"/>
              </a:spcBef>
              <a:defRPr sz="5600"/>
            </a:pPr>
            <a:r>
              <a:t>Méthodes d’exploitation des SE GNU/Linux</a:t>
            </a:r>
            <a:r>
              <a:rPr sz="960"/>
              <a:t> </a:t>
            </a:r>
          </a:p>
        </p:txBody>
      </p:sp>
      <p:sp>
        <p:nvSpPr>
          <p:cNvPr id="258" name="Installation native sur partition ou disque dur…"/>
          <p:cNvSpPr txBox="1">
            <a:spLocks noGrp="1"/>
          </p:cNvSpPr>
          <p:nvPr>
            <p:ph type="body" idx="1"/>
          </p:nvPr>
        </p:nvSpPr>
        <p:spPr>
          <a:prstGeom prst="rect">
            <a:avLst/>
          </a:prstGeom>
        </p:spPr>
        <p:txBody>
          <a:bodyPr/>
          <a:lstStyle/>
          <a:p>
            <a:r>
              <a:rPr dirty="0"/>
              <a:t>Installation native sur </a:t>
            </a:r>
            <a:r>
              <a:rPr lang="fr-FR" dirty="0"/>
              <a:t>une </a:t>
            </a:r>
            <a:r>
              <a:rPr dirty="0"/>
              <a:t>partition </a:t>
            </a:r>
            <a:r>
              <a:rPr lang="fr-FR" dirty="0"/>
              <a:t>de</a:t>
            </a:r>
            <a:r>
              <a:rPr dirty="0"/>
              <a:t> </a:t>
            </a:r>
            <a:r>
              <a:rPr dirty="0" err="1"/>
              <a:t>disque</a:t>
            </a:r>
            <a:r>
              <a:rPr dirty="0"/>
              <a:t> dur</a:t>
            </a:r>
            <a:endParaRPr sz="1200" dirty="0"/>
          </a:p>
          <a:p>
            <a:r>
              <a:rPr dirty="0"/>
              <a:t>Installation sur </a:t>
            </a:r>
            <a:r>
              <a:rPr dirty="0" err="1"/>
              <a:t>une</a:t>
            </a:r>
            <a:r>
              <a:rPr dirty="0"/>
              <a:t> machine </a:t>
            </a:r>
            <a:r>
              <a:rPr dirty="0" err="1"/>
              <a:t>virtuelle</a:t>
            </a:r>
            <a:endParaRPr sz="1200" dirty="0"/>
          </a:p>
          <a:p>
            <a:r>
              <a:rPr dirty="0"/>
              <a:t>Exploitation à </a:t>
            </a:r>
            <a:r>
              <a:rPr dirty="0" err="1"/>
              <a:t>partir</a:t>
            </a:r>
            <a:r>
              <a:rPr dirty="0"/>
              <a:t> d’un live CD</a:t>
            </a:r>
            <a:r>
              <a:rPr sz="1200" dirty="0"/>
              <a:t> </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0" name="Installation Native : Disque dur (Vue physique)"/>
          <p:cNvSpPr txBox="1">
            <a:spLocks noGrp="1"/>
          </p:cNvSpPr>
          <p:nvPr>
            <p:ph type="title"/>
          </p:nvPr>
        </p:nvSpPr>
        <p:spPr>
          <a:prstGeom prst="rect">
            <a:avLst/>
          </a:prstGeom>
        </p:spPr>
        <p:txBody>
          <a:bodyPr>
            <a:normAutofit fontScale="90000"/>
          </a:bodyPr>
          <a:lstStyle>
            <a:lvl1pPr defTabSz="443991">
              <a:spcBef>
                <a:spcPts val="1200"/>
              </a:spcBef>
              <a:defRPr sz="5320"/>
            </a:lvl1pPr>
          </a:lstStyle>
          <a:p>
            <a:r>
              <a:t>Installation Native : Disque dur (Vue physique)</a:t>
            </a:r>
          </a:p>
        </p:txBody>
      </p:sp>
      <p:pic>
        <p:nvPicPr>
          <p:cNvPr id="261" name="Image" descr="Image"/>
          <p:cNvPicPr>
            <a:picLocks noChangeAspect="1"/>
          </p:cNvPicPr>
          <p:nvPr/>
        </p:nvPicPr>
        <p:blipFill>
          <a:blip r:embed="rId2"/>
          <a:stretch>
            <a:fillRect/>
          </a:stretch>
        </p:blipFill>
        <p:spPr>
          <a:xfrm>
            <a:off x="2047729" y="2966642"/>
            <a:ext cx="9188937" cy="6053030"/>
          </a:xfrm>
          <a:prstGeom prst="rect">
            <a:avLst/>
          </a:prstGeom>
          <a:ln w="12700">
            <a:miter lim="400000"/>
          </a:ln>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3" name="Installation Native : Disque dur HDD"/>
          <p:cNvSpPr txBox="1">
            <a:spLocks noGrp="1"/>
          </p:cNvSpPr>
          <p:nvPr>
            <p:ph type="title"/>
          </p:nvPr>
        </p:nvSpPr>
        <p:spPr>
          <a:prstGeom prst="rect">
            <a:avLst/>
          </a:prstGeom>
        </p:spPr>
        <p:txBody>
          <a:bodyPr>
            <a:normAutofit fontScale="90000"/>
          </a:bodyPr>
          <a:lstStyle>
            <a:lvl1pPr defTabSz="554990">
              <a:spcBef>
                <a:spcPts val="1500"/>
              </a:spcBef>
              <a:defRPr sz="6650"/>
            </a:lvl1pPr>
          </a:lstStyle>
          <a:p>
            <a:r>
              <a:t>Installation Native : Disque dur HDD</a:t>
            </a:r>
          </a:p>
        </p:txBody>
      </p:sp>
      <p:pic>
        <p:nvPicPr>
          <p:cNvPr id="264" name="Capture d’écran 2021-01-19 à 12.49.36 PM.png" descr="Capture d’écran 2021-01-19 à 12.49.36 PM.png"/>
          <p:cNvPicPr>
            <a:picLocks noChangeAspect="1"/>
          </p:cNvPicPr>
          <p:nvPr/>
        </p:nvPicPr>
        <p:blipFill>
          <a:blip r:embed="rId2"/>
          <a:srcRect l="3109"/>
          <a:stretch>
            <a:fillRect/>
          </a:stretch>
        </p:blipFill>
        <p:spPr>
          <a:xfrm>
            <a:off x="3876974" y="2952154"/>
            <a:ext cx="5548018" cy="5449445"/>
          </a:xfrm>
          <a:prstGeom prst="rect">
            <a:avLst/>
          </a:prstGeom>
          <a:ln w="12700">
            <a:miter lim="400000"/>
          </a:ln>
        </p:spPr>
      </p:pic>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 name="Installation Native : Disque dur SSD"/>
          <p:cNvSpPr txBox="1">
            <a:spLocks noGrp="1"/>
          </p:cNvSpPr>
          <p:nvPr>
            <p:ph type="title"/>
          </p:nvPr>
        </p:nvSpPr>
        <p:spPr>
          <a:prstGeom prst="rect">
            <a:avLst/>
          </a:prstGeom>
        </p:spPr>
        <p:txBody>
          <a:bodyPr>
            <a:normAutofit fontScale="90000"/>
          </a:bodyPr>
          <a:lstStyle>
            <a:lvl1pPr defTabSz="572516">
              <a:spcBef>
                <a:spcPts val="1500"/>
              </a:spcBef>
              <a:defRPr sz="6860"/>
            </a:lvl1pPr>
          </a:lstStyle>
          <a:p>
            <a:r>
              <a:t>Installation Native : Disque dur SSD</a:t>
            </a:r>
          </a:p>
        </p:txBody>
      </p:sp>
      <p:pic>
        <p:nvPicPr>
          <p:cNvPr id="267" name="Image" descr="Image"/>
          <p:cNvPicPr>
            <a:picLocks noChangeAspect="1"/>
          </p:cNvPicPr>
          <p:nvPr/>
        </p:nvPicPr>
        <p:blipFill>
          <a:blip r:embed="rId3"/>
          <a:stretch>
            <a:fillRect/>
          </a:stretch>
        </p:blipFill>
        <p:spPr>
          <a:xfrm>
            <a:off x="2672705" y="2923169"/>
            <a:ext cx="6924966" cy="4715291"/>
          </a:xfrm>
          <a:prstGeom prst="rect">
            <a:avLst/>
          </a:prstGeom>
          <a:ln w="12700">
            <a:miter lim="400000"/>
          </a:ln>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1" name="Installation Native :Disque dur (Vue logique)"/>
          <p:cNvSpPr txBox="1">
            <a:spLocks noGrp="1"/>
          </p:cNvSpPr>
          <p:nvPr>
            <p:ph type="title"/>
          </p:nvPr>
        </p:nvSpPr>
        <p:spPr>
          <a:prstGeom prst="rect">
            <a:avLst/>
          </a:prstGeom>
        </p:spPr>
        <p:txBody>
          <a:bodyPr>
            <a:normAutofit fontScale="90000"/>
          </a:bodyPr>
          <a:lstStyle>
            <a:lvl1pPr defTabSz="461518">
              <a:spcBef>
                <a:spcPts val="1200"/>
              </a:spcBef>
              <a:defRPr sz="5530"/>
            </a:lvl1pPr>
          </a:lstStyle>
          <a:p>
            <a:r>
              <a:t>Installation Native :Disque dur (Vue logique)</a:t>
            </a:r>
          </a:p>
        </p:txBody>
      </p:sp>
      <p:sp>
        <p:nvSpPr>
          <p:cNvPr id="272" name="Une partition est une partie d'un disque dur destinée à accueillir des fichiers.…"/>
          <p:cNvSpPr txBox="1">
            <a:spLocks noGrp="1"/>
          </p:cNvSpPr>
          <p:nvPr>
            <p:ph type="body" idx="1"/>
          </p:nvPr>
        </p:nvSpPr>
        <p:spPr>
          <a:prstGeom prst="rect">
            <a:avLst/>
          </a:prstGeom>
        </p:spPr>
        <p:txBody>
          <a:bodyPr/>
          <a:lstStyle/>
          <a:p>
            <a:r>
              <a:t>Une partition est une partie d'un disque dur destinée à accueillir des fichiers.</a:t>
            </a:r>
            <a:endParaRPr sz="1200"/>
          </a:p>
          <a:p>
            <a:r>
              <a:t>Le partitionnement est un fractionnement d'un disque dur réel (matériel) en plusieurs disques virtuels (logiciels).</a:t>
            </a:r>
            <a:endParaRPr sz="1200"/>
          </a:p>
          <a:p>
            <a:r>
              <a:t>Les partitions sont indépendantes.</a:t>
            </a:r>
            <a:r>
              <a:rPr sz="1200"/>
              <a:t> </a:t>
            </a:r>
            <a:r>
              <a:t>Cela sert par exemple à installer des systèmes d’exploitation différents.</a:t>
            </a:r>
            <a:r>
              <a:rPr sz="1200"/>
              <a:t> </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7" name="Installation sur machine virtuelle : Virtualisation"/>
          <p:cNvSpPr txBox="1">
            <a:spLocks noGrp="1"/>
          </p:cNvSpPr>
          <p:nvPr>
            <p:ph type="title"/>
          </p:nvPr>
        </p:nvSpPr>
        <p:spPr>
          <a:prstGeom prst="rect">
            <a:avLst/>
          </a:prstGeom>
        </p:spPr>
        <p:txBody>
          <a:bodyPr>
            <a:normAutofit fontScale="90000"/>
          </a:bodyPr>
          <a:lstStyle/>
          <a:p>
            <a:pPr defTabSz="432308">
              <a:spcBef>
                <a:spcPts val="1100"/>
              </a:spcBef>
              <a:defRPr sz="5180"/>
            </a:pPr>
            <a:r>
              <a:t>Installation sur machine virtuelle : Virtualisation</a:t>
            </a:r>
            <a:r>
              <a:rPr sz="888"/>
              <a:t> </a:t>
            </a:r>
          </a:p>
        </p:txBody>
      </p:sp>
      <p:sp>
        <p:nvSpPr>
          <p:cNvPr id="278" name="Ensemble de techniques visant à faire fonctionner plusieurs systèmes d’exploitation sur le même matériel…"/>
          <p:cNvSpPr txBox="1">
            <a:spLocks noGrp="1"/>
          </p:cNvSpPr>
          <p:nvPr>
            <p:ph type="body" idx="1"/>
          </p:nvPr>
        </p:nvSpPr>
        <p:spPr>
          <a:prstGeom prst="rect">
            <a:avLst/>
          </a:prstGeom>
        </p:spPr>
        <p:txBody>
          <a:bodyPr/>
          <a:lstStyle/>
          <a:p>
            <a:pPr marL="460502" indent="-460502" defTabSz="572516">
              <a:spcBef>
                <a:spcPts val="2300"/>
              </a:spcBef>
              <a:defRPr sz="3528"/>
            </a:pPr>
            <a:r>
              <a:t>Ensemble de techniques visant à faire fonctionner plusieurs systèmes d’exploitation sur le même matériel</a:t>
            </a:r>
            <a:endParaRPr sz="1176"/>
          </a:p>
          <a:p>
            <a:pPr marL="460502" indent="-460502" defTabSz="572516">
              <a:spcBef>
                <a:spcPts val="2300"/>
              </a:spcBef>
              <a:defRPr sz="3528"/>
            </a:pPr>
            <a:r>
              <a:rPr>
                <a:latin typeface="Arial"/>
                <a:ea typeface="Arial"/>
                <a:cs typeface="Arial"/>
                <a:sym typeface="Arial"/>
              </a:rPr>
              <a:t>L</a:t>
            </a:r>
            <a:r>
              <a:t>a virtualisation se base sur 3 points:</a:t>
            </a:r>
            <a:endParaRPr sz="1176"/>
          </a:p>
          <a:p>
            <a:pPr marL="921004" lvl="1" indent="-460502" defTabSz="572516">
              <a:spcBef>
                <a:spcPts val="2300"/>
              </a:spcBef>
              <a:defRPr sz="3528"/>
            </a:pPr>
            <a:r>
              <a:t>L’abstraction des ressources informatiques </a:t>
            </a:r>
            <a:endParaRPr sz="1176"/>
          </a:p>
          <a:p>
            <a:pPr marL="921004" lvl="1" indent="-460502" defTabSz="572516">
              <a:spcBef>
                <a:spcPts val="2300"/>
              </a:spcBef>
              <a:defRPr sz="3528"/>
            </a:pPr>
            <a:r>
              <a:t>La répartition des ressources par l’intermédiaire de différents outils, (être utilisées par plusieurs environnements virtuels) </a:t>
            </a:r>
            <a:endParaRPr sz="1176"/>
          </a:p>
          <a:p>
            <a:pPr marL="921004" lvl="1" indent="-460502" defTabSz="572516">
              <a:spcBef>
                <a:spcPts val="2300"/>
              </a:spcBef>
              <a:defRPr sz="3528"/>
            </a:pPr>
            <a:r>
              <a:t>La création d’environnements virtuels</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0" name="Installation sur machine virtuelle : Virtualisation"/>
          <p:cNvSpPr txBox="1">
            <a:spLocks noGrp="1"/>
          </p:cNvSpPr>
          <p:nvPr>
            <p:ph type="title"/>
          </p:nvPr>
        </p:nvSpPr>
        <p:spPr>
          <a:prstGeom prst="rect">
            <a:avLst/>
          </a:prstGeom>
        </p:spPr>
        <p:txBody>
          <a:bodyPr>
            <a:normAutofit fontScale="90000"/>
          </a:bodyPr>
          <a:lstStyle/>
          <a:p>
            <a:pPr defTabSz="432308">
              <a:spcBef>
                <a:spcPts val="1100"/>
              </a:spcBef>
              <a:defRPr sz="5180"/>
            </a:pPr>
            <a:r>
              <a:t>Installation sur machine virtuelle : Virtualisation</a:t>
            </a:r>
            <a:r>
              <a:rPr sz="888"/>
              <a:t> </a:t>
            </a:r>
          </a:p>
        </p:txBody>
      </p:sp>
      <p:pic>
        <p:nvPicPr>
          <p:cNvPr id="281" name="Image" descr="Image"/>
          <p:cNvPicPr>
            <a:picLocks noChangeAspect="1"/>
          </p:cNvPicPr>
          <p:nvPr/>
        </p:nvPicPr>
        <p:blipFill>
          <a:blip r:embed="rId2"/>
          <a:stretch>
            <a:fillRect/>
          </a:stretch>
        </p:blipFill>
        <p:spPr>
          <a:xfrm>
            <a:off x="3767000" y="2746874"/>
            <a:ext cx="5790837" cy="6308454"/>
          </a:xfrm>
          <a:prstGeom prst="rect">
            <a:avLst/>
          </a:prstGeom>
          <a:ln w="12700">
            <a:miter lim="400000"/>
          </a:ln>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3" name="Installation sur machine virtuelle : Virtualisation"/>
          <p:cNvSpPr txBox="1">
            <a:spLocks noGrp="1"/>
          </p:cNvSpPr>
          <p:nvPr>
            <p:ph type="title"/>
          </p:nvPr>
        </p:nvSpPr>
        <p:spPr>
          <a:prstGeom prst="rect">
            <a:avLst/>
          </a:prstGeom>
        </p:spPr>
        <p:txBody>
          <a:bodyPr>
            <a:normAutofit fontScale="90000"/>
          </a:bodyPr>
          <a:lstStyle/>
          <a:p>
            <a:pPr defTabSz="432308">
              <a:spcBef>
                <a:spcPts val="1100"/>
              </a:spcBef>
              <a:defRPr sz="5180"/>
            </a:pPr>
            <a:r>
              <a:t>Installation sur machine virtuelle : Virtualisation</a:t>
            </a:r>
            <a:r>
              <a:rPr sz="888"/>
              <a:t> </a:t>
            </a:r>
          </a:p>
        </p:txBody>
      </p:sp>
      <p:sp>
        <p:nvSpPr>
          <p:cNvPr id="284" name="Hyperviseur (VM Moniteur)…"/>
          <p:cNvSpPr txBox="1">
            <a:spLocks noGrp="1"/>
          </p:cNvSpPr>
          <p:nvPr>
            <p:ph type="body" idx="1"/>
          </p:nvPr>
        </p:nvSpPr>
        <p:spPr>
          <a:prstGeom prst="rect">
            <a:avLst/>
          </a:prstGeom>
        </p:spPr>
        <p:txBody>
          <a:bodyPr/>
          <a:lstStyle/>
          <a:p>
            <a:pPr marL="343027" indent="-343027" defTabSz="426466">
              <a:spcBef>
                <a:spcPts val="1700"/>
              </a:spcBef>
              <a:defRPr sz="2628"/>
            </a:pPr>
            <a:r>
              <a:rPr dirty="0" err="1"/>
              <a:t>Hyperviseur</a:t>
            </a:r>
            <a:r>
              <a:rPr dirty="0"/>
              <a:t> (VM </a:t>
            </a:r>
            <a:r>
              <a:rPr dirty="0" err="1"/>
              <a:t>Moniteur</a:t>
            </a:r>
            <a:r>
              <a:rPr dirty="0"/>
              <a:t>)</a:t>
            </a:r>
            <a:endParaRPr sz="876" dirty="0"/>
          </a:p>
          <a:p>
            <a:pPr marL="686054" lvl="1" indent="-343027" defTabSz="426466">
              <a:spcBef>
                <a:spcPts val="1700"/>
              </a:spcBef>
              <a:defRPr sz="2628"/>
            </a:pPr>
            <a:r>
              <a:rPr dirty="0"/>
              <a:t>La </a:t>
            </a:r>
            <a:r>
              <a:rPr dirty="0" err="1"/>
              <a:t>couche</a:t>
            </a:r>
            <a:r>
              <a:rPr dirty="0"/>
              <a:t> </a:t>
            </a:r>
            <a:r>
              <a:rPr dirty="0" err="1"/>
              <a:t>logicielle</a:t>
            </a:r>
            <a:r>
              <a:rPr dirty="0"/>
              <a:t> </a:t>
            </a:r>
            <a:r>
              <a:rPr dirty="0" err="1"/>
              <a:t>rendant</a:t>
            </a:r>
            <a:r>
              <a:rPr dirty="0"/>
              <a:t> la </a:t>
            </a:r>
            <a:r>
              <a:rPr dirty="0" err="1"/>
              <a:t>virtualisation</a:t>
            </a:r>
            <a:r>
              <a:rPr dirty="0"/>
              <a:t> possible</a:t>
            </a:r>
            <a:endParaRPr sz="876" dirty="0"/>
          </a:p>
          <a:p>
            <a:pPr marL="686054" lvl="1" indent="-343027" defTabSz="426466">
              <a:spcBef>
                <a:spcPts val="1700"/>
              </a:spcBef>
              <a:defRPr sz="2628"/>
            </a:pPr>
            <a:r>
              <a:rPr dirty="0" err="1"/>
              <a:t>Permet</a:t>
            </a:r>
            <a:r>
              <a:rPr dirty="0"/>
              <a:t> de </a:t>
            </a:r>
            <a:r>
              <a:rPr dirty="0" err="1"/>
              <a:t>créer</a:t>
            </a:r>
            <a:r>
              <a:rPr dirty="0"/>
              <a:t> et </a:t>
            </a:r>
            <a:r>
              <a:rPr dirty="0" err="1"/>
              <a:t>d'exécuter</a:t>
            </a:r>
            <a:r>
              <a:rPr dirty="0"/>
              <a:t> des machines </a:t>
            </a:r>
            <a:r>
              <a:rPr dirty="0" err="1"/>
              <a:t>virtuelles</a:t>
            </a:r>
            <a:r>
              <a:rPr dirty="0"/>
              <a:t>.</a:t>
            </a:r>
            <a:endParaRPr sz="876" dirty="0"/>
          </a:p>
          <a:p>
            <a:pPr marL="686054" lvl="1" indent="-343027" defTabSz="426466">
              <a:spcBef>
                <a:spcPts val="1700"/>
              </a:spcBef>
              <a:defRPr sz="2628"/>
            </a:pPr>
            <a:r>
              <a:rPr dirty="0" err="1"/>
              <a:t>S’exécute</a:t>
            </a:r>
            <a:r>
              <a:rPr dirty="0"/>
              <a:t> au dessous de </a:t>
            </a:r>
            <a:r>
              <a:rPr dirty="0" err="1"/>
              <a:t>tous</a:t>
            </a:r>
            <a:r>
              <a:rPr dirty="0"/>
              <a:t> les VMs pour les </a:t>
            </a:r>
            <a:r>
              <a:rPr dirty="0" err="1"/>
              <a:t>gérer</a:t>
            </a:r>
            <a:endParaRPr sz="876" dirty="0"/>
          </a:p>
          <a:p>
            <a:pPr marL="343027" indent="-343027" defTabSz="426466">
              <a:spcBef>
                <a:spcPts val="1700"/>
              </a:spcBef>
              <a:defRPr sz="2628"/>
            </a:pPr>
            <a:r>
              <a:rPr dirty="0"/>
              <a:t>Host (</a:t>
            </a:r>
            <a:r>
              <a:rPr dirty="0" err="1"/>
              <a:t>Hôte</a:t>
            </a:r>
            <a:r>
              <a:rPr dirty="0"/>
              <a:t>)</a:t>
            </a:r>
            <a:endParaRPr sz="876" dirty="0"/>
          </a:p>
          <a:p>
            <a:pPr marL="686054" lvl="1" indent="-343027" defTabSz="426466">
              <a:spcBef>
                <a:spcPts val="1700"/>
              </a:spcBef>
              <a:defRPr sz="2628"/>
            </a:pPr>
            <a:r>
              <a:rPr dirty="0" err="1"/>
              <a:t>Plateforme</a:t>
            </a:r>
            <a:r>
              <a:rPr dirty="0"/>
              <a:t> sous-</a:t>
            </a:r>
            <a:r>
              <a:rPr dirty="0" err="1"/>
              <a:t>jacente</a:t>
            </a:r>
            <a:r>
              <a:rPr dirty="0"/>
              <a:t> qui </a:t>
            </a:r>
            <a:r>
              <a:rPr dirty="0" err="1"/>
              <a:t>accueille</a:t>
            </a:r>
            <a:r>
              <a:rPr dirty="0"/>
              <a:t> les VMs</a:t>
            </a:r>
            <a:endParaRPr sz="876" dirty="0"/>
          </a:p>
          <a:p>
            <a:pPr marL="686054" lvl="1" indent="-343027" defTabSz="426466">
              <a:spcBef>
                <a:spcPts val="1700"/>
              </a:spcBef>
              <a:defRPr sz="2628"/>
            </a:pPr>
            <a:r>
              <a:rPr dirty="0" err="1"/>
              <a:t>Peut</a:t>
            </a:r>
            <a:r>
              <a:rPr dirty="0"/>
              <a:t> </a:t>
            </a:r>
            <a:r>
              <a:rPr dirty="0" err="1"/>
              <a:t>être</a:t>
            </a:r>
            <a:r>
              <a:rPr dirty="0"/>
              <a:t> du matériel </a:t>
            </a:r>
            <a:r>
              <a:rPr dirty="0" err="1"/>
              <a:t>ou</a:t>
            </a:r>
            <a:r>
              <a:rPr dirty="0"/>
              <a:t> matériel +</a:t>
            </a:r>
            <a:r>
              <a:rPr lang="fr-FR" dirty="0"/>
              <a:t> </a:t>
            </a:r>
            <a:r>
              <a:rPr dirty="0"/>
              <a:t>OS </a:t>
            </a:r>
            <a:r>
              <a:rPr dirty="0" err="1"/>
              <a:t>accueillant</a:t>
            </a:r>
            <a:r>
              <a:rPr dirty="0"/>
              <a:t> le VM</a:t>
            </a:r>
            <a:endParaRPr sz="876" dirty="0"/>
          </a:p>
          <a:p>
            <a:pPr marL="343027" indent="-343027" defTabSz="426466">
              <a:spcBef>
                <a:spcPts val="1700"/>
              </a:spcBef>
              <a:defRPr sz="2628"/>
            </a:pPr>
            <a:r>
              <a:rPr dirty="0"/>
              <a:t>Guest (</a:t>
            </a:r>
            <a:r>
              <a:rPr dirty="0" err="1"/>
              <a:t>Invité</a:t>
            </a:r>
            <a:r>
              <a:rPr dirty="0"/>
              <a:t>)</a:t>
            </a:r>
            <a:endParaRPr sz="876" dirty="0"/>
          </a:p>
          <a:p>
            <a:pPr marL="686054" lvl="1" indent="-343027" defTabSz="426466">
              <a:spcBef>
                <a:spcPts val="1700"/>
              </a:spcBef>
              <a:defRPr sz="2628"/>
            </a:pPr>
            <a:r>
              <a:rPr dirty="0" err="1"/>
              <a:t>Logiciel</a:t>
            </a:r>
            <a:r>
              <a:rPr dirty="0"/>
              <a:t> </a:t>
            </a:r>
            <a:r>
              <a:rPr dirty="0" err="1"/>
              <a:t>s’exécutant</a:t>
            </a:r>
            <a:r>
              <a:rPr dirty="0"/>
              <a:t> dans </a:t>
            </a:r>
            <a:r>
              <a:rPr dirty="0" err="1"/>
              <a:t>l’environnement</a:t>
            </a:r>
            <a:r>
              <a:rPr dirty="0"/>
              <a:t> de la VM (</a:t>
            </a:r>
            <a:r>
              <a:rPr dirty="0" err="1"/>
              <a:t>généralement</a:t>
            </a:r>
            <a:r>
              <a:rPr dirty="0"/>
              <a:t> un OS)</a:t>
            </a:r>
            <a:r>
              <a:rPr sz="876" dirty="0"/>
              <a:t> </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 name="Exploitation à partir d’un live CD"/>
          <p:cNvSpPr txBox="1">
            <a:spLocks noGrp="1"/>
          </p:cNvSpPr>
          <p:nvPr>
            <p:ph type="title"/>
          </p:nvPr>
        </p:nvSpPr>
        <p:spPr>
          <a:prstGeom prst="rect">
            <a:avLst/>
          </a:prstGeom>
        </p:spPr>
        <p:txBody>
          <a:bodyPr>
            <a:normAutofit fontScale="90000"/>
          </a:bodyPr>
          <a:lstStyle/>
          <a:p>
            <a:r>
              <a:t>Exploitation à partir d’un live CD</a:t>
            </a:r>
            <a:r>
              <a:rPr sz="1200"/>
              <a:t> </a:t>
            </a:r>
          </a:p>
        </p:txBody>
      </p:sp>
      <p:sp>
        <p:nvSpPr>
          <p:cNvPr id="287" name="Un live CD ou CD autonome est un CD qui contient un système d’exploitation exécutable sans installation, qui se lance au démarrage de l’ordinateur.…"/>
          <p:cNvSpPr txBox="1">
            <a:spLocks noGrp="1"/>
          </p:cNvSpPr>
          <p:nvPr>
            <p:ph type="body" idx="1"/>
          </p:nvPr>
        </p:nvSpPr>
        <p:spPr>
          <a:prstGeom prst="rect">
            <a:avLst/>
          </a:prstGeom>
        </p:spPr>
        <p:txBody>
          <a:bodyPr/>
          <a:lstStyle/>
          <a:p>
            <a:pPr algn="just"/>
            <a:r>
              <a:t>Un live CD ou CD autonome est un CD qui contient un système d’exploitation exécutable sans installation, qui se lance au démarrage de l’ordinateur.</a:t>
            </a:r>
            <a:endParaRPr sz="1200"/>
          </a:p>
          <a:p>
            <a:pPr algn="just"/>
            <a:r>
              <a:t>Par extension, live CD désigne un système d’exploitation présent sur un support externe amorçable. Les supports de stockage typiques sont le CD, le DVD et la clé USB.</a:t>
            </a:r>
          </a:p>
        </p:txBody>
      </p:sp>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3.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New_Template4">
  <a:themeElements>
    <a:clrScheme name="New_Template4">
      <a:dk1>
        <a:srgbClr val="414141"/>
      </a:dk1>
      <a:lt1>
        <a:srgbClr val="004141"/>
      </a:lt1>
      <a:dk2>
        <a:srgbClr val="66635F"/>
      </a:dk2>
      <a:lt2>
        <a:srgbClr val="C9C3BA"/>
      </a:lt2>
      <a:accent1>
        <a:srgbClr val="738FAF"/>
      </a:accent1>
      <a:accent2>
        <a:srgbClr val="74B6A8"/>
      </a:accent2>
      <a:accent3>
        <a:srgbClr val="A0AA69"/>
      </a:accent3>
      <a:accent4>
        <a:srgbClr val="CBA968"/>
      </a:accent4>
      <a:accent5>
        <a:srgbClr val="D08A7A"/>
      </a:accent5>
      <a:accent6>
        <a:srgbClr val="9E95A9"/>
      </a:accent6>
      <a:hlink>
        <a:srgbClr val="0000FF"/>
      </a:hlink>
      <a:folHlink>
        <a:srgbClr val="FF00FF"/>
      </a:folHlink>
    </a:clrScheme>
    <a:fontScheme name="New_Template4">
      <a:majorFont>
        <a:latin typeface="Bodoni SvtyTwo ITC TT-Book"/>
        <a:ea typeface="Bodoni SvtyTwo ITC TT-Book"/>
        <a:cs typeface="Bodoni SvtyTwo ITC TT-Book"/>
      </a:majorFont>
      <a:minorFont>
        <a:latin typeface="Bodoni SvtyTwo ITC TT-Book"/>
        <a:ea typeface="Bodoni SvtyTwo ITC TT-Book"/>
        <a:cs typeface="Bodoni SvtyTwo ITC TT-Book"/>
      </a:minorFont>
    </a:fontScheme>
    <a:fmtScheme name="New_Template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outerShdw blurRad="25400" dist="33948" dir="2700000" rotWithShape="0">
                <a:srgbClr val="3B3936"/>
              </a:outerShdw>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1414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_New_Template4">
  <a:themeElements>
    <a:clrScheme name="New_Template4">
      <a:dk1>
        <a:srgbClr val="414141"/>
      </a:dk1>
      <a:lt1>
        <a:srgbClr val="FFFFFF"/>
      </a:lt1>
      <a:dk2>
        <a:srgbClr val="A7A7A7"/>
      </a:dk2>
      <a:lt2>
        <a:srgbClr val="535353"/>
      </a:lt2>
      <a:accent1>
        <a:srgbClr val="738FAF"/>
      </a:accent1>
      <a:accent2>
        <a:srgbClr val="74B6A8"/>
      </a:accent2>
      <a:accent3>
        <a:srgbClr val="A0AA69"/>
      </a:accent3>
      <a:accent4>
        <a:srgbClr val="CBA968"/>
      </a:accent4>
      <a:accent5>
        <a:srgbClr val="D08A7A"/>
      </a:accent5>
      <a:accent6>
        <a:srgbClr val="9E95A9"/>
      </a:accent6>
      <a:hlink>
        <a:srgbClr val="0000FF"/>
      </a:hlink>
      <a:folHlink>
        <a:srgbClr val="FF00FF"/>
      </a:folHlink>
    </a:clrScheme>
    <a:fontScheme name="New_Template4">
      <a:majorFont>
        <a:latin typeface="Helvetica"/>
        <a:ea typeface="Helvetica"/>
        <a:cs typeface="Helvetica"/>
      </a:majorFont>
      <a:minorFont>
        <a:latin typeface="Helvetica Neue"/>
        <a:ea typeface="Helvetica Neue"/>
        <a:cs typeface="Helvetica Neue"/>
      </a:minorFont>
    </a:fontScheme>
    <a:fmtScheme name="New_Template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4141"/>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Bodoni SvtyTwo ITC TT-Book"/>
            <a:ea typeface="Bodoni SvtyTwo ITC TT-Book"/>
            <a:cs typeface="Bodoni SvtyTwo ITC TT-Book"/>
            <a:sym typeface="Bodoni SvtyTwo ITC TT-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Bodoni SvtyTwo ITC TT-Book"/>
            <a:ea typeface="Bodoni SvtyTwo ITC TT-Book"/>
            <a:cs typeface="Bodoni SvtyTwo ITC TT-Book"/>
            <a:sym typeface="Bodoni SvtyTwo ITC TT-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New_Template4">
  <a:themeElements>
    <a:clrScheme name="New_Template4">
      <a:dk1>
        <a:srgbClr val="000000"/>
      </a:dk1>
      <a:lt1>
        <a:srgbClr val="FFFFFF"/>
      </a:lt1>
      <a:dk2>
        <a:srgbClr val="66635F"/>
      </a:dk2>
      <a:lt2>
        <a:srgbClr val="C9C3BA"/>
      </a:lt2>
      <a:accent1>
        <a:srgbClr val="738FAF"/>
      </a:accent1>
      <a:accent2>
        <a:srgbClr val="74B6A8"/>
      </a:accent2>
      <a:accent3>
        <a:srgbClr val="A0AA69"/>
      </a:accent3>
      <a:accent4>
        <a:srgbClr val="CBA968"/>
      </a:accent4>
      <a:accent5>
        <a:srgbClr val="D08A7A"/>
      </a:accent5>
      <a:accent6>
        <a:srgbClr val="9E95A9"/>
      </a:accent6>
      <a:hlink>
        <a:srgbClr val="0000FF"/>
      </a:hlink>
      <a:folHlink>
        <a:srgbClr val="FF00FF"/>
      </a:folHlink>
    </a:clrScheme>
    <a:fontScheme name="New_Template4">
      <a:majorFont>
        <a:latin typeface="Bodoni SvtyTwo ITC TT-Book"/>
        <a:ea typeface="Bodoni SvtyTwo ITC TT-Book"/>
        <a:cs typeface="Bodoni SvtyTwo ITC TT-Book"/>
      </a:majorFont>
      <a:minorFont>
        <a:latin typeface="Bodoni SvtyTwo ITC TT-Book"/>
        <a:ea typeface="Bodoni SvtyTwo ITC TT-Book"/>
        <a:cs typeface="Bodoni SvtyTwo ITC TT-Book"/>
      </a:minorFont>
    </a:fontScheme>
    <a:fmtScheme name="New_Template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outerShdw blurRad="25400" dist="33948" dir="2700000" rotWithShape="0">
                <a:srgbClr val="3B3936"/>
              </a:outerShdw>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1414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935</TotalTime>
  <Words>1257</Words>
  <Application>Microsoft Office PowerPoint</Application>
  <PresentationFormat>Personnalisé</PresentationFormat>
  <Paragraphs>152</Paragraphs>
  <Slides>31</Slides>
  <Notes>8</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31</vt:i4>
      </vt:variant>
    </vt:vector>
  </HeadingPairs>
  <TitlesOfParts>
    <vt:vector size="40" baseType="lpstr">
      <vt:lpstr>Arial</vt:lpstr>
      <vt:lpstr>Bodoni SvtyTwo ITC TT-Book</vt:lpstr>
      <vt:lpstr>Helvetica</vt:lpstr>
      <vt:lpstr>Helvetica Neue</vt:lpstr>
      <vt:lpstr>Palatino</vt:lpstr>
      <vt:lpstr>Times Roman</vt:lpstr>
      <vt:lpstr>Zapf Dingbats</vt:lpstr>
      <vt:lpstr>New_Template4</vt:lpstr>
      <vt:lpstr>1_New_Template4</vt:lpstr>
      <vt:lpstr> Administration &amp; Sécurité des Systèmes d’Exploitation </vt:lpstr>
      <vt:lpstr>Chapitre I: Introduction aux Systèmes Linux</vt:lpstr>
      <vt:lpstr>Système d’exploitation (OS)</vt:lpstr>
      <vt:lpstr>Rôle de l’OS</vt:lpstr>
      <vt:lpstr>Rôle de l’OS</vt:lpstr>
      <vt:lpstr>Composants de l’OS</vt:lpstr>
      <vt:lpstr>Composants de l’OS</vt:lpstr>
      <vt:lpstr>Composants de l’OS</vt:lpstr>
      <vt:lpstr>Architecture de l’OS</vt:lpstr>
      <vt:lpstr>Exemple de systèmes d’exploitation  </vt:lpstr>
      <vt:lpstr>Exemple de systèmes d’exploitation  </vt:lpstr>
      <vt:lpstr>Unix Vs Linux </vt:lpstr>
      <vt:lpstr>Unix Vs Linux </vt:lpstr>
      <vt:lpstr>Unix Vs Linux </vt:lpstr>
      <vt:lpstr>Unix Vs Linux </vt:lpstr>
      <vt:lpstr>Avantages de GNU/Linux </vt:lpstr>
      <vt:lpstr>Distributions Linux</vt:lpstr>
      <vt:lpstr>Gestion des versions du noyau </vt:lpstr>
      <vt:lpstr>Gestion des versions du noyau </vt:lpstr>
      <vt:lpstr>Gestion des versions du noyau</vt:lpstr>
      <vt:lpstr>Gestion des versions noyau </vt:lpstr>
      <vt:lpstr>Distributions Linux</vt:lpstr>
      <vt:lpstr>Méthodes d’exploitation des SE GNU/Linux </vt:lpstr>
      <vt:lpstr>Installation Native : Disque dur (Vue physique)</vt:lpstr>
      <vt:lpstr>Installation Native : Disque dur HDD</vt:lpstr>
      <vt:lpstr>Installation Native : Disque dur SSD</vt:lpstr>
      <vt:lpstr>Installation Native :Disque dur (Vue logique)</vt:lpstr>
      <vt:lpstr>Installation sur machine virtuelle : Virtualisation </vt:lpstr>
      <vt:lpstr>Installation sur machine virtuelle : Virtualisation </vt:lpstr>
      <vt:lpstr>Installation sur machine virtuelle : Virtualisation </vt:lpstr>
      <vt:lpstr>Exploitation à partir d’un live CD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Administration &amp; Sécurité des Systèmes d’Exploitation </dc:title>
  <cp:lastModifiedBy>Compte Microsoft</cp:lastModifiedBy>
  <cp:revision>11</cp:revision>
  <dcterms:modified xsi:type="dcterms:W3CDTF">2022-09-08T11:20:20Z</dcterms:modified>
</cp:coreProperties>
</file>